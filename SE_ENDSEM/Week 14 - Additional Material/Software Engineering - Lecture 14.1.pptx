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"/>
  </p:notesMasterIdLst>
  <p:sldIdLst>
    <p:sldId id="256" r:id="rId5"/>
    <p:sldId id="505" r:id="rId6"/>
    <p:sldId id="610" r:id="rId7"/>
    <p:sldId id="61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B343A6-FFDA-7C6C-496E-715EE8EC7DC5}" v="21" dt="2026-04-30T15:11:09.110"/>
    <p1510:client id="{A693BE72-F8D7-C6B3-C22E-24409FA9E8CA}" v="257" dt="2026-04-30T07:55:47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Arun Chauhan" userId="S::avinash.chauhan@mahindrauniversity.edu.in::241b5f3e-36f4-4c61-9553-90e6a1c1b8a6" providerId="AD" clId="Web-{A693BE72-F8D7-C6B3-C22E-24409FA9E8CA}"/>
    <pc:docChg chg="modSld">
      <pc:chgData name="Avinash Arun Chauhan" userId="S::avinash.chauhan@mahindrauniversity.edu.in::241b5f3e-36f4-4c61-9553-90e6a1c1b8a6" providerId="AD" clId="Web-{A693BE72-F8D7-C6B3-C22E-24409FA9E8CA}" dt="2026-04-30T07:55:47.771" v="156" actId="1076"/>
      <pc:docMkLst>
        <pc:docMk/>
      </pc:docMkLst>
      <pc:sldChg chg="modSp">
        <pc:chgData name="Avinash Arun Chauhan" userId="S::avinash.chauhan@mahindrauniversity.edu.in::241b5f3e-36f4-4c61-9553-90e6a1c1b8a6" providerId="AD" clId="Web-{A693BE72-F8D7-C6B3-C22E-24409FA9E8CA}" dt="2026-04-30T07:54:04.471" v="12" actId="20577"/>
        <pc:sldMkLst>
          <pc:docMk/>
          <pc:sldMk cId="1540275285" sldId="256"/>
        </pc:sldMkLst>
        <pc:spChg chg="mod">
          <ac:chgData name="Avinash Arun Chauhan" userId="S::avinash.chauhan@mahindrauniversity.edu.in::241b5f3e-36f4-4c61-9553-90e6a1c1b8a6" providerId="AD" clId="Web-{A693BE72-F8D7-C6B3-C22E-24409FA9E8CA}" dt="2026-04-30T07:54:04.471" v="12" actId="20577"/>
          <ac:spMkLst>
            <pc:docMk/>
            <pc:sldMk cId="1540275285" sldId="256"/>
            <ac:spMk id="2" creationId="{727870F2-A17E-4535-8ECE-F608007055B7}"/>
          </ac:spMkLst>
        </pc:spChg>
      </pc:sldChg>
      <pc:sldChg chg="addSp modSp">
        <pc:chgData name="Avinash Arun Chauhan" userId="S::avinash.chauhan@mahindrauniversity.edu.in::241b5f3e-36f4-4c61-9553-90e6a1c1b8a6" providerId="AD" clId="Web-{A693BE72-F8D7-C6B3-C22E-24409FA9E8CA}" dt="2026-04-30T07:55:47.771" v="156" actId="1076"/>
        <pc:sldMkLst>
          <pc:docMk/>
          <pc:sldMk cId="883900188" sldId="505"/>
        </pc:sldMkLst>
        <pc:spChg chg="mod">
          <ac:chgData name="Avinash Arun Chauhan" userId="S::avinash.chauhan@mahindrauniversity.edu.in::241b5f3e-36f4-4c61-9553-90e6a1c1b8a6" providerId="AD" clId="Web-{A693BE72-F8D7-C6B3-C22E-24409FA9E8CA}" dt="2026-04-30T07:54:44.254" v="51" actId="20577"/>
          <ac:spMkLst>
            <pc:docMk/>
            <pc:sldMk cId="883900188" sldId="505"/>
            <ac:spMk id="3" creationId="{29BD426B-01FE-6A79-FB41-404DC71E5937}"/>
          </ac:spMkLst>
        </pc:spChg>
        <pc:spChg chg="add mod">
          <ac:chgData name="Avinash Arun Chauhan" userId="S::avinash.chauhan@mahindrauniversity.edu.in::241b5f3e-36f4-4c61-9553-90e6a1c1b8a6" providerId="AD" clId="Web-{A693BE72-F8D7-C6B3-C22E-24409FA9E8CA}" dt="2026-04-30T07:55:47.771" v="156" actId="1076"/>
          <ac:spMkLst>
            <pc:docMk/>
            <pc:sldMk cId="883900188" sldId="505"/>
            <ac:spMk id="4" creationId="{AB4C1E82-894B-9E09-A91C-082D1F29F0A4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6AB343A6-FFDA-7C6C-496E-715EE8EC7DC5}"/>
    <pc:docChg chg="addSld delSld modSld">
      <pc:chgData name="Avinash Arun Chauhan" userId="S::avinash.chauhan@mahindrauniversity.edu.in::241b5f3e-36f4-4c61-9553-90e6a1c1b8a6" providerId="AD" clId="Web-{6AB343A6-FFDA-7C6C-496E-715EE8EC7DC5}" dt="2026-04-30T15:11:09.110" v="21"/>
      <pc:docMkLst>
        <pc:docMk/>
      </pc:docMkLst>
      <pc:sldChg chg="del">
        <pc:chgData name="Avinash Arun Chauhan" userId="S::avinash.chauhan@mahindrauniversity.edu.in::241b5f3e-36f4-4c61-9553-90e6a1c1b8a6" providerId="AD" clId="Web-{6AB343A6-FFDA-7C6C-496E-715EE8EC7DC5}" dt="2026-04-30T15:10:34.328" v="0"/>
        <pc:sldMkLst>
          <pc:docMk/>
          <pc:sldMk cId="2512549991" sldId="603"/>
        </pc:sldMkLst>
      </pc:sldChg>
      <pc:sldChg chg="del">
        <pc:chgData name="Avinash Arun Chauhan" userId="S::avinash.chauhan@mahindrauniversity.edu.in::241b5f3e-36f4-4c61-9553-90e6a1c1b8a6" providerId="AD" clId="Web-{6AB343A6-FFDA-7C6C-496E-715EE8EC7DC5}" dt="2026-04-30T15:10:34.828" v="1"/>
        <pc:sldMkLst>
          <pc:docMk/>
          <pc:sldMk cId="589826861" sldId="604"/>
        </pc:sldMkLst>
      </pc:sldChg>
      <pc:sldChg chg="del">
        <pc:chgData name="Avinash Arun Chauhan" userId="S::avinash.chauhan@mahindrauniversity.edu.in::241b5f3e-36f4-4c61-9553-90e6a1c1b8a6" providerId="AD" clId="Web-{6AB343A6-FFDA-7C6C-496E-715EE8EC7DC5}" dt="2026-04-30T15:10:36.578" v="3"/>
        <pc:sldMkLst>
          <pc:docMk/>
          <pc:sldMk cId="4167683793" sldId="605"/>
        </pc:sldMkLst>
      </pc:sldChg>
      <pc:sldChg chg="del">
        <pc:chgData name="Avinash Arun Chauhan" userId="S::avinash.chauhan@mahindrauniversity.edu.in::241b5f3e-36f4-4c61-9553-90e6a1c1b8a6" providerId="AD" clId="Web-{6AB343A6-FFDA-7C6C-496E-715EE8EC7DC5}" dt="2026-04-30T15:10:38.891" v="5"/>
        <pc:sldMkLst>
          <pc:docMk/>
          <pc:sldMk cId="2357443964" sldId="606"/>
        </pc:sldMkLst>
      </pc:sldChg>
      <pc:sldChg chg="del">
        <pc:chgData name="Avinash Arun Chauhan" userId="S::avinash.chauhan@mahindrauniversity.edu.in::241b5f3e-36f4-4c61-9553-90e6a1c1b8a6" providerId="AD" clId="Web-{6AB343A6-FFDA-7C6C-496E-715EE8EC7DC5}" dt="2026-04-30T15:10:39.547" v="6"/>
        <pc:sldMkLst>
          <pc:docMk/>
          <pc:sldMk cId="758467460" sldId="607"/>
        </pc:sldMkLst>
      </pc:sldChg>
      <pc:sldChg chg="del">
        <pc:chgData name="Avinash Arun Chauhan" userId="S::avinash.chauhan@mahindrauniversity.edu.in::241b5f3e-36f4-4c61-9553-90e6a1c1b8a6" providerId="AD" clId="Web-{6AB343A6-FFDA-7C6C-496E-715EE8EC7DC5}" dt="2026-04-30T15:10:41" v="8"/>
        <pc:sldMkLst>
          <pc:docMk/>
          <pc:sldMk cId="2878165360" sldId="608"/>
        </pc:sldMkLst>
      </pc:sldChg>
      <pc:sldChg chg="del">
        <pc:chgData name="Avinash Arun Chauhan" userId="S::avinash.chauhan@mahindrauniversity.edu.in::241b5f3e-36f4-4c61-9553-90e6a1c1b8a6" providerId="AD" clId="Web-{6AB343A6-FFDA-7C6C-496E-715EE8EC7DC5}" dt="2026-04-30T15:10:41.375" v="9"/>
        <pc:sldMkLst>
          <pc:docMk/>
          <pc:sldMk cId="3096867652" sldId="609"/>
        </pc:sldMkLst>
      </pc:sldChg>
      <pc:sldChg chg="modSp">
        <pc:chgData name="Avinash Arun Chauhan" userId="S::avinash.chauhan@mahindrauniversity.edu.in::241b5f3e-36f4-4c61-9553-90e6a1c1b8a6" providerId="AD" clId="Web-{6AB343A6-FFDA-7C6C-496E-715EE8EC7DC5}" dt="2026-04-30T15:11:06.595" v="20" actId="20577"/>
        <pc:sldMkLst>
          <pc:docMk/>
          <pc:sldMk cId="2704756830" sldId="610"/>
        </pc:sldMkLst>
        <pc:spChg chg="mod">
          <ac:chgData name="Avinash Arun Chauhan" userId="S::avinash.chauhan@mahindrauniversity.edu.in::241b5f3e-36f4-4c61-9553-90e6a1c1b8a6" providerId="AD" clId="Web-{6AB343A6-FFDA-7C6C-496E-715EE8EC7DC5}" dt="2026-04-30T15:11:06.595" v="20" actId="20577"/>
          <ac:spMkLst>
            <pc:docMk/>
            <pc:sldMk cId="2704756830" sldId="610"/>
            <ac:spMk id="3" creationId="{2D2A65AE-D1DF-66AA-A105-89B829593F92}"/>
          </ac:spMkLst>
        </pc:spChg>
      </pc:sldChg>
      <pc:sldChg chg="del">
        <pc:chgData name="Avinash Arun Chauhan" userId="S::avinash.chauhan@mahindrauniversity.edu.in::241b5f3e-36f4-4c61-9553-90e6a1c1b8a6" providerId="AD" clId="Web-{6AB343A6-FFDA-7C6C-496E-715EE8EC7DC5}" dt="2026-04-30T15:10:42.063" v="10"/>
        <pc:sldMkLst>
          <pc:docMk/>
          <pc:sldMk cId="1120367029" sldId="611"/>
        </pc:sldMkLst>
      </pc:sldChg>
      <pc:sldChg chg="del">
        <pc:chgData name="Avinash Arun Chauhan" userId="S::avinash.chauhan@mahindrauniversity.edu.in::241b5f3e-36f4-4c61-9553-90e6a1c1b8a6" providerId="AD" clId="Web-{6AB343A6-FFDA-7C6C-496E-715EE8EC7DC5}" dt="2026-04-30T15:10:43.266" v="11"/>
        <pc:sldMkLst>
          <pc:docMk/>
          <pc:sldMk cId="824724541" sldId="612"/>
        </pc:sldMkLst>
      </pc:sldChg>
      <pc:sldChg chg="modSp add del">
        <pc:chgData name="Avinash Arun Chauhan" userId="S::avinash.chauhan@mahindrauniversity.edu.in::241b5f3e-36f4-4c61-9553-90e6a1c1b8a6" providerId="AD" clId="Web-{6AB343A6-FFDA-7C6C-496E-715EE8EC7DC5}" dt="2026-04-30T15:11:00.595" v="17" actId="20577"/>
        <pc:sldMkLst>
          <pc:docMk/>
          <pc:sldMk cId="2228685038" sldId="613"/>
        </pc:sldMkLst>
        <pc:spChg chg="mod">
          <ac:chgData name="Avinash Arun Chauhan" userId="S::avinash.chauhan@mahindrauniversity.edu.in::241b5f3e-36f4-4c61-9553-90e6a1c1b8a6" providerId="AD" clId="Web-{6AB343A6-FFDA-7C6C-496E-715EE8EC7DC5}" dt="2026-04-30T15:10:51.829" v="14" actId="20577"/>
          <ac:spMkLst>
            <pc:docMk/>
            <pc:sldMk cId="2228685038" sldId="613"/>
            <ac:spMk id="2" creationId="{B5E14083-7C12-96AC-978E-060074E8C85B}"/>
          </ac:spMkLst>
        </pc:spChg>
        <pc:spChg chg="mod">
          <ac:chgData name="Avinash Arun Chauhan" userId="S::avinash.chauhan@mahindrauniversity.edu.in::241b5f3e-36f4-4c61-9553-90e6a1c1b8a6" providerId="AD" clId="Web-{6AB343A6-FFDA-7C6C-496E-715EE8EC7DC5}" dt="2026-04-30T15:11:00.595" v="17" actId="20577"/>
          <ac:spMkLst>
            <pc:docMk/>
            <pc:sldMk cId="2228685038" sldId="613"/>
            <ac:spMk id="3" creationId="{E54AFECC-F38E-F901-EAB0-B61D38F34D5A}"/>
          </ac:spMkLst>
        </pc:spChg>
      </pc:sldChg>
      <pc:sldChg chg="del">
        <pc:chgData name="Avinash Arun Chauhan" userId="S::avinash.chauhan@mahindrauniversity.edu.in::241b5f3e-36f4-4c61-9553-90e6a1c1b8a6" providerId="AD" clId="Web-{6AB343A6-FFDA-7C6C-496E-715EE8EC7DC5}" dt="2026-04-30T15:11:09.110" v="21"/>
        <pc:sldMkLst>
          <pc:docMk/>
          <pc:sldMk cId="2866071683" sldId="614"/>
        </pc:sldMkLst>
      </pc:sldChg>
      <pc:sldChg chg="del">
        <pc:chgData name="Avinash Arun Chauhan" userId="S::avinash.chauhan@mahindrauniversity.edu.in::241b5f3e-36f4-4c61-9553-90e6a1c1b8a6" providerId="AD" clId="Web-{6AB343A6-FFDA-7C6C-496E-715EE8EC7DC5}" dt="2026-04-30T15:10:35.360" v="2"/>
        <pc:sldMkLst>
          <pc:docMk/>
          <pc:sldMk cId="126661621" sldId="615"/>
        </pc:sldMkLst>
      </pc:sldChg>
      <pc:sldChg chg="del">
        <pc:chgData name="Avinash Arun Chauhan" userId="S::avinash.chauhan@mahindrauniversity.edu.in::241b5f3e-36f4-4c61-9553-90e6a1c1b8a6" providerId="AD" clId="Web-{6AB343A6-FFDA-7C6C-496E-715EE8EC7DC5}" dt="2026-04-30T15:10:37.907" v="4"/>
        <pc:sldMkLst>
          <pc:docMk/>
          <pc:sldMk cId="2171341167" sldId="616"/>
        </pc:sldMkLst>
      </pc:sldChg>
      <pc:sldChg chg="del">
        <pc:chgData name="Avinash Arun Chauhan" userId="S::avinash.chauhan@mahindrauniversity.edu.in::241b5f3e-36f4-4c61-9553-90e6a1c1b8a6" providerId="AD" clId="Web-{6AB343A6-FFDA-7C6C-496E-715EE8EC7DC5}" dt="2026-04-30T15:10:39.969" v="7"/>
        <pc:sldMkLst>
          <pc:docMk/>
          <pc:sldMk cId="3517260402" sldId="6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8A5F4-8A54-40B7-994C-7C13036E170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A36BE-6307-4311-8670-04B167AD6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5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5CE37-4634-B3BF-E0F9-59144EF8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6487F-0E4A-3B99-88FD-7BE6A5D9F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48EE2-3BD7-1BF8-25A6-2B888F0E2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D5C3C-57AB-3F5A-ADA4-18E50C496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19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D53D-E37D-DF57-DBB3-3A1E9E658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A3E3E-82AA-AD90-F7E5-9174EB3E9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74AE5-E68D-9FF7-9AA4-988C93BF4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9F6AF-533F-1AE7-3637-0CC352F74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7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FADAB-EFF3-B5B1-9E3C-899320A2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851AB-1942-9F52-C076-CD7F21472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F1E8E-A4EA-B7E5-BD3B-0485CA4A7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7E954-2AEB-080D-9008-1F990EBBF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35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59E9-470B-4B8D-A9EB-CE8AF5FBB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B98EB-266D-4DF3-A1C8-8FFFE7045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AD7FD-8146-4C92-B9C4-ABE3EDEB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CD19-635A-4F0C-A4D6-DCB11EE4711D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E42B6-D644-4AA7-B4E2-53DBAD7E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AC68A-C2CE-47FA-BD3B-6AD5EDA2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9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0891-51D6-4C6E-8AB0-50690D5D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F29A5-AEEE-446F-B62D-BD46C6B0C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43C36-C898-4C6E-97BC-0AE2998E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70BA-D41E-437D-A225-B0D8986DE2C4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E89BF-AA6A-4CD1-AA42-45937EB0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5DC2B-9622-4D9B-A836-9C9CE22A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9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0BC1F-CD2C-49A7-870C-07CC9176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C7702-4100-4CC3-A19F-474F03564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9C34D-B46E-470D-AD50-B9B038ABF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8E2B-208F-4B34-9A15-6955A3621029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D28AE-EBFC-4649-8128-2B57674BC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87D2-79FD-40C2-B5D3-73BEFDD6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8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F8DF4-CC57-4331-BAB2-274B7F4F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484E-6336-4F19-9BD1-3B91D85B7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2305B-61F6-40D5-8511-22A203F9B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3351C-4BD8-4A76-A84D-D27D42D7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34A0-0F7C-4A42-A80B-69A32453D234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6FA23-7C56-4373-97A9-C1E426909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55C23-B74E-4564-83EB-E0801197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8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F3C4-0090-4478-811F-9CEEEDF30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55BC3-728A-4215-938B-9F1E55DDA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E5F37-172D-4DDD-8695-70423D079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C32F7-387C-48A9-8ED2-88A2E7CD4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15BBF-7552-4D05-B395-22949E223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03D83-2EA3-43C4-8C34-C2EEB16DB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126E-3B88-4036-9F2D-FB7969B45F4A}" type="datetime1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ED1FE8-F889-4A72-BCC1-50806FA1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B86BC-226A-4A98-951A-01BC13DB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7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1E2B-54B4-4FD9-BC1F-9E86C9F0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BDDD7E-C2A1-425A-9C02-69453F7A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84BB-C434-4F3E-BD0C-56FCD0B24816}" type="datetime1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E4A64-28DA-4BCB-903B-0C2AB5DD4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2EF47-4BAF-438E-BFF8-6C806F186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9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2DD21-4658-405D-B2C3-9B85D3D7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BA68-3361-4BBC-8467-F2FA7738ABD3}" type="datetime1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F90DF-D196-4982-9379-A12FD199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C7654-80F7-4116-966D-2D3D2BC2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5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9B0E-9BD9-44D9-9399-CB449D112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051D0-651F-4845-8890-5B610674D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82CB8-8E30-4092-BCE6-75EE6CE56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DC2B3-BBD0-4E62-99CD-DCB9D3F5E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D98D-6704-4670-8FDC-09111D656BD4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A16E1-26F2-4022-9090-75A0FEB2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F83AA-1CE6-4EEA-8163-A440E285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9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2C12-A56B-46B7-9523-4E7765EB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818F4B-7FBD-449C-9D81-7D2921375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3098B-08EB-4860-ACC2-E8D7BEB69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D0008-6CA4-4B93-8BDC-7B7AA42F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7458-5FA4-458B-AACF-1E599ACFA24A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3AF11-361E-4FC8-B142-5CFE9169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3C41B-7EB8-4600-BEBB-0A45CF65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2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7D78-2A6F-4D0E-822D-7539139C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071C0-3DC6-4B14-9F13-2FB2DD426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B5082-8A34-496B-8055-45C8486F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94FA3-AC9C-4633-82C6-62F4B42E9A78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C4C49-FC80-44C6-AC99-7EF245F8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B58D9-582A-4781-9C1A-4D75E507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4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B2E5F-7BB4-42F5-B4AA-7F999C225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30C69-8C0C-4E02-AB30-8518634C9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9A658-BB07-4BF1-B2A6-B1BA2897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4142-9EFA-4C85-84A3-BE41724A2D18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F58F-2272-487B-A973-40A781C3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02C37-591F-410C-B5AA-8C515F26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6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1D8EC-B3EC-45B8-80A9-EB295532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E5CB1-9A52-407D-9714-6B719FE9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07748-238B-4EDD-8118-BD7336FFF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EB07D-1FD2-40D5-B059-0935C37A919D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277D7-910E-4130-B9EE-C5EFBB05E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DCC63-9F16-4EEB-858E-FC2CFC17C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2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70F2-A17E-4535-8ECE-F60800705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183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/>
              <a:t>Software Engineering</a:t>
            </a:r>
            <a:br>
              <a:rPr lang="en-US" dirty="0"/>
            </a:br>
            <a:r>
              <a:rPr lang="en-US" sz="4000"/>
              <a:t>(CS3201)</a:t>
            </a:r>
            <a:br>
              <a:rPr lang="en-US" sz="4000" dirty="0">
                <a:ea typeface="Calibri Light"/>
                <a:cs typeface="Calibri Light"/>
              </a:rPr>
            </a:br>
            <a:r>
              <a:rPr lang="en-US" sz="4000">
                <a:ea typeface="Calibri Light"/>
                <a:cs typeface="Calibri Light"/>
              </a:rPr>
              <a:t>System Design</a:t>
            </a:r>
            <a:br>
              <a:rPr lang="en-US" dirty="0"/>
            </a:br>
            <a:endParaRPr lang="en-US" sz="4000"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A8E92-73AA-4E3A-9516-63C46A8A4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0626"/>
            <a:ext cx="9144000" cy="1655762"/>
          </a:xfrm>
        </p:spPr>
        <p:txBody>
          <a:bodyPr/>
          <a:lstStyle/>
          <a:p>
            <a:r>
              <a:rPr lang="en-US"/>
              <a:t>Avinash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C0CC1-7E7A-46BB-AEDF-E956EA6F0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575" y="5235388"/>
            <a:ext cx="52768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75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444F7-BDCB-95FE-E590-28879ABE3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248E-235C-2C9F-86E6-FFE7D558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D426B-01FE-6A79-FB41-404DC71E5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01746" cy="52112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/>
              </a:rPr>
              <a:t>Brief introduction to System Design</a:t>
            </a: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BB3DAC13-0D16-2DB1-080D-657CDE2AA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580A80-2CDB-8E1D-57C4-DC846344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F69DF3E-4B37-1F1C-A5C7-C91D3B04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4C1E82-894B-9E09-A91C-082D1F29F0A4}"/>
              </a:ext>
            </a:extLst>
          </p:cNvPr>
          <p:cNvSpPr txBox="1"/>
          <p:nvPr/>
        </p:nvSpPr>
        <p:spPr>
          <a:xfrm>
            <a:off x="834759" y="5259925"/>
            <a:ext cx="807452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Note: This is not part of the Syllabus and therefore not part of the exam, however this is something that is important for you when you </a:t>
            </a:r>
            <a:r>
              <a:rPr lang="en-US">
                <a:ea typeface="Calibri"/>
                <a:cs typeface="Calibri"/>
              </a:rPr>
              <a:t>maybe face recruitment tests / interviews.</a:t>
            </a:r>
          </a:p>
        </p:txBody>
      </p:sp>
    </p:spTree>
    <p:extLst>
      <p:ext uri="{BB962C8B-B14F-4D97-AF65-F5344CB8AC3E}">
        <p14:creationId xmlns:p14="http://schemas.microsoft.com/office/powerpoint/2010/main" val="883900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9F5D-6270-ECDC-1D02-80249D91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AB8FC-968D-1A2C-2B46-1A686980C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A65AE-D1DF-66AA-A105-89B829593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4633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4000">
                <a:ea typeface="Calibri"/>
                <a:cs typeface="Calibri"/>
              </a:rPr>
              <a:t>System Design</a:t>
            </a:r>
            <a:endParaRPr lang="en-US"/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endParaRPr lang="en-GB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268FE2EF-9890-AEA9-F1C0-01C2976EE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00E40D-D6A2-87A3-11D7-0BD5E0BA1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9320D0-E4AF-15AF-192D-2A3C439C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704756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94679-43A4-3C04-B983-77E5ECED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4083-7C12-96AC-978E-060074E8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Introduction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AFECC-F38E-F901-EAB0-B61D38F34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01746" cy="52112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 panose="020F0502020204030204"/>
              </a:rPr>
              <a:t>ToDo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/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64794E7-CF49-296E-2729-747C83AB89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7E746D-1114-D3B4-C839-0FEFE246F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13E15B-D008-1E62-08D4-BAB5B157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22868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834713A0238B47A82B49BB61910BB7" ma:contentTypeVersion="4" ma:contentTypeDescription="Create a new document." ma:contentTypeScope="" ma:versionID="6d4706a53c2ea577fa6530616b401942">
  <xsd:schema xmlns:xsd="http://www.w3.org/2001/XMLSchema" xmlns:xs="http://www.w3.org/2001/XMLSchema" xmlns:p="http://schemas.microsoft.com/office/2006/metadata/properties" xmlns:ns3="5036cfa6-d0e1-4902-a771-3c3912700344" targetNamespace="http://schemas.microsoft.com/office/2006/metadata/properties" ma:root="true" ma:fieldsID="a1d272197f808f89f8a24a3fbeb7e316" ns3:_="">
    <xsd:import namespace="5036cfa6-d0e1-4902-a771-3c39127003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6cfa6-d0e1-4902-a771-3c39127003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ED4F75-3CD7-45A8-9549-E613B31DDB2A}">
  <ds:schemaRefs>
    <ds:schemaRef ds:uri="5036cfa6-d0e1-4902-a771-3c391270034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52CE482-82E1-495F-A096-31F88599D290}">
  <ds:schemaRefs>
    <ds:schemaRef ds:uri="5036cfa6-d0e1-4902-a771-3c39127003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4292D93-FF2A-4DA5-8E8B-A42F52EE7A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3716</Words>
  <Application>Microsoft Office PowerPoint</Application>
  <PresentationFormat>Widescreen</PresentationFormat>
  <Paragraphs>485</Paragraphs>
  <Slides>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Software Engineering (CS3201) System Design </vt:lpstr>
      <vt:lpstr>Objectives</vt:lpstr>
      <vt:lpstr> </vt:lpstr>
      <vt:lpstr>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NLP  CS 475</dc:title>
  <dc:creator>Avinash Arun Chauhan</dc:creator>
  <cp:lastModifiedBy>Avinash Arun Chauhan</cp:lastModifiedBy>
  <cp:revision>4193</cp:revision>
  <dcterms:created xsi:type="dcterms:W3CDTF">2022-08-02T06:42:39Z</dcterms:created>
  <dcterms:modified xsi:type="dcterms:W3CDTF">2026-04-30T15:11:14Z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0x01010051834713A0238B47A82B49BB61910BB7</vt:lpwstr>
  </property>
</Properties>
</file>