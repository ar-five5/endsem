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43"/>
  </p:notesMasterIdLst>
  <p:sldIdLst>
    <p:sldId id="256" r:id="rId5"/>
    <p:sldId id="343" r:id="rId6"/>
    <p:sldId id="416" r:id="rId7"/>
    <p:sldId id="448" r:id="rId8"/>
    <p:sldId id="363" r:id="rId9"/>
    <p:sldId id="425" r:id="rId10"/>
    <p:sldId id="426" r:id="rId11"/>
    <p:sldId id="427" r:id="rId12"/>
    <p:sldId id="428" r:id="rId13"/>
    <p:sldId id="429" r:id="rId14"/>
    <p:sldId id="430" r:id="rId15"/>
    <p:sldId id="438" r:id="rId16"/>
    <p:sldId id="449" r:id="rId17"/>
    <p:sldId id="439" r:id="rId18"/>
    <p:sldId id="440" r:id="rId19"/>
    <p:sldId id="374" r:id="rId20"/>
    <p:sldId id="431" r:id="rId21"/>
    <p:sldId id="444" r:id="rId22"/>
    <p:sldId id="445" r:id="rId23"/>
    <p:sldId id="446" r:id="rId24"/>
    <p:sldId id="436" r:id="rId25"/>
    <p:sldId id="437" r:id="rId26"/>
    <p:sldId id="381" r:id="rId27"/>
    <p:sldId id="346" r:id="rId28"/>
    <p:sldId id="351" r:id="rId29"/>
    <p:sldId id="420" r:id="rId30"/>
    <p:sldId id="421" r:id="rId31"/>
    <p:sldId id="422" r:id="rId32"/>
    <p:sldId id="423" r:id="rId33"/>
    <p:sldId id="447" r:id="rId34"/>
    <p:sldId id="432" r:id="rId35"/>
    <p:sldId id="433" r:id="rId36"/>
    <p:sldId id="434" r:id="rId37"/>
    <p:sldId id="435" r:id="rId38"/>
    <p:sldId id="441" r:id="rId39"/>
    <p:sldId id="344" r:id="rId40"/>
    <p:sldId id="417" r:id="rId41"/>
    <p:sldId id="41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D59656-EB45-0DB4-47E2-3D26BF6B2697}" v="1009" dt="2026-02-09T10:52:52.262"/>
    <p1510:client id="{B9D806DA-1A02-AD04-DA3E-463B7FC48732}" v="489" dt="2026-02-08T15:08:04.726"/>
    <p1510:client id="{CF247C8F-1BD4-0608-ED10-90724A778299}" v="16" dt="2026-02-09T05:05:55.856"/>
    <p1510:client id="{F1EBDEF5-EED8-57D2-FE79-7401553B5ABC}" v="144" dt="2026-02-10T10:34:45.8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nash Arun Chauhan" userId="S::avinash.chauhan@mahindrauniversity.edu.in::241b5f3e-36f4-4c61-9553-90e6a1c1b8a6" providerId="AD" clId="Web-{4CD59656-EB45-0DB4-47E2-3D26BF6B2697}"/>
    <pc:docChg chg="addSld modSld sldOrd">
      <pc:chgData name="Avinash Arun Chauhan" userId="S::avinash.chauhan@mahindrauniversity.edu.in::241b5f3e-36f4-4c61-9553-90e6a1c1b8a6" providerId="AD" clId="Web-{4CD59656-EB45-0DB4-47E2-3D26BF6B2697}" dt="2026-02-09T10:52:49.512" v="954" actId="20577"/>
      <pc:docMkLst>
        <pc:docMk/>
      </pc:docMkLst>
      <pc:sldChg chg="modSp">
        <pc:chgData name="Avinash Arun Chauhan" userId="S::avinash.chauhan@mahindrauniversity.edu.in::241b5f3e-36f4-4c61-9553-90e6a1c1b8a6" providerId="AD" clId="Web-{4CD59656-EB45-0DB4-47E2-3D26BF6B2697}" dt="2026-02-09T10:13:56.613" v="7" actId="20577"/>
        <pc:sldMkLst>
          <pc:docMk/>
          <pc:sldMk cId="3662289297" sldId="343"/>
        </pc:sldMkLst>
        <pc:spChg chg="mod">
          <ac:chgData name="Avinash Arun Chauhan" userId="S::avinash.chauhan@mahindrauniversity.edu.in::241b5f3e-36f4-4c61-9553-90e6a1c1b8a6" providerId="AD" clId="Web-{4CD59656-EB45-0DB4-47E2-3D26BF6B2697}" dt="2026-02-09T10:13:56.613" v="7" actId="20577"/>
          <ac:spMkLst>
            <pc:docMk/>
            <pc:sldMk cId="3662289297" sldId="343"/>
            <ac:spMk id="3" creationId="{712CE3DE-516D-536F-B692-856904E12035}"/>
          </ac:spMkLst>
        </pc:spChg>
      </pc:sldChg>
      <pc:sldChg chg="modSp">
        <pc:chgData name="Avinash Arun Chauhan" userId="S::avinash.chauhan@mahindrauniversity.edu.in::241b5f3e-36f4-4c61-9553-90e6a1c1b8a6" providerId="AD" clId="Web-{4CD59656-EB45-0DB4-47E2-3D26BF6B2697}" dt="2026-02-09T10:52:49.512" v="954" actId="20577"/>
        <pc:sldMkLst>
          <pc:docMk/>
          <pc:sldMk cId="3379929072" sldId="344"/>
        </pc:sldMkLst>
        <pc:spChg chg="mod">
          <ac:chgData name="Avinash Arun Chauhan" userId="S::avinash.chauhan@mahindrauniversity.edu.in::241b5f3e-36f4-4c61-9553-90e6a1c1b8a6" providerId="AD" clId="Web-{4CD59656-EB45-0DB4-47E2-3D26BF6B2697}" dt="2026-02-09T10:52:49.512" v="954" actId="20577"/>
          <ac:spMkLst>
            <pc:docMk/>
            <pc:sldMk cId="3379929072" sldId="344"/>
            <ac:spMk id="3" creationId="{712CE3DE-516D-536F-B692-856904E12035}"/>
          </ac:spMkLst>
        </pc:spChg>
      </pc:sldChg>
      <pc:sldChg chg="modSp">
        <pc:chgData name="Avinash Arun Chauhan" userId="S::avinash.chauhan@mahindrauniversity.edu.in::241b5f3e-36f4-4c61-9553-90e6a1c1b8a6" providerId="AD" clId="Web-{4CD59656-EB45-0DB4-47E2-3D26BF6B2697}" dt="2026-02-09T10:44:03.773" v="697" actId="20577"/>
        <pc:sldMkLst>
          <pc:docMk/>
          <pc:sldMk cId="111794783" sldId="351"/>
        </pc:sldMkLst>
        <pc:spChg chg="mod">
          <ac:chgData name="Avinash Arun Chauhan" userId="S::avinash.chauhan@mahindrauniversity.edu.in::241b5f3e-36f4-4c61-9553-90e6a1c1b8a6" providerId="AD" clId="Web-{4CD59656-EB45-0DB4-47E2-3D26BF6B2697}" dt="2026-02-09T10:44:03.773" v="697" actId="20577"/>
          <ac:spMkLst>
            <pc:docMk/>
            <pc:sldMk cId="111794783" sldId="351"/>
            <ac:spMk id="3" creationId="{712CE3DE-516D-536F-B692-856904E12035}"/>
          </ac:spMkLst>
        </pc:spChg>
      </pc:sldChg>
      <pc:sldChg chg="modSp">
        <pc:chgData name="Avinash Arun Chauhan" userId="S::avinash.chauhan@mahindrauniversity.edu.in::241b5f3e-36f4-4c61-9553-90e6a1c1b8a6" providerId="AD" clId="Web-{4CD59656-EB45-0DB4-47E2-3D26BF6B2697}" dt="2026-02-09T10:17:21.239" v="122" actId="20577"/>
        <pc:sldMkLst>
          <pc:docMk/>
          <pc:sldMk cId="2224388889" sldId="416"/>
        </pc:sldMkLst>
        <pc:spChg chg="mod">
          <ac:chgData name="Avinash Arun Chauhan" userId="S::avinash.chauhan@mahindrauniversity.edu.in::241b5f3e-36f4-4c61-9553-90e6a1c1b8a6" providerId="AD" clId="Web-{4CD59656-EB45-0DB4-47E2-3D26BF6B2697}" dt="2026-02-09T10:17:21.239" v="122" actId="20577"/>
          <ac:spMkLst>
            <pc:docMk/>
            <pc:sldMk cId="2224388889" sldId="416"/>
            <ac:spMk id="3" creationId="{C7BC167F-F08D-BCB5-B4C1-0A7101E0F3C9}"/>
          </ac:spMkLst>
        </pc:spChg>
      </pc:sldChg>
      <pc:sldChg chg="modSp">
        <pc:chgData name="Avinash Arun Chauhan" userId="S::avinash.chauhan@mahindrauniversity.edu.in::241b5f3e-36f4-4c61-9553-90e6a1c1b8a6" providerId="AD" clId="Web-{4CD59656-EB45-0DB4-47E2-3D26BF6B2697}" dt="2026-02-09T10:45:03.433" v="740" actId="20577"/>
        <pc:sldMkLst>
          <pc:docMk/>
          <pc:sldMk cId="4043396883" sldId="420"/>
        </pc:sldMkLst>
        <pc:spChg chg="mod">
          <ac:chgData name="Avinash Arun Chauhan" userId="S::avinash.chauhan@mahindrauniversity.edu.in::241b5f3e-36f4-4c61-9553-90e6a1c1b8a6" providerId="AD" clId="Web-{4CD59656-EB45-0DB4-47E2-3D26BF6B2697}" dt="2026-02-09T10:45:03.433" v="740" actId="20577"/>
          <ac:spMkLst>
            <pc:docMk/>
            <pc:sldMk cId="4043396883" sldId="420"/>
            <ac:spMk id="3" creationId="{354C2CBA-0E70-9F6A-8D88-DF96F04F9C3A}"/>
          </ac:spMkLst>
        </pc:spChg>
      </pc:sldChg>
      <pc:sldChg chg="modSp">
        <pc:chgData name="Avinash Arun Chauhan" userId="S::avinash.chauhan@mahindrauniversity.edu.in::241b5f3e-36f4-4c61-9553-90e6a1c1b8a6" providerId="AD" clId="Web-{4CD59656-EB45-0DB4-47E2-3D26BF6B2697}" dt="2026-02-09T10:46:00.874" v="837" actId="20577"/>
        <pc:sldMkLst>
          <pc:docMk/>
          <pc:sldMk cId="3168882179" sldId="421"/>
        </pc:sldMkLst>
        <pc:spChg chg="mod">
          <ac:chgData name="Avinash Arun Chauhan" userId="S::avinash.chauhan@mahindrauniversity.edu.in::241b5f3e-36f4-4c61-9553-90e6a1c1b8a6" providerId="AD" clId="Web-{4CD59656-EB45-0DB4-47E2-3D26BF6B2697}" dt="2026-02-09T10:46:00.874" v="837" actId="20577"/>
          <ac:spMkLst>
            <pc:docMk/>
            <pc:sldMk cId="3168882179" sldId="421"/>
            <ac:spMk id="3" creationId="{FA768C04-08C3-8BA7-1EA0-BD6ECCD4A488}"/>
          </ac:spMkLst>
        </pc:spChg>
      </pc:sldChg>
      <pc:sldChg chg="modSp">
        <pc:chgData name="Avinash Arun Chauhan" userId="S::avinash.chauhan@mahindrauniversity.edu.in::241b5f3e-36f4-4c61-9553-90e6a1c1b8a6" providerId="AD" clId="Web-{4CD59656-EB45-0DB4-47E2-3D26BF6B2697}" dt="2026-02-09T10:46:33.141" v="849" actId="20577"/>
        <pc:sldMkLst>
          <pc:docMk/>
          <pc:sldMk cId="2962369251" sldId="422"/>
        </pc:sldMkLst>
        <pc:spChg chg="mod">
          <ac:chgData name="Avinash Arun Chauhan" userId="S::avinash.chauhan@mahindrauniversity.edu.in::241b5f3e-36f4-4c61-9553-90e6a1c1b8a6" providerId="AD" clId="Web-{4CD59656-EB45-0DB4-47E2-3D26BF6B2697}" dt="2026-02-09T10:46:33.141" v="849" actId="20577"/>
          <ac:spMkLst>
            <pc:docMk/>
            <pc:sldMk cId="2962369251" sldId="422"/>
            <ac:spMk id="3" creationId="{18A59819-9C14-E9D1-EDC5-EF31E3F3624B}"/>
          </ac:spMkLst>
        </pc:spChg>
      </pc:sldChg>
      <pc:sldChg chg="modSp">
        <pc:chgData name="Avinash Arun Chauhan" userId="S::avinash.chauhan@mahindrauniversity.edu.in::241b5f3e-36f4-4c61-9553-90e6a1c1b8a6" providerId="AD" clId="Web-{4CD59656-EB45-0DB4-47E2-3D26BF6B2697}" dt="2026-02-09T10:21:52.527" v="158" actId="20577"/>
        <pc:sldMkLst>
          <pc:docMk/>
          <pc:sldMk cId="1533841355" sldId="426"/>
        </pc:sldMkLst>
        <pc:spChg chg="mod">
          <ac:chgData name="Avinash Arun Chauhan" userId="S::avinash.chauhan@mahindrauniversity.edu.in::241b5f3e-36f4-4c61-9553-90e6a1c1b8a6" providerId="AD" clId="Web-{4CD59656-EB45-0DB4-47E2-3D26BF6B2697}" dt="2026-02-09T10:21:52.527" v="158" actId="20577"/>
          <ac:spMkLst>
            <pc:docMk/>
            <pc:sldMk cId="1533841355" sldId="426"/>
            <ac:spMk id="3" creationId="{807A9B47-1DB8-3387-E849-1FA1E4DD8BA1}"/>
          </ac:spMkLst>
        </pc:spChg>
      </pc:sldChg>
      <pc:sldChg chg="modSp">
        <pc:chgData name="Avinash Arun Chauhan" userId="S::avinash.chauhan@mahindrauniversity.edu.in::241b5f3e-36f4-4c61-9553-90e6a1c1b8a6" providerId="AD" clId="Web-{4CD59656-EB45-0DB4-47E2-3D26BF6B2697}" dt="2026-02-09T10:27:22.348" v="318" actId="20577"/>
        <pc:sldMkLst>
          <pc:docMk/>
          <pc:sldMk cId="4149360407" sldId="427"/>
        </pc:sldMkLst>
        <pc:spChg chg="mod">
          <ac:chgData name="Avinash Arun Chauhan" userId="S::avinash.chauhan@mahindrauniversity.edu.in::241b5f3e-36f4-4c61-9553-90e6a1c1b8a6" providerId="AD" clId="Web-{4CD59656-EB45-0DB4-47E2-3D26BF6B2697}" dt="2026-02-09T10:27:22.348" v="318" actId="20577"/>
          <ac:spMkLst>
            <pc:docMk/>
            <pc:sldMk cId="4149360407" sldId="427"/>
            <ac:spMk id="3" creationId="{480E7CF4-A714-D2CA-38BA-80DB5E89181E}"/>
          </ac:spMkLst>
        </pc:spChg>
      </pc:sldChg>
      <pc:sldChg chg="modSp">
        <pc:chgData name="Avinash Arun Chauhan" userId="S::avinash.chauhan@mahindrauniversity.edu.in::241b5f3e-36f4-4c61-9553-90e6a1c1b8a6" providerId="AD" clId="Web-{4CD59656-EB45-0DB4-47E2-3D26BF6B2697}" dt="2026-02-09T10:27:59.131" v="367" actId="20577"/>
        <pc:sldMkLst>
          <pc:docMk/>
          <pc:sldMk cId="1106517050" sldId="428"/>
        </pc:sldMkLst>
        <pc:spChg chg="mod">
          <ac:chgData name="Avinash Arun Chauhan" userId="S::avinash.chauhan@mahindrauniversity.edu.in::241b5f3e-36f4-4c61-9553-90e6a1c1b8a6" providerId="AD" clId="Web-{4CD59656-EB45-0DB4-47E2-3D26BF6B2697}" dt="2026-02-09T10:27:59.131" v="367" actId="20577"/>
          <ac:spMkLst>
            <pc:docMk/>
            <pc:sldMk cId="1106517050" sldId="428"/>
            <ac:spMk id="3" creationId="{C341254F-92D7-D467-89EB-52BBDC38DC47}"/>
          </ac:spMkLst>
        </pc:spChg>
      </pc:sldChg>
      <pc:sldChg chg="modSp">
        <pc:chgData name="Avinash Arun Chauhan" userId="S::avinash.chauhan@mahindrauniversity.edu.in::241b5f3e-36f4-4c61-9553-90e6a1c1b8a6" providerId="AD" clId="Web-{4CD59656-EB45-0DB4-47E2-3D26BF6B2697}" dt="2026-02-09T10:51:27.071" v="900" actId="20577"/>
        <pc:sldMkLst>
          <pc:docMk/>
          <pc:sldMk cId="660463148" sldId="435"/>
        </pc:sldMkLst>
        <pc:spChg chg="mod">
          <ac:chgData name="Avinash Arun Chauhan" userId="S::avinash.chauhan@mahindrauniversity.edu.in::241b5f3e-36f4-4c61-9553-90e6a1c1b8a6" providerId="AD" clId="Web-{4CD59656-EB45-0DB4-47E2-3D26BF6B2697}" dt="2026-02-09T10:51:27.071" v="900" actId="20577"/>
          <ac:spMkLst>
            <pc:docMk/>
            <pc:sldMk cId="660463148" sldId="435"/>
            <ac:spMk id="10" creationId="{71FF9878-7C2A-6D17-21EF-439BE3336F0E}"/>
          </ac:spMkLst>
        </pc:spChg>
      </pc:sldChg>
      <pc:sldChg chg="modSp">
        <pc:chgData name="Avinash Arun Chauhan" userId="S::avinash.chauhan@mahindrauniversity.edu.in::241b5f3e-36f4-4c61-9553-90e6a1c1b8a6" providerId="AD" clId="Web-{4CD59656-EB45-0DB4-47E2-3D26BF6B2697}" dt="2026-02-09T10:41:29.113" v="641" actId="20577"/>
        <pc:sldMkLst>
          <pc:docMk/>
          <pc:sldMk cId="64068537" sldId="436"/>
        </pc:sldMkLst>
        <pc:spChg chg="mod">
          <ac:chgData name="Avinash Arun Chauhan" userId="S::avinash.chauhan@mahindrauniversity.edu.in::241b5f3e-36f4-4c61-9553-90e6a1c1b8a6" providerId="AD" clId="Web-{4CD59656-EB45-0DB4-47E2-3D26BF6B2697}" dt="2026-02-09T10:41:29.113" v="641" actId="20577"/>
          <ac:spMkLst>
            <pc:docMk/>
            <pc:sldMk cId="64068537" sldId="436"/>
            <ac:spMk id="3" creationId="{D7B8C687-486D-7099-D939-59464F5021BC}"/>
          </ac:spMkLst>
        </pc:spChg>
      </pc:sldChg>
      <pc:sldChg chg="modSp">
        <pc:chgData name="Avinash Arun Chauhan" userId="S::avinash.chauhan@mahindrauniversity.edu.in::241b5f3e-36f4-4c61-9553-90e6a1c1b8a6" providerId="AD" clId="Web-{4CD59656-EB45-0DB4-47E2-3D26BF6B2697}" dt="2026-02-09T10:41:59.301" v="651" actId="20577"/>
        <pc:sldMkLst>
          <pc:docMk/>
          <pc:sldMk cId="1725508161" sldId="437"/>
        </pc:sldMkLst>
        <pc:spChg chg="mod">
          <ac:chgData name="Avinash Arun Chauhan" userId="S::avinash.chauhan@mahindrauniversity.edu.in::241b5f3e-36f4-4c61-9553-90e6a1c1b8a6" providerId="AD" clId="Web-{4CD59656-EB45-0DB4-47E2-3D26BF6B2697}" dt="2026-02-09T10:41:59.301" v="651" actId="20577"/>
          <ac:spMkLst>
            <pc:docMk/>
            <pc:sldMk cId="1725508161" sldId="437"/>
            <ac:spMk id="3" creationId="{24928894-F09D-4425-B758-CB406694143C}"/>
          </ac:spMkLst>
        </pc:spChg>
      </pc:sldChg>
      <pc:sldChg chg="ord">
        <pc:chgData name="Avinash Arun Chauhan" userId="S::avinash.chauhan@mahindrauniversity.edu.in::241b5f3e-36f4-4c61-9553-90e6a1c1b8a6" providerId="AD" clId="Web-{4CD59656-EB45-0DB4-47E2-3D26BF6B2697}" dt="2026-02-09T10:31:14.608" v="552"/>
        <pc:sldMkLst>
          <pc:docMk/>
          <pc:sldMk cId="2756055843" sldId="438"/>
        </pc:sldMkLst>
      </pc:sldChg>
      <pc:sldChg chg="modSp">
        <pc:chgData name="Avinash Arun Chauhan" userId="S::avinash.chauhan@mahindrauniversity.edu.in::241b5f3e-36f4-4c61-9553-90e6a1c1b8a6" providerId="AD" clId="Web-{4CD59656-EB45-0DB4-47E2-3D26BF6B2697}" dt="2026-02-09T10:52:18.541" v="951" actId="20577"/>
        <pc:sldMkLst>
          <pc:docMk/>
          <pc:sldMk cId="2367249145" sldId="441"/>
        </pc:sldMkLst>
        <pc:spChg chg="mod">
          <ac:chgData name="Avinash Arun Chauhan" userId="S::avinash.chauhan@mahindrauniversity.edu.in::241b5f3e-36f4-4c61-9553-90e6a1c1b8a6" providerId="AD" clId="Web-{4CD59656-EB45-0DB4-47E2-3D26BF6B2697}" dt="2026-02-09T10:52:18.541" v="951" actId="20577"/>
          <ac:spMkLst>
            <pc:docMk/>
            <pc:sldMk cId="2367249145" sldId="441"/>
            <ac:spMk id="3" creationId="{E7DCC93D-5F1F-E370-F002-2D1182BA29FA}"/>
          </ac:spMkLst>
        </pc:spChg>
      </pc:sldChg>
      <pc:sldChg chg="modSp">
        <pc:chgData name="Avinash Arun Chauhan" userId="S::avinash.chauhan@mahindrauniversity.edu.in::241b5f3e-36f4-4c61-9553-90e6a1c1b8a6" providerId="AD" clId="Web-{4CD59656-EB45-0DB4-47E2-3D26BF6B2697}" dt="2026-02-09T10:35:07.067" v="603" actId="20577"/>
        <pc:sldMkLst>
          <pc:docMk/>
          <pc:sldMk cId="4125440568" sldId="444"/>
        </pc:sldMkLst>
        <pc:spChg chg="mod">
          <ac:chgData name="Avinash Arun Chauhan" userId="S::avinash.chauhan@mahindrauniversity.edu.in::241b5f3e-36f4-4c61-9553-90e6a1c1b8a6" providerId="AD" clId="Web-{4CD59656-EB45-0DB4-47E2-3D26BF6B2697}" dt="2026-02-09T10:35:07.067" v="603" actId="20577"/>
          <ac:spMkLst>
            <pc:docMk/>
            <pc:sldMk cId="4125440568" sldId="444"/>
            <ac:spMk id="3" creationId="{01DC4351-81B7-CC3E-F2C9-DE99752371F7}"/>
          </ac:spMkLst>
        </pc:spChg>
      </pc:sldChg>
      <pc:sldChg chg="modSp">
        <pc:chgData name="Avinash Arun Chauhan" userId="S::avinash.chauhan@mahindrauniversity.edu.in::241b5f3e-36f4-4c61-9553-90e6a1c1b8a6" providerId="AD" clId="Web-{4CD59656-EB45-0DB4-47E2-3D26BF6B2697}" dt="2026-02-09T10:19:13.937" v="154" actId="20577"/>
        <pc:sldMkLst>
          <pc:docMk/>
          <pc:sldMk cId="2383946440" sldId="448"/>
        </pc:sldMkLst>
        <pc:spChg chg="mod">
          <ac:chgData name="Avinash Arun Chauhan" userId="S::avinash.chauhan@mahindrauniversity.edu.in::241b5f3e-36f4-4c61-9553-90e6a1c1b8a6" providerId="AD" clId="Web-{4CD59656-EB45-0DB4-47E2-3D26BF6B2697}" dt="2026-02-09T10:19:13.937" v="154" actId="20577"/>
          <ac:spMkLst>
            <pc:docMk/>
            <pc:sldMk cId="2383946440" sldId="448"/>
            <ac:spMk id="3" creationId="{1FB7ACFA-B7AE-680E-EE82-811DEEF019A9}"/>
          </ac:spMkLst>
        </pc:spChg>
      </pc:sldChg>
      <pc:sldChg chg="modSp add replId">
        <pc:chgData name="Avinash Arun Chauhan" userId="S::avinash.chauhan@mahindrauniversity.edu.in::241b5f3e-36f4-4c61-9553-90e6a1c1b8a6" providerId="AD" clId="Web-{4CD59656-EB45-0DB4-47E2-3D26BF6B2697}" dt="2026-02-09T10:31:06.639" v="551" actId="20577"/>
        <pc:sldMkLst>
          <pc:docMk/>
          <pc:sldMk cId="2878920530" sldId="449"/>
        </pc:sldMkLst>
        <pc:spChg chg="mod">
          <ac:chgData name="Avinash Arun Chauhan" userId="S::avinash.chauhan@mahindrauniversity.edu.in::241b5f3e-36f4-4c61-9553-90e6a1c1b8a6" providerId="AD" clId="Web-{4CD59656-EB45-0DB4-47E2-3D26BF6B2697}" dt="2026-02-09T10:29:05.666" v="395" actId="20577"/>
          <ac:spMkLst>
            <pc:docMk/>
            <pc:sldMk cId="2878920530" sldId="449"/>
            <ac:spMk id="2" creationId="{86995C94-1200-5572-2D77-0CBE1F7D2670}"/>
          </ac:spMkLst>
        </pc:spChg>
        <pc:spChg chg="mod">
          <ac:chgData name="Avinash Arun Chauhan" userId="S::avinash.chauhan@mahindrauniversity.edu.in::241b5f3e-36f4-4c61-9553-90e6a1c1b8a6" providerId="AD" clId="Web-{4CD59656-EB45-0DB4-47E2-3D26BF6B2697}" dt="2026-02-09T10:31:06.639" v="551" actId="20577"/>
          <ac:spMkLst>
            <pc:docMk/>
            <pc:sldMk cId="2878920530" sldId="449"/>
            <ac:spMk id="3" creationId="{AAC12D49-03A2-104E-DE88-461F7DF1D2AA}"/>
          </ac:spMkLst>
        </pc:spChg>
      </pc:sldChg>
    </pc:docChg>
  </pc:docChgLst>
  <pc:docChgLst>
    <pc:chgData name="Avinash Arun Chauhan" userId="S::avinash.chauhan@mahindrauniversity.edu.in::241b5f3e-36f4-4c61-9553-90e6a1c1b8a6" providerId="AD" clId="Web-{B9D806DA-1A02-AD04-DA3E-463B7FC48732}"/>
    <pc:docChg chg="addSld delSld modSld">
      <pc:chgData name="Avinash Arun Chauhan" userId="S::avinash.chauhan@mahindrauniversity.edu.in::241b5f3e-36f4-4c61-9553-90e6a1c1b8a6" providerId="AD" clId="Web-{B9D806DA-1A02-AD04-DA3E-463B7FC48732}" dt="2026-02-08T15:08:04.726" v="487"/>
      <pc:docMkLst>
        <pc:docMk/>
      </pc:docMkLst>
      <pc:sldChg chg="modSp">
        <pc:chgData name="Avinash Arun Chauhan" userId="S::avinash.chauhan@mahindrauniversity.edu.in::241b5f3e-36f4-4c61-9553-90e6a1c1b8a6" providerId="AD" clId="Web-{B9D806DA-1A02-AD04-DA3E-463B7FC48732}" dt="2026-02-08T15:07:00.805" v="484" actId="20577"/>
        <pc:sldMkLst>
          <pc:docMk/>
          <pc:sldMk cId="111794783" sldId="351"/>
        </pc:sldMkLst>
        <pc:spChg chg="mod">
          <ac:chgData name="Avinash Arun Chauhan" userId="S::avinash.chauhan@mahindrauniversity.edu.in::241b5f3e-36f4-4c61-9553-90e6a1c1b8a6" providerId="AD" clId="Web-{B9D806DA-1A02-AD04-DA3E-463B7FC48732}" dt="2026-02-08T15:07:00.805" v="484" actId="20577"/>
          <ac:spMkLst>
            <pc:docMk/>
            <pc:sldMk cId="111794783" sldId="351"/>
            <ac:spMk id="3" creationId="{712CE3DE-516D-536F-B692-856904E12035}"/>
          </ac:spMkLst>
        </pc:spChg>
      </pc:sldChg>
      <pc:sldChg chg="modSp">
        <pc:chgData name="Avinash Arun Chauhan" userId="S::avinash.chauhan@mahindrauniversity.edu.in::241b5f3e-36f4-4c61-9553-90e6a1c1b8a6" providerId="AD" clId="Web-{B9D806DA-1A02-AD04-DA3E-463B7FC48732}" dt="2026-02-08T15:06:06.367" v="480" actId="20577"/>
        <pc:sldMkLst>
          <pc:docMk/>
          <pc:sldMk cId="4125440568" sldId="444"/>
        </pc:sldMkLst>
        <pc:spChg chg="mod">
          <ac:chgData name="Avinash Arun Chauhan" userId="S::avinash.chauhan@mahindrauniversity.edu.in::241b5f3e-36f4-4c61-9553-90e6a1c1b8a6" providerId="AD" clId="Web-{B9D806DA-1A02-AD04-DA3E-463B7FC48732}" dt="2026-02-08T15:06:06.367" v="480" actId="20577"/>
          <ac:spMkLst>
            <pc:docMk/>
            <pc:sldMk cId="4125440568" sldId="444"/>
            <ac:spMk id="3" creationId="{01DC4351-81B7-CC3E-F2C9-DE99752371F7}"/>
          </ac:spMkLst>
        </pc:spChg>
      </pc:sldChg>
      <pc:sldChg chg="modSp add replId">
        <pc:chgData name="Avinash Arun Chauhan" userId="S::avinash.chauhan@mahindrauniversity.edu.in::241b5f3e-36f4-4c61-9553-90e6a1c1b8a6" providerId="AD" clId="Web-{B9D806DA-1A02-AD04-DA3E-463B7FC48732}" dt="2026-02-08T15:05:20.899" v="455" actId="20577"/>
        <pc:sldMkLst>
          <pc:docMk/>
          <pc:sldMk cId="2383946440" sldId="448"/>
        </pc:sldMkLst>
        <pc:spChg chg="mod">
          <ac:chgData name="Avinash Arun Chauhan" userId="S::avinash.chauhan@mahindrauniversity.edu.in::241b5f3e-36f4-4c61-9553-90e6a1c1b8a6" providerId="AD" clId="Web-{B9D806DA-1A02-AD04-DA3E-463B7FC48732}" dt="2026-02-08T15:05:20.899" v="455" actId="20577"/>
          <ac:spMkLst>
            <pc:docMk/>
            <pc:sldMk cId="2383946440" sldId="448"/>
            <ac:spMk id="2" creationId="{C7DC4371-3A36-0633-EA83-5DE614C76D50}"/>
          </ac:spMkLst>
        </pc:spChg>
        <pc:spChg chg="mod">
          <ac:chgData name="Avinash Arun Chauhan" userId="S::avinash.chauhan@mahindrauniversity.edu.in::241b5f3e-36f4-4c61-9553-90e6a1c1b8a6" providerId="AD" clId="Web-{B9D806DA-1A02-AD04-DA3E-463B7FC48732}" dt="2026-02-08T15:01:34.197" v="427" actId="20577"/>
          <ac:spMkLst>
            <pc:docMk/>
            <pc:sldMk cId="2383946440" sldId="448"/>
            <ac:spMk id="3" creationId="{1FB7ACFA-B7AE-680E-EE82-811DEEF019A9}"/>
          </ac:spMkLst>
        </pc:spChg>
      </pc:sldChg>
    </pc:docChg>
  </pc:docChgLst>
  <pc:docChgLst>
    <pc:chgData name="Avinash Arun Chauhan" userId="S::avinash.chauhan@mahindrauniversity.edu.in::241b5f3e-36f4-4c61-9553-90e6a1c1b8a6" providerId="AD" clId="Web-{31EA0CA3-2E89-B2DB-00FB-6DBC7A4AD6E1}"/>
    <pc:docChg chg="modSld">
      <pc:chgData name="Avinash Arun Chauhan" userId="S::avinash.chauhan@mahindrauniversity.edu.in::241b5f3e-36f4-4c61-9553-90e6a1c1b8a6" providerId="AD" clId="Web-{31EA0CA3-2E89-B2DB-00FB-6DBC7A4AD6E1}" dt="2026-02-03T11:19:10.585" v="18" actId="20577"/>
      <pc:docMkLst>
        <pc:docMk/>
      </pc:docMkLst>
      <pc:sldChg chg="modSp">
        <pc:chgData name="Avinash Arun Chauhan" userId="S::avinash.chauhan@mahindrauniversity.edu.in::241b5f3e-36f4-4c61-9553-90e6a1c1b8a6" providerId="AD" clId="Web-{31EA0CA3-2E89-B2DB-00FB-6DBC7A4AD6E1}" dt="2026-02-03T11:19:10.585" v="18" actId="20577"/>
        <pc:sldMkLst>
          <pc:docMk/>
          <pc:sldMk cId="2802681030" sldId="425"/>
        </pc:sldMkLst>
        <pc:spChg chg="mod">
          <ac:chgData name="Avinash Arun Chauhan" userId="S::avinash.chauhan@mahindrauniversity.edu.in::241b5f3e-36f4-4c61-9553-90e6a1c1b8a6" providerId="AD" clId="Web-{31EA0CA3-2E89-B2DB-00FB-6DBC7A4AD6E1}" dt="2026-02-03T11:19:10.585" v="18" actId="20577"/>
          <ac:spMkLst>
            <pc:docMk/>
            <pc:sldMk cId="2802681030" sldId="425"/>
            <ac:spMk id="3" creationId="{5F1B5996-8BAC-958F-3C6A-8DE33772D6E7}"/>
          </ac:spMkLst>
        </pc:spChg>
      </pc:sldChg>
    </pc:docChg>
  </pc:docChgLst>
  <pc:docChgLst>
    <pc:chgData name="Avinash Arun Chauhan" userId="S::avinash.chauhan@mahindrauniversity.edu.in::241b5f3e-36f4-4c61-9553-90e6a1c1b8a6" providerId="AD" clId="Web-{F1EBDEF5-EED8-57D2-FE79-7401553B5ABC}"/>
    <pc:docChg chg="modSld">
      <pc:chgData name="Avinash Arun Chauhan" userId="S::avinash.chauhan@mahindrauniversity.edu.in::241b5f3e-36f4-4c61-9553-90e6a1c1b8a6" providerId="AD" clId="Web-{F1EBDEF5-EED8-57D2-FE79-7401553B5ABC}" dt="2026-02-10T10:34:45.327" v="142" actId="1076"/>
      <pc:docMkLst>
        <pc:docMk/>
      </pc:docMkLst>
      <pc:sldChg chg="modSp">
        <pc:chgData name="Avinash Arun Chauhan" userId="S::avinash.chauhan@mahindrauniversity.edu.in::241b5f3e-36f4-4c61-9553-90e6a1c1b8a6" providerId="AD" clId="Web-{F1EBDEF5-EED8-57D2-FE79-7401553B5ABC}" dt="2026-02-10T10:33:33.654" v="113" actId="20577"/>
        <pc:sldMkLst>
          <pc:docMk/>
          <pc:sldMk cId="3168882179" sldId="421"/>
        </pc:sldMkLst>
        <pc:spChg chg="mod">
          <ac:chgData name="Avinash Arun Chauhan" userId="S::avinash.chauhan@mahindrauniversity.edu.in::241b5f3e-36f4-4c61-9553-90e6a1c1b8a6" providerId="AD" clId="Web-{F1EBDEF5-EED8-57D2-FE79-7401553B5ABC}" dt="2026-02-10T10:33:33.654" v="113" actId="20577"/>
          <ac:spMkLst>
            <pc:docMk/>
            <pc:sldMk cId="3168882179" sldId="421"/>
            <ac:spMk id="3" creationId="{FA768C04-08C3-8BA7-1EA0-BD6ECCD4A488}"/>
          </ac:spMkLst>
        </pc:spChg>
      </pc:sldChg>
      <pc:sldChg chg="modSp">
        <pc:chgData name="Avinash Arun Chauhan" userId="S::avinash.chauhan@mahindrauniversity.edu.in::241b5f3e-36f4-4c61-9553-90e6a1c1b8a6" providerId="AD" clId="Web-{F1EBDEF5-EED8-57D2-FE79-7401553B5ABC}" dt="2026-02-10T10:34:11.451" v="127" actId="20577"/>
        <pc:sldMkLst>
          <pc:docMk/>
          <pc:sldMk cId="2962369251" sldId="422"/>
        </pc:sldMkLst>
        <pc:spChg chg="mod">
          <ac:chgData name="Avinash Arun Chauhan" userId="S::avinash.chauhan@mahindrauniversity.edu.in::241b5f3e-36f4-4c61-9553-90e6a1c1b8a6" providerId="AD" clId="Web-{F1EBDEF5-EED8-57D2-FE79-7401553B5ABC}" dt="2026-02-10T10:34:11.451" v="127" actId="20577"/>
          <ac:spMkLst>
            <pc:docMk/>
            <pc:sldMk cId="2962369251" sldId="422"/>
            <ac:spMk id="3" creationId="{18A59819-9C14-E9D1-EDC5-EF31E3F3624B}"/>
          </ac:spMkLst>
        </pc:spChg>
      </pc:sldChg>
      <pc:sldChg chg="modSp">
        <pc:chgData name="Avinash Arun Chauhan" userId="S::avinash.chauhan@mahindrauniversity.edu.in::241b5f3e-36f4-4c61-9553-90e6a1c1b8a6" providerId="AD" clId="Web-{F1EBDEF5-EED8-57D2-FE79-7401553B5ABC}" dt="2026-02-10T10:20:34.980" v="0" actId="20577"/>
        <pc:sldMkLst>
          <pc:docMk/>
          <pc:sldMk cId="1285345284" sldId="430"/>
        </pc:sldMkLst>
        <pc:spChg chg="mod">
          <ac:chgData name="Avinash Arun Chauhan" userId="S::avinash.chauhan@mahindrauniversity.edu.in::241b5f3e-36f4-4c61-9553-90e6a1c1b8a6" providerId="AD" clId="Web-{F1EBDEF5-EED8-57D2-FE79-7401553B5ABC}" dt="2026-02-10T10:20:34.980" v="0" actId="20577"/>
          <ac:spMkLst>
            <pc:docMk/>
            <pc:sldMk cId="1285345284" sldId="430"/>
            <ac:spMk id="3" creationId="{A4384D0A-D247-EF2A-89FA-B42C13F0DECE}"/>
          </ac:spMkLst>
        </pc:spChg>
      </pc:sldChg>
      <pc:sldChg chg="modSp">
        <pc:chgData name="Avinash Arun Chauhan" userId="S::avinash.chauhan@mahindrauniversity.edu.in::241b5f3e-36f4-4c61-9553-90e6a1c1b8a6" providerId="AD" clId="Web-{F1EBDEF5-EED8-57D2-FE79-7401553B5ABC}" dt="2026-02-10T10:34:45.327" v="142" actId="1076"/>
        <pc:sldMkLst>
          <pc:docMk/>
          <pc:sldMk cId="642281423" sldId="432"/>
        </pc:sldMkLst>
        <pc:spChg chg="mod">
          <ac:chgData name="Avinash Arun Chauhan" userId="S::avinash.chauhan@mahindrauniversity.edu.in::241b5f3e-36f4-4c61-9553-90e6a1c1b8a6" providerId="AD" clId="Web-{F1EBDEF5-EED8-57D2-FE79-7401553B5ABC}" dt="2026-02-10T10:34:37.795" v="141" actId="20577"/>
          <ac:spMkLst>
            <pc:docMk/>
            <pc:sldMk cId="642281423" sldId="432"/>
            <ac:spMk id="3" creationId="{2B4C8F19-813F-1F26-E8C9-DE5B8CF327EE}"/>
          </ac:spMkLst>
        </pc:spChg>
        <pc:picChg chg="mod">
          <ac:chgData name="Avinash Arun Chauhan" userId="S::avinash.chauhan@mahindrauniversity.edu.in::241b5f3e-36f4-4c61-9553-90e6a1c1b8a6" providerId="AD" clId="Web-{F1EBDEF5-EED8-57D2-FE79-7401553B5ABC}" dt="2026-02-10T10:34:45.327" v="142" actId="1076"/>
          <ac:picMkLst>
            <pc:docMk/>
            <pc:sldMk cId="642281423" sldId="432"/>
            <ac:picMk id="4" creationId="{1B9E3364-A5EE-A480-0932-E9A460172B27}"/>
          </ac:picMkLst>
        </pc:picChg>
      </pc:sldChg>
      <pc:sldChg chg="modSp">
        <pc:chgData name="Avinash Arun Chauhan" userId="S::avinash.chauhan@mahindrauniversity.edu.in::241b5f3e-36f4-4c61-9553-90e6a1c1b8a6" providerId="AD" clId="Web-{F1EBDEF5-EED8-57D2-FE79-7401553B5ABC}" dt="2026-02-10T10:25:10.904" v="29" actId="20577"/>
        <pc:sldMkLst>
          <pc:docMk/>
          <pc:sldMk cId="4155084074" sldId="439"/>
        </pc:sldMkLst>
        <pc:spChg chg="mod">
          <ac:chgData name="Avinash Arun Chauhan" userId="S::avinash.chauhan@mahindrauniversity.edu.in::241b5f3e-36f4-4c61-9553-90e6a1c1b8a6" providerId="AD" clId="Web-{F1EBDEF5-EED8-57D2-FE79-7401553B5ABC}" dt="2026-02-10T10:25:10.904" v="29" actId="20577"/>
          <ac:spMkLst>
            <pc:docMk/>
            <pc:sldMk cId="4155084074" sldId="439"/>
            <ac:spMk id="3" creationId="{E23680F8-0789-AD57-E393-D4501E51B34F}"/>
          </ac:spMkLst>
        </pc:spChg>
      </pc:sldChg>
      <pc:sldChg chg="modSp">
        <pc:chgData name="Avinash Arun Chauhan" userId="S::avinash.chauhan@mahindrauniversity.edu.in::241b5f3e-36f4-4c61-9553-90e6a1c1b8a6" providerId="AD" clId="Web-{F1EBDEF5-EED8-57D2-FE79-7401553B5ABC}" dt="2026-02-10T10:24:38.201" v="12" actId="20577"/>
        <pc:sldMkLst>
          <pc:docMk/>
          <pc:sldMk cId="2878920530" sldId="449"/>
        </pc:sldMkLst>
        <pc:spChg chg="mod">
          <ac:chgData name="Avinash Arun Chauhan" userId="S::avinash.chauhan@mahindrauniversity.edu.in::241b5f3e-36f4-4c61-9553-90e6a1c1b8a6" providerId="AD" clId="Web-{F1EBDEF5-EED8-57D2-FE79-7401553B5ABC}" dt="2026-02-10T10:24:38.201" v="12" actId="20577"/>
          <ac:spMkLst>
            <pc:docMk/>
            <pc:sldMk cId="2878920530" sldId="449"/>
            <ac:spMk id="3" creationId="{AAC12D49-03A2-104E-DE88-461F7DF1D2AA}"/>
          </ac:spMkLst>
        </pc:spChg>
      </pc:sldChg>
    </pc:docChg>
  </pc:docChgLst>
  <pc:docChgLst>
    <pc:chgData name="Avinash Arun Chauhan" userId="S::avinash.chauhan@mahindrauniversity.edu.in::241b5f3e-36f4-4c61-9553-90e6a1c1b8a6" providerId="AD" clId="Web-{D1A5DFAF-F381-94E6-9A15-D9B39F3095C6}"/>
    <pc:docChg chg="addSld delSld modSld sldOrd">
      <pc:chgData name="Avinash Arun Chauhan" userId="S::avinash.chauhan@mahindrauniversity.edu.in::241b5f3e-36f4-4c61-9553-90e6a1c1b8a6" providerId="AD" clId="Web-{D1A5DFAF-F381-94E6-9A15-D9B39F3095C6}" dt="2026-02-06T06:34:49.103" v="563" actId="20577"/>
      <pc:docMkLst>
        <pc:docMk/>
      </pc:docMkLst>
      <pc:sldChg chg="modSp">
        <pc:chgData name="Avinash Arun Chauhan" userId="S::avinash.chauhan@mahindrauniversity.edu.in::241b5f3e-36f4-4c61-9553-90e6a1c1b8a6" providerId="AD" clId="Web-{D1A5DFAF-F381-94E6-9A15-D9B39F3095C6}" dt="2026-02-06T06:11:38.846" v="5" actId="20577"/>
        <pc:sldMkLst>
          <pc:docMk/>
          <pc:sldMk cId="3662289297" sldId="343"/>
        </pc:sldMkLst>
        <pc:spChg chg="mod">
          <ac:chgData name="Avinash Arun Chauhan" userId="S::avinash.chauhan@mahindrauniversity.edu.in::241b5f3e-36f4-4c61-9553-90e6a1c1b8a6" providerId="AD" clId="Web-{D1A5DFAF-F381-94E6-9A15-D9B39F3095C6}" dt="2026-02-06T06:11:38.846" v="5" actId="20577"/>
          <ac:spMkLst>
            <pc:docMk/>
            <pc:sldMk cId="3662289297" sldId="343"/>
            <ac:spMk id="3" creationId="{712CE3DE-516D-536F-B692-856904E12035}"/>
          </ac:spMkLst>
        </pc:spChg>
      </pc:sldChg>
      <pc:sldChg chg="ord">
        <pc:chgData name="Avinash Arun Chauhan" userId="S::avinash.chauhan@mahindrauniversity.edu.in::241b5f3e-36f4-4c61-9553-90e6a1c1b8a6" providerId="AD" clId="Web-{D1A5DFAF-F381-94E6-9A15-D9B39F3095C6}" dt="2026-02-06T06:32:20.221" v="539"/>
        <pc:sldMkLst>
          <pc:docMk/>
          <pc:sldMk cId="3379929072" sldId="344"/>
        </pc:sldMkLst>
      </pc:sldChg>
      <pc:sldChg chg="add del">
        <pc:chgData name="Avinash Arun Chauhan" userId="S::avinash.chauhan@mahindrauniversity.edu.in::241b5f3e-36f4-4c61-9553-90e6a1c1b8a6" providerId="AD" clId="Web-{D1A5DFAF-F381-94E6-9A15-D9B39F3095C6}" dt="2026-02-06T06:33:39.709" v="553"/>
        <pc:sldMkLst>
          <pc:docMk/>
          <pc:sldMk cId="1050131186" sldId="346"/>
        </pc:sldMkLst>
      </pc:sldChg>
      <pc:sldChg chg="add del">
        <pc:chgData name="Avinash Arun Chauhan" userId="S::avinash.chauhan@mahindrauniversity.edu.in::241b5f3e-36f4-4c61-9553-90e6a1c1b8a6" providerId="AD" clId="Web-{D1A5DFAF-F381-94E6-9A15-D9B39F3095C6}" dt="2026-02-06T06:33:39.912" v="556"/>
        <pc:sldMkLst>
          <pc:docMk/>
          <pc:sldMk cId="111794783" sldId="351"/>
        </pc:sldMkLst>
      </pc:sldChg>
      <pc:sldChg chg="modSp">
        <pc:chgData name="Avinash Arun Chauhan" userId="S::avinash.chauhan@mahindrauniversity.edu.in::241b5f3e-36f4-4c61-9553-90e6a1c1b8a6" providerId="AD" clId="Web-{D1A5DFAF-F381-94E6-9A15-D9B39F3095C6}" dt="2026-02-06T06:21:39.649" v="193" actId="20577"/>
        <pc:sldMkLst>
          <pc:docMk/>
          <pc:sldMk cId="3125990423" sldId="374"/>
        </pc:sldMkLst>
        <pc:spChg chg="mod">
          <ac:chgData name="Avinash Arun Chauhan" userId="S::avinash.chauhan@mahindrauniversity.edu.in::241b5f3e-36f4-4c61-9553-90e6a1c1b8a6" providerId="AD" clId="Web-{D1A5DFAF-F381-94E6-9A15-D9B39F3095C6}" dt="2026-02-06T06:21:39.649" v="193" actId="20577"/>
          <ac:spMkLst>
            <pc:docMk/>
            <pc:sldMk cId="3125990423" sldId="374"/>
            <ac:spMk id="3" creationId="{CBC72A3F-02B0-5669-7582-61D85199CAB5}"/>
          </ac:spMkLst>
        </pc:spChg>
      </pc:sldChg>
      <pc:sldChg chg="add del">
        <pc:chgData name="Avinash Arun Chauhan" userId="S::avinash.chauhan@mahindrauniversity.edu.in::241b5f3e-36f4-4c61-9553-90e6a1c1b8a6" providerId="AD" clId="Web-{D1A5DFAF-F381-94E6-9A15-D9B39F3095C6}" dt="2026-02-06T06:33:39.787" v="554"/>
        <pc:sldMkLst>
          <pc:docMk/>
          <pc:sldMk cId="3407660478" sldId="381"/>
        </pc:sldMkLst>
      </pc:sldChg>
      <pc:sldChg chg="modSp">
        <pc:chgData name="Avinash Arun Chauhan" userId="S::avinash.chauhan@mahindrauniversity.edu.in::241b5f3e-36f4-4c61-9553-90e6a1c1b8a6" providerId="AD" clId="Web-{D1A5DFAF-F381-94E6-9A15-D9B39F3095C6}" dt="2026-02-06T06:13:18.066" v="32" actId="20577"/>
        <pc:sldMkLst>
          <pc:docMk/>
          <pc:sldMk cId="2224388889" sldId="416"/>
        </pc:sldMkLst>
        <pc:spChg chg="mod">
          <ac:chgData name="Avinash Arun Chauhan" userId="S::avinash.chauhan@mahindrauniversity.edu.in::241b5f3e-36f4-4c61-9553-90e6a1c1b8a6" providerId="AD" clId="Web-{D1A5DFAF-F381-94E6-9A15-D9B39F3095C6}" dt="2026-02-06T06:13:18.066" v="32" actId="20577"/>
          <ac:spMkLst>
            <pc:docMk/>
            <pc:sldMk cId="2224388889" sldId="416"/>
            <ac:spMk id="3" creationId="{C7BC167F-F08D-BCB5-B4C1-0A7101E0F3C9}"/>
          </ac:spMkLst>
        </pc:spChg>
      </pc:sldChg>
      <pc:sldChg chg="add del">
        <pc:chgData name="Avinash Arun Chauhan" userId="S::avinash.chauhan@mahindrauniversity.edu.in::241b5f3e-36f4-4c61-9553-90e6a1c1b8a6" providerId="AD" clId="Web-{D1A5DFAF-F381-94E6-9A15-D9B39F3095C6}" dt="2026-02-06T06:33:39.975" v="557"/>
        <pc:sldMkLst>
          <pc:docMk/>
          <pc:sldMk cId="4043396883" sldId="420"/>
        </pc:sldMkLst>
      </pc:sldChg>
      <pc:sldChg chg="add del">
        <pc:chgData name="Avinash Arun Chauhan" userId="S::avinash.chauhan@mahindrauniversity.edu.in::241b5f3e-36f4-4c61-9553-90e6a1c1b8a6" providerId="AD" clId="Web-{D1A5DFAF-F381-94E6-9A15-D9B39F3095C6}" dt="2026-02-06T06:33:40.006" v="558"/>
        <pc:sldMkLst>
          <pc:docMk/>
          <pc:sldMk cId="3168882179" sldId="421"/>
        </pc:sldMkLst>
      </pc:sldChg>
      <pc:sldChg chg="add del">
        <pc:chgData name="Avinash Arun Chauhan" userId="S::avinash.chauhan@mahindrauniversity.edu.in::241b5f3e-36f4-4c61-9553-90e6a1c1b8a6" providerId="AD" clId="Web-{D1A5DFAF-F381-94E6-9A15-D9B39F3095C6}" dt="2026-02-06T06:33:40.053" v="559"/>
        <pc:sldMkLst>
          <pc:docMk/>
          <pc:sldMk cId="2962369251" sldId="422"/>
        </pc:sldMkLst>
      </pc:sldChg>
      <pc:sldChg chg="add del">
        <pc:chgData name="Avinash Arun Chauhan" userId="S::avinash.chauhan@mahindrauniversity.edu.in::241b5f3e-36f4-4c61-9553-90e6a1c1b8a6" providerId="AD" clId="Web-{D1A5DFAF-F381-94E6-9A15-D9B39F3095C6}" dt="2026-02-06T06:33:40.116" v="560"/>
        <pc:sldMkLst>
          <pc:docMk/>
          <pc:sldMk cId="2702704385" sldId="423"/>
        </pc:sldMkLst>
      </pc:sldChg>
      <pc:sldChg chg="modSp">
        <pc:chgData name="Avinash Arun Chauhan" userId="S::avinash.chauhan@mahindrauniversity.edu.in::241b5f3e-36f4-4c61-9553-90e6a1c1b8a6" providerId="AD" clId="Web-{D1A5DFAF-F381-94E6-9A15-D9B39F3095C6}" dt="2026-02-06T06:14:37.941" v="37" actId="14100"/>
        <pc:sldMkLst>
          <pc:docMk/>
          <pc:sldMk cId="2802681030" sldId="425"/>
        </pc:sldMkLst>
        <pc:picChg chg="mod modCrop">
          <ac:chgData name="Avinash Arun Chauhan" userId="S::avinash.chauhan@mahindrauniversity.edu.in::241b5f3e-36f4-4c61-9553-90e6a1c1b8a6" providerId="AD" clId="Web-{D1A5DFAF-F381-94E6-9A15-D9B39F3095C6}" dt="2026-02-06T06:14:37.941" v="37" actId="14100"/>
          <ac:picMkLst>
            <pc:docMk/>
            <pc:sldMk cId="2802681030" sldId="425"/>
            <ac:picMk id="4" creationId="{B0495E95-B2EA-C109-D74F-DFC74E966920}"/>
          </ac:picMkLst>
        </pc:picChg>
      </pc:sldChg>
      <pc:sldChg chg="modSp ord">
        <pc:chgData name="Avinash Arun Chauhan" userId="S::avinash.chauhan@mahindrauniversity.edu.in::241b5f3e-36f4-4c61-9553-90e6a1c1b8a6" providerId="AD" clId="Web-{D1A5DFAF-F381-94E6-9A15-D9B39F3095C6}" dt="2026-02-06T06:28:41.701" v="455" actId="1076"/>
        <pc:sldMkLst>
          <pc:docMk/>
          <pc:sldMk cId="3049280400" sldId="431"/>
        </pc:sldMkLst>
        <pc:spChg chg="mod">
          <ac:chgData name="Avinash Arun Chauhan" userId="S::avinash.chauhan@mahindrauniversity.edu.in::241b5f3e-36f4-4c61-9553-90e6a1c1b8a6" providerId="AD" clId="Web-{D1A5DFAF-F381-94E6-9A15-D9B39F3095C6}" dt="2026-02-06T06:28:36.498" v="454" actId="20577"/>
          <ac:spMkLst>
            <pc:docMk/>
            <pc:sldMk cId="3049280400" sldId="431"/>
            <ac:spMk id="3" creationId="{6595BB9C-D20A-CF4C-C5FA-345DBED57582}"/>
          </ac:spMkLst>
        </pc:spChg>
        <pc:spChg chg="mod">
          <ac:chgData name="Avinash Arun Chauhan" userId="S::avinash.chauhan@mahindrauniversity.edu.in::241b5f3e-36f4-4c61-9553-90e6a1c1b8a6" providerId="AD" clId="Web-{D1A5DFAF-F381-94E6-9A15-D9B39F3095C6}" dt="2026-02-06T06:28:41.701" v="455" actId="1076"/>
          <ac:spMkLst>
            <pc:docMk/>
            <pc:sldMk cId="3049280400" sldId="431"/>
            <ac:spMk id="4" creationId="{93925069-116B-A26A-4038-A0F91AE2651D}"/>
          </ac:spMkLst>
        </pc:spChg>
      </pc:sldChg>
      <pc:sldChg chg="ord">
        <pc:chgData name="Avinash Arun Chauhan" userId="S::avinash.chauhan@mahindrauniversity.edu.in::241b5f3e-36f4-4c61-9553-90e6a1c1b8a6" providerId="AD" clId="Web-{D1A5DFAF-F381-94E6-9A15-D9B39F3095C6}" dt="2026-02-06T06:34:20.555" v="561"/>
        <pc:sldMkLst>
          <pc:docMk/>
          <pc:sldMk cId="660463148" sldId="435"/>
        </pc:sldMkLst>
      </pc:sldChg>
      <pc:sldChg chg="add del">
        <pc:chgData name="Avinash Arun Chauhan" userId="S::avinash.chauhan@mahindrauniversity.edu.in::241b5f3e-36f4-4c61-9553-90e6a1c1b8a6" providerId="AD" clId="Web-{D1A5DFAF-F381-94E6-9A15-D9B39F3095C6}" dt="2026-02-06T06:33:39.584" v="551"/>
        <pc:sldMkLst>
          <pc:docMk/>
          <pc:sldMk cId="64068537" sldId="436"/>
        </pc:sldMkLst>
      </pc:sldChg>
      <pc:sldChg chg="add del">
        <pc:chgData name="Avinash Arun Chauhan" userId="S::avinash.chauhan@mahindrauniversity.edu.in::241b5f3e-36f4-4c61-9553-90e6a1c1b8a6" providerId="AD" clId="Web-{D1A5DFAF-F381-94E6-9A15-D9B39F3095C6}" dt="2026-02-06T06:33:39.647" v="552"/>
        <pc:sldMkLst>
          <pc:docMk/>
          <pc:sldMk cId="1725508161" sldId="437"/>
        </pc:sldMkLst>
      </pc:sldChg>
      <pc:sldChg chg="modSp">
        <pc:chgData name="Avinash Arun Chauhan" userId="S::avinash.chauhan@mahindrauniversity.edu.in::241b5f3e-36f4-4c61-9553-90e6a1c1b8a6" providerId="AD" clId="Web-{D1A5DFAF-F381-94E6-9A15-D9B39F3095C6}" dt="2026-02-06T06:16:44.713" v="38" actId="20577"/>
        <pc:sldMkLst>
          <pc:docMk/>
          <pc:sldMk cId="2756055843" sldId="438"/>
        </pc:sldMkLst>
        <pc:spChg chg="mod">
          <ac:chgData name="Avinash Arun Chauhan" userId="S::avinash.chauhan@mahindrauniversity.edu.in::241b5f3e-36f4-4c61-9553-90e6a1c1b8a6" providerId="AD" clId="Web-{D1A5DFAF-F381-94E6-9A15-D9B39F3095C6}" dt="2026-02-06T06:16:44.713" v="38" actId="20577"/>
          <ac:spMkLst>
            <pc:docMk/>
            <pc:sldMk cId="2756055843" sldId="438"/>
            <ac:spMk id="3" creationId="{8BD1843B-9F94-B9DC-2E61-02245B36C7CF}"/>
          </ac:spMkLst>
        </pc:spChg>
      </pc:sldChg>
      <pc:sldChg chg="modSp">
        <pc:chgData name="Avinash Arun Chauhan" userId="S::avinash.chauhan@mahindrauniversity.edu.in::241b5f3e-36f4-4c61-9553-90e6a1c1b8a6" providerId="AD" clId="Web-{D1A5DFAF-F381-94E6-9A15-D9B39F3095C6}" dt="2026-02-06T06:19:14.489" v="187" actId="20577"/>
        <pc:sldMkLst>
          <pc:docMk/>
          <pc:sldMk cId="4155084074" sldId="439"/>
        </pc:sldMkLst>
        <pc:spChg chg="mod">
          <ac:chgData name="Avinash Arun Chauhan" userId="S::avinash.chauhan@mahindrauniversity.edu.in::241b5f3e-36f4-4c61-9553-90e6a1c1b8a6" providerId="AD" clId="Web-{D1A5DFAF-F381-94E6-9A15-D9B39F3095C6}" dt="2026-02-06T06:19:14.489" v="187" actId="20577"/>
          <ac:spMkLst>
            <pc:docMk/>
            <pc:sldMk cId="4155084074" sldId="439"/>
            <ac:spMk id="3" creationId="{E23680F8-0789-AD57-E393-D4501E51B34F}"/>
          </ac:spMkLst>
        </pc:spChg>
      </pc:sldChg>
      <pc:sldChg chg="ord">
        <pc:chgData name="Avinash Arun Chauhan" userId="S::avinash.chauhan@mahindrauniversity.edu.in::241b5f3e-36f4-4c61-9553-90e6a1c1b8a6" providerId="AD" clId="Web-{D1A5DFAF-F381-94E6-9A15-D9B39F3095C6}" dt="2026-02-06T06:32:20.221" v="540"/>
        <pc:sldMkLst>
          <pc:docMk/>
          <pc:sldMk cId="2367249145" sldId="441"/>
        </pc:sldMkLst>
      </pc:sldChg>
      <pc:sldChg chg="delSp modSp add replId">
        <pc:chgData name="Avinash Arun Chauhan" userId="S::avinash.chauhan@mahindrauniversity.edu.in::241b5f3e-36f4-4c61-9553-90e6a1c1b8a6" providerId="AD" clId="Web-{D1A5DFAF-F381-94E6-9A15-D9B39F3095C6}" dt="2026-02-06T06:28:07.872" v="436" actId="20577"/>
        <pc:sldMkLst>
          <pc:docMk/>
          <pc:sldMk cId="4125440568" sldId="444"/>
        </pc:sldMkLst>
        <pc:spChg chg="mod">
          <ac:chgData name="Avinash Arun Chauhan" userId="S::avinash.chauhan@mahindrauniversity.edu.in::241b5f3e-36f4-4c61-9553-90e6a1c1b8a6" providerId="AD" clId="Web-{D1A5DFAF-F381-94E6-9A15-D9B39F3095C6}" dt="2026-02-06T06:24:29.878" v="231" actId="20577"/>
          <ac:spMkLst>
            <pc:docMk/>
            <pc:sldMk cId="4125440568" sldId="444"/>
            <ac:spMk id="2" creationId="{081F1D78-D7BA-9D6F-8559-58783C680CA4}"/>
          </ac:spMkLst>
        </pc:spChg>
        <pc:spChg chg="mod">
          <ac:chgData name="Avinash Arun Chauhan" userId="S::avinash.chauhan@mahindrauniversity.edu.in::241b5f3e-36f4-4c61-9553-90e6a1c1b8a6" providerId="AD" clId="Web-{D1A5DFAF-F381-94E6-9A15-D9B39F3095C6}" dt="2026-02-06T06:28:07.872" v="436" actId="20577"/>
          <ac:spMkLst>
            <pc:docMk/>
            <pc:sldMk cId="4125440568" sldId="444"/>
            <ac:spMk id="3" creationId="{01DC4351-81B7-CC3E-F2C9-DE99752371F7}"/>
          </ac:spMkLst>
        </pc:spChg>
      </pc:sldChg>
      <pc:sldChg chg="modSp add replId">
        <pc:chgData name="Avinash Arun Chauhan" userId="S::avinash.chauhan@mahindrauniversity.edu.in::241b5f3e-36f4-4c61-9553-90e6a1c1b8a6" providerId="AD" clId="Web-{D1A5DFAF-F381-94E6-9A15-D9B39F3095C6}" dt="2026-02-06T06:31:18.062" v="536" actId="20577"/>
        <pc:sldMkLst>
          <pc:docMk/>
          <pc:sldMk cId="4117036106" sldId="445"/>
        </pc:sldMkLst>
        <pc:spChg chg="mod">
          <ac:chgData name="Avinash Arun Chauhan" userId="S::avinash.chauhan@mahindrauniversity.edu.in::241b5f3e-36f4-4c61-9553-90e6a1c1b8a6" providerId="AD" clId="Web-{D1A5DFAF-F381-94E6-9A15-D9B39F3095C6}" dt="2026-02-06T06:29:46.889" v="469" actId="20577"/>
          <ac:spMkLst>
            <pc:docMk/>
            <pc:sldMk cId="4117036106" sldId="445"/>
            <ac:spMk id="2" creationId="{4610B821-F3B5-1816-DC71-E0BC1971F4FE}"/>
          </ac:spMkLst>
        </pc:spChg>
        <pc:spChg chg="mod">
          <ac:chgData name="Avinash Arun Chauhan" userId="S::avinash.chauhan@mahindrauniversity.edu.in::241b5f3e-36f4-4c61-9553-90e6a1c1b8a6" providerId="AD" clId="Web-{D1A5DFAF-F381-94E6-9A15-D9B39F3095C6}" dt="2026-02-06T06:31:18.062" v="536" actId="20577"/>
          <ac:spMkLst>
            <pc:docMk/>
            <pc:sldMk cId="4117036106" sldId="445"/>
            <ac:spMk id="3" creationId="{F9BD98C1-FC6E-2E19-3D2A-84152CFBB1E4}"/>
          </ac:spMkLst>
        </pc:spChg>
      </pc:sldChg>
    </pc:docChg>
  </pc:docChgLst>
  <pc:docChgLst>
    <pc:chgData name="Avinash Arun Chauhan" userId="S::avinash.chauhan@mahindrauniversity.edu.in::241b5f3e-36f4-4c61-9553-90e6a1c1b8a6" providerId="AD" clId="Web-{CF247C8F-1BD4-0608-ED10-90724A778299}"/>
    <pc:docChg chg="modSld">
      <pc:chgData name="Avinash Arun Chauhan" userId="S::avinash.chauhan@mahindrauniversity.edu.in::241b5f3e-36f4-4c61-9553-90e6a1c1b8a6" providerId="AD" clId="Web-{CF247C8F-1BD4-0608-ED10-90724A778299}" dt="2026-02-09T05:05:54.372" v="14" actId="20577"/>
      <pc:docMkLst>
        <pc:docMk/>
      </pc:docMkLst>
      <pc:sldChg chg="modSp">
        <pc:chgData name="Avinash Arun Chauhan" userId="S::avinash.chauhan@mahindrauniversity.edu.in::241b5f3e-36f4-4c61-9553-90e6a1c1b8a6" providerId="AD" clId="Web-{CF247C8F-1BD4-0608-ED10-90724A778299}" dt="2026-02-09T05:05:54.372" v="14" actId="20577"/>
        <pc:sldMkLst>
          <pc:docMk/>
          <pc:sldMk cId="1533841355" sldId="426"/>
        </pc:sldMkLst>
        <pc:spChg chg="mod">
          <ac:chgData name="Avinash Arun Chauhan" userId="S::avinash.chauhan@mahindrauniversity.edu.in::241b5f3e-36f4-4c61-9553-90e6a1c1b8a6" providerId="AD" clId="Web-{CF247C8F-1BD4-0608-ED10-90724A778299}" dt="2026-02-09T05:05:54.372" v="14" actId="20577"/>
          <ac:spMkLst>
            <pc:docMk/>
            <pc:sldMk cId="1533841355" sldId="426"/>
            <ac:spMk id="3" creationId="{807A9B47-1DB8-3387-E849-1FA1E4DD8BA1}"/>
          </ac:spMkLst>
        </pc:spChg>
      </pc:sldChg>
    </pc:docChg>
  </pc:docChgLst>
  <pc:docChgLst>
    <pc:chgData name="Avinash Arun Chauhan" userId="S::avinash.chauhan@mahindrauniversity.edu.in::241b5f3e-36f4-4c61-9553-90e6a1c1b8a6" providerId="AD" clId="Web-{15ECF0B8-2030-F7A1-5A5E-49DFB29E5089}"/>
    <pc:docChg chg="addSld delSld modSld sldOrd">
      <pc:chgData name="Avinash Arun Chauhan" userId="S::avinash.chauhan@mahindrauniversity.edu.in::241b5f3e-36f4-4c61-9553-90e6a1c1b8a6" providerId="AD" clId="Web-{15ECF0B8-2030-F7A1-5A5E-49DFB29E5089}" dt="2026-02-07T19:50:59.447" v="636"/>
      <pc:docMkLst>
        <pc:docMk/>
      </pc:docMkLst>
      <pc:sldChg chg="ord">
        <pc:chgData name="Avinash Arun Chauhan" userId="S::avinash.chauhan@mahindrauniversity.edu.in::241b5f3e-36f4-4c61-9553-90e6a1c1b8a6" providerId="AD" clId="Web-{15ECF0B8-2030-F7A1-5A5E-49DFB29E5089}" dt="2026-02-07T19:43:51.689" v="500"/>
        <pc:sldMkLst>
          <pc:docMk/>
          <pc:sldMk cId="1050131186" sldId="346"/>
        </pc:sldMkLst>
      </pc:sldChg>
      <pc:sldChg chg="modSp">
        <pc:chgData name="Avinash Arun Chauhan" userId="S::avinash.chauhan@mahindrauniversity.edu.in::241b5f3e-36f4-4c61-9553-90e6a1c1b8a6" providerId="AD" clId="Web-{15ECF0B8-2030-F7A1-5A5E-49DFB29E5089}" dt="2026-02-07T19:47:21.196" v="608" actId="20577"/>
        <pc:sldMkLst>
          <pc:docMk/>
          <pc:sldMk cId="2224388889" sldId="416"/>
        </pc:sldMkLst>
        <pc:spChg chg="mod">
          <ac:chgData name="Avinash Arun Chauhan" userId="S::avinash.chauhan@mahindrauniversity.edu.in::241b5f3e-36f4-4c61-9553-90e6a1c1b8a6" providerId="AD" clId="Web-{15ECF0B8-2030-F7A1-5A5E-49DFB29E5089}" dt="2026-02-07T19:31:54.525" v="41" actId="20577"/>
          <ac:spMkLst>
            <pc:docMk/>
            <pc:sldMk cId="2224388889" sldId="416"/>
            <ac:spMk id="2" creationId="{2D7BE30F-58CD-0074-BDA2-90774FCF01C4}"/>
          </ac:spMkLst>
        </pc:spChg>
        <pc:spChg chg="mod">
          <ac:chgData name="Avinash Arun Chauhan" userId="S::avinash.chauhan@mahindrauniversity.edu.in::241b5f3e-36f4-4c61-9553-90e6a1c1b8a6" providerId="AD" clId="Web-{15ECF0B8-2030-F7A1-5A5E-49DFB29E5089}" dt="2026-02-07T19:47:21.196" v="608" actId="20577"/>
          <ac:spMkLst>
            <pc:docMk/>
            <pc:sldMk cId="2224388889" sldId="416"/>
            <ac:spMk id="3" creationId="{C7BC167F-F08D-BCB5-B4C1-0A7101E0F3C9}"/>
          </ac:spMkLst>
        </pc:spChg>
      </pc:sldChg>
      <pc:sldChg chg="addSp modSp">
        <pc:chgData name="Avinash Arun Chauhan" userId="S::avinash.chauhan@mahindrauniversity.edu.in::241b5f3e-36f4-4c61-9553-90e6a1c1b8a6" providerId="AD" clId="Web-{15ECF0B8-2030-F7A1-5A5E-49DFB29E5089}" dt="2026-02-07T19:43:17.656" v="498" actId="1076"/>
        <pc:sldMkLst>
          <pc:docMk/>
          <pc:sldMk cId="1725508161" sldId="437"/>
        </pc:sldMkLst>
        <pc:spChg chg="add mod">
          <ac:chgData name="Avinash Arun Chauhan" userId="S::avinash.chauhan@mahindrauniversity.edu.in::241b5f3e-36f4-4c61-9553-90e6a1c1b8a6" providerId="AD" clId="Web-{15ECF0B8-2030-F7A1-5A5E-49DFB29E5089}" dt="2026-02-07T19:43:17.656" v="498" actId="1076"/>
          <ac:spMkLst>
            <pc:docMk/>
            <pc:sldMk cId="1725508161" sldId="437"/>
            <ac:spMk id="3" creationId="{24928894-F09D-4425-B758-CB406694143C}"/>
          </ac:spMkLst>
        </pc:spChg>
      </pc:sldChg>
      <pc:sldChg chg="modSp">
        <pc:chgData name="Avinash Arun Chauhan" userId="S::avinash.chauhan@mahindrauniversity.edu.in::241b5f3e-36f4-4c61-9553-90e6a1c1b8a6" providerId="AD" clId="Web-{15ECF0B8-2030-F7A1-5A5E-49DFB29E5089}" dt="2026-02-07T19:48:15.353" v="625" actId="20577"/>
        <pc:sldMkLst>
          <pc:docMk/>
          <pc:sldMk cId="2756055843" sldId="438"/>
        </pc:sldMkLst>
        <pc:spChg chg="mod">
          <ac:chgData name="Avinash Arun Chauhan" userId="S::avinash.chauhan@mahindrauniversity.edu.in::241b5f3e-36f4-4c61-9553-90e6a1c1b8a6" providerId="AD" clId="Web-{15ECF0B8-2030-F7A1-5A5E-49DFB29E5089}" dt="2026-02-07T19:48:15.353" v="625" actId="20577"/>
          <ac:spMkLst>
            <pc:docMk/>
            <pc:sldMk cId="2756055843" sldId="438"/>
            <ac:spMk id="3" creationId="{8BD1843B-9F94-B9DC-2E61-02245B36C7CF}"/>
          </ac:spMkLst>
        </pc:spChg>
      </pc:sldChg>
      <pc:sldChg chg="modSp">
        <pc:chgData name="Avinash Arun Chauhan" userId="S::avinash.chauhan@mahindrauniversity.edu.in::241b5f3e-36f4-4c61-9553-90e6a1c1b8a6" providerId="AD" clId="Web-{15ECF0B8-2030-F7A1-5A5E-49DFB29E5089}" dt="2026-02-07T19:36:55.765" v="205" actId="20577"/>
        <pc:sldMkLst>
          <pc:docMk/>
          <pc:sldMk cId="4125440568" sldId="444"/>
        </pc:sldMkLst>
        <pc:spChg chg="mod">
          <ac:chgData name="Avinash Arun Chauhan" userId="S::avinash.chauhan@mahindrauniversity.edu.in::241b5f3e-36f4-4c61-9553-90e6a1c1b8a6" providerId="AD" clId="Web-{15ECF0B8-2030-F7A1-5A5E-49DFB29E5089}" dt="2026-02-07T19:36:55.765" v="205" actId="20577"/>
          <ac:spMkLst>
            <pc:docMk/>
            <pc:sldMk cId="4125440568" sldId="444"/>
            <ac:spMk id="3" creationId="{01DC4351-81B7-CC3E-F2C9-DE99752371F7}"/>
          </ac:spMkLst>
        </pc:spChg>
      </pc:sldChg>
      <pc:sldChg chg="modSp">
        <pc:chgData name="Avinash Arun Chauhan" userId="S::avinash.chauhan@mahindrauniversity.edu.in::241b5f3e-36f4-4c61-9553-90e6a1c1b8a6" providerId="AD" clId="Web-{15ECF0B8-2030-F7A1-5A5E-49DFB29E5089}" dt="2026-02-07T19:35:53.936" v="163" actId="20577"/>
        <pc:sldMkLst>
          <pc:docMk/>
          <pc:sldMk cId="4117036106" sldId="445"/>
        </pc:sldMkLst>
        <pc:spChg chg="mod">
          <ac:chgData name="Avinash Arun Chauhan" userId="S::avinash.chauhan@mahindrauniversity.edu.in::241b5f3e-36f4-4c61-9553-90e6a1c1b8a6" providerId="AD" clId="Web-{15ECF0B8-2030-F7A1-5A5E-49DFB29E5089}" dt="2026-02-07T19:35:53.936" v="163" actId="20577"/>
          <ac:spMkLst>
            <pc:docMk/>
            <pc:sldMk cId="4117036106" sldId="445"/>
            <ac:spMk id="3" creationId="{F9BD98C1-FC6E-2E19-3D2A-84152CFBB1E4}"/>
          </ac:spMkLst>
        </pc:spChg>
      </pc:sldChg>
      <pc:sldChg chg="modSp add replId">
        <pc:chgData name="Avinash Arun Chauhan" userId="S::avinash.chauhan@mahindrauniversity.edu.in::241b5f3e-36f4-4c61-9553-90e6a1c1b8a6" providerId="AD" clId="Web-{15ECF0B8-2030-F7A1-5A5E-49DFB29E5089}" dt="2026-02-07T19:49:36.681" v="627" actId="20577"/>
        <pc:sldMkLst>
          <pc:docMk/>
          <pc:sldMk cId="4172578697" sldId="446"/>
        </pc:sldMkLst>
        <pc:spChg chg="mod">
          <ac:chgData name="Avinash Arun Chauhan" userId="S::avinash.chauhan@mahindrauniversity.edu.in::241b5f3e-36f4-4c61-9553-90e6a1c1b8a6" providerId="AD" clId="Web-{15ECF0B8-2030-F7A1-5A5E-49DFB29E5089}" dt="2026-02-07T19:49:36.681" v="627" actId="20577"/>
          <ac:spMkLst>
            <pc:docMk/>
            <pc:sldMk cId="4172578697" sldId="446"/>
            <ac:spMk id="3" creationId="{39A0305C-5CFD-D6F0-47AB-F04A716411B4}"/>
          </ac:spMkLst>
        </pc:spChg>
      </pc:sldChg>
      <pc:sldChg chg="modSp add replId">
        <pc:chgData name="Avinash Arun Chauhan" userId="S::avinash.chauhan@mahindrauniversity.edu.in::241b5f3e-36f4-4c61-9553-90e6a1c1b8a6" providerId="AD" clId="Web-{15ECF0B8-2030-F7A1-5A5E-49DFB29E5089}" dt="2026-02-07T19:49:51.962" v="633" actId="20577"/>
        <pc:sldMkLst>
          <pc:docMk/>
          <pc:sldMk cId="3940021254" sldId="447"/>
        </pc:sldMkLst>
        <pc:spChg chg="mod">
          <ac:chgData name="Avinash Arun Chauhan" userId="S::avinash.chauhan@mahindrauniversity.edu.in::241b5f3e-36f4-4c61-9553-90e6a1c1b8a6" providerId="AD" clId="Web-{15ECF0B8-2030-F7A1-5A5E-49DFB29E5089}" dt="2026-02-07T19:49:51.962" v="633" actId="20577"/>
          <ac:spMkLst>
            <pc:docMk/>
            <pc:sldMk cId="3940021254" sldId="447"/>
            <ac:spMk id="3" creationId="{25A10F4E-B9D3-7A40-AC4E-828001327A9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8A5F4-8A54-40B7-994C-7C13036E170D}" type="datetimeFigureOut">
              <a:rPr lang="en-US" smtClean="0"/>
              <a:t>2/10/2026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A36BE-6307-4311-8670-04B167AD63B7}" type="slidenum">
              <a:rPr lang="en-US" smtClean="0"/>
              <a:t>‹#›</a:t>
            </a:fld>
            <a:endParaRPr lang="en-US"/>
          </a:p>
        </p:txBody>
      </p:sp>
    </p:spTree>
    <p:extLst>
      <p:ext uri="{BB962C8B-B14F-4D97-AF65-F5344CB8AC3E}">
        <p14:creationId xmlns:p14="http://schemas.microsoft.com/office/powerpoint/2010/main" val="210185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1. Novelty</a:t>
            </a:r>
            <a:endParaRPr lang="en-US"/>
          </a:p>
          <a:p>
            <a:pPr marL="171450" indent="-171450">
              <a:buFont typeface="Arial"/>
              <a:buChar char="•"/>
            </a:pPr>
            <a:r>
              <a:rPr lang="en-US"/>
              <a:t>Many software projects involve new, untested ideas or emerging technologies.</a:t>
            </a:r>
          </a:p>
          <a:p>
            <a:pPr marL="171450" indent="-171450">
              <a:buFont typeface="Arial"/>
              <a:buChar char="•"/>
            </a:pPr>
            <a:r>
              <a:rPr lang="en-US"/>
              <a:t>Developers may lack prior experience or best practices to follow.</a:t>
            </a:r>
          </a:p>
          <a:p>
            <a:pPr marL="171450" indent="-171450">
              <a:buFont typeface="Arial"/>
              <a:buChar char="•"/>
            </a:pPr>
            <a:r>
              <a:rPr lang="en-US"/>
              <a:t>Unforeseen technical challenges and risks arise when working with novel concepts.</a:t>
            </a:r>
          </a:p>
          <a:p>
            <a:r>
              <a:rPr lang="en-US" b="1"/>
              <a:t>2. Changing Requirements</a:t>
            </a:r>
            <a:endParaRPr lang="en-US"/>
          </a:p>
          <a:p>
            <a:pPr marL="171450" indent="-171450">
              <a:buFont typeface="Arial"/>
              <a:buChar char="•"/>
            </a:pPr>
            <a:r>
              <a:rPr lang="en-US" dirty="0"/>
              <a:t>Stakeholders often refine or alter their needs as the project progresses.</a:t>
            </a:r>
            <a:endParaRPr lang="en-US" dirty="0">
              <a:ea typeface="Calibri"/>
              <a:cs typeface="Calibri"/>
            </a:endParaRPr>
          </a:p>
          <a:p>
            <a:pPr marL="171450" indent="-171450">
              <a:buFont typeface="Arial"/>
              <a:buChar char="•"/>
            </a:pPr>
            <a:r>
              <a:rPr lang="en-US" dirty="0"/>
              <a:t>Changes can introduce inconsistencies, requiring rework and delaying progress.</a:t>
            </a:r>
            <a:endParaRPr lang="en-US" dirty="0">
              <a:ea typeface="Calibri"/>
              <a:cs typeface="Calibri"/>
            </a:endParaRPr>
          </a:p>
          <a:p>
            <a:pPr marL="171450" indent="-171450">
              <a:buFont typeface="Arial"/>
              <a:buChar char="•"/>
            </a:pPr>
            <a:r>
              <a:rPr lang="en-US" dirty="0"/>
              <a:t>Agile methodologies help adapt to changes, but they still add complexity.</a:t>
            </a:r>
            <a:endParaRPr lang="en-US" dirty="0">
              <a:ea typeface="Calibri"/>
              <a:cs typeface="Calibri"/>
            </a:endParaRPr>
          </a:p>
          <a:p>
            <a:r>
              <a:rPr lang="en-US" b="1" dirty="0"/>
              <a:t>3. 5x Cost During Development</a:t>
            </a:r>
            <a:endParaRPr lang="en-US" dirty="0"/>
          </a:p>
          <a:p>
            <a:pPr marL="171450" indent="-171450">
              <a:buFont typeface="Arial"/>
              <a:buChar char="•"/>
            </a:pPr>
            <a:r>
              <a:rPr lang="en-US" dirty="0"/>
              <a:t>Fixing defects, refactoring code, and modifying features are costly in later development stages.</a:t>
            </a:r>
          </a:p>
          <a:p>
            <a:pPr marL="171450" indent="-171450">
              <a:buFont typeface="Arial"/>
              <a:buChar char="•"/>
            </a:pPr>
            <a:r>
              <a:rPr lang="en-US" dirty="0"/>
              <a:t>Issues not caught in design or early coding phases require significantly more effort to correct.</a:t>
            </a:r>
          </a:p>
          <a:p>
            <a:pPr marL="171450" indent="-171450">
              <a:buFont typeface="Arial"/>
              <a:buChar char="•"/>
            </a:pPr>
            <a:r>
              <a:rPr lang="en-US" dirty="0"/>
              <a:t>Testing, debugging, and integrations demand additional resources.</a:t>
            </a:r>
          </a:p>
          <a:p>
            <a:r>
              <a:rPr lang="en-US" b="1" dirty="0"/>
              <a:t>4. Up to 100x Cost During Maintenance</a:t>
            </a:r>
            <a:endParaRPr lang="en-US" dirty="0"/>
          </a:p>
          <a:p>
            <a:pPr marL="171450" indent="-171450">
              <a:buFont typeface="Arial"/>
              <a:buChar char="•"/>
            </a:pPr>
            <a:r>
              <a:rPr lang="en-US" dirty="0"/>
              <a:t>Bugs found after release require more effort to diagnose and fix in a live environment.</a:t>
            </a:r>
          </a:p>
          <a:p>
            <a:pPr marL="171450" indent="-171450">
              <a:buFont typeface="Arial"/>
              <a:buChar char="•"/>
            </a:pPr>
            <a:r>
              <a:rPr lang="en-US" dirty="0"/>
              <a:t>Legacy systems become harder to maintain as technology evolves and documentation decays.</a:t>
            </a:r>
          </a:p>
          <a:p>
            <a:pPr marL="171450" indent="-171450">
              <a:buFont typeface="Arial"/>
              <a:buChar char="•"/>
            </a:pPr>
            <a:r>
              <a:rPr lang="en-US" dirty="0"/>
              <a:t>Security updates, performance optimizations, and feature enhancements increase costs.</a:t>
            </a:r>
          </a:p>
          <a:p>
            <a:r>
              <a:rPr lang="en-US" b="1" dirty="0"/>
              <a:t>5. Hardware/Software Configuration</a:t>
            </a:r>
            <a:endParaRPr lang="en-US" dirty="0"/>
          </a:p>
          <a:p>
            <a:pPr marL="171450" indent="-171450">
              <a:buFont typeface="Arial"/>
              <a:buChar char="•"/>
            </a:pPr>
            <a:r>
              <a:rPr lang="en-US" dirty="0"/>
              <a:t>Software must run on various hardware setups, operating systems, and third-party dependencies.</a:t>
            </a:r>
          </a:p>
          <a:p>
            <a:pPr marL="171450" indent="-171450">
              <a:buFont typeface="Arial"/>
              <a:buChar char="•"/>
            </a:pPr>
            <a:r>
              <a:rPr lang="en-US" dirty="0"/>
              <a:t>Compatibility issues arise, requiring extra testing and development effort.</a:t>
            </a:r>
          </a:p>
          <a:p>
            <a:pPr marL="171450" indent="-171450">
              <a:buFont typeface="Arial"/>
              <a:buChar char="•"/>
            </a:pPr>
            <a:r>
              <a:rPr lang="en-US" dirty="0"/>
              <a:t>Performance tuning depends on hardware capabilities, adding to complexity.</a:t>
            </a:r>
          </a:p>
          <a:p>
            <a:r>
              <a:rPr lang="en-US" b="1" dirty="0"/>
              <a:t>6. Security Requirements</a:t>
            </a:r>
            <a:endParaRPr lang="en-US" dirty="0"/>
          </a:p>
          <a:p>
            <a:pPr marL="171450" indent="-171450">
              <a:buFont typeface="Arial"/>
              <a:buChar char="•"/>
            </a:pPr>
            <a:r>
              <a:rPr lang="en-US" dirty="0"/>
              <a:t>Applications need protection against hacking, data breaches, and malware.</a:t>
            </a:r>
          </a:p>
          <a:p>
            <a:pPr marL="171450" indent="-171450">
              <a:buFont typeface="Arial"/>
              <a:buChar char="•"/>
            </a:pPr>
            <a:r>
              <a:rPr lang="en-US" dirty="0"/>
              <a:t>Secure coding practices, encryption, and compliance with regulations (e.g., GDPR, HIPAA) add development overhead.</a:t>
            </a:r>
          </a:p>
          <a:p>
            <a:pPr marL="171450" indent="-171450">
              <a:buFont typeface="Arial"/>
              <a:buChar char="•"/>
            </a:pPr>
            <a:r>
              <a:rPr lang="en-US" dirty="0"/>
              <a:t>Security vulnerabilities can lead to severe financial and reputational damage.</a:t>
            </a:r>
          </a:p>
          <a:p>
            <a:r>
              <a:rPr lang="en-US" b="1" dirty="0"/>
              <a:t>7. Real-Time Requirements</a:t>
            </a:r>
            <a:endParaRPr lang="en-US" dirty="0"/>
          </a:p>
          <a:p>
            <a:pPr marL="171450" indent="-171450">
              <a:buFont typeface="Arial"/>
              <a:buChar char="•"/>
            </a:pPr>
            <a:r>
              <a:rPr lang="en-US" dirty="0"/>
              <a:t>Some systems (e.g., autonomous vehicles, stock trading platforms) require immediate processing.</a:t>
            </a:r>
          </a:p>
          <a:p>
            <a:pPr marL="171450" indent="-171450">
              <a:buFont typeface="Arial"/>
              <a:buChar char="•"/>
            </a:pPr>
            <a:r>
              <a:rPr lang="en-US" dirty="0"/>
              <a:t>Optimizing for low-latency, deterministic execution adds technical challenges.</a:t>
            </a:r>
          </a:p>
          <a:p>
            <a:pPr marL="171450" indent="-171450">
              <a:buFont typeface="Arial"/>
              <a:buChar char="•"/>
            </a:pPr>
            <a:r>
              <a:rPr lang="en-US" dirty="0"/>
              <a:t>Failure to meet real-time constraints can cause catastrophic consequences.</a:t>
            </a:r>
          </a:p>
          <a:p>
            <a:r>
              <a:rPr lang="en-US" b="1" dirty="0"/>
              <a:t>8. Reliability Requirements</a:t>
            </a:r>
            <a:endParaRPr lang="en-US" dirty="0"/>
          </a:p>
          <a:p>
            <a:pPr marL="171450" indent="-171450">
              <a:buFont typeface="Arial"/>
              <a:buChar char="•"/>
            </a:pPr>
            <a:r>
              <a:rPr lang="en-US" dirty="0"/>
              <a:t>Critical systems (e.g., healthcare, aviation) must function with minimal downtime.</a:t>
            </a:r>
          </a:p>
          <a:p>
            <a:pPr marL="171450" indent="-171450">
              <a:buFont typeface="Arial"/>
              <a:buChar char="•"/>
            </a:pPr>
            <a:r>
              <a:rPr lang="en-US" dirty="0"/>
              <a:t>High availability, fault tolerance, and disaster recovery planning are required.</a:t>
            </a:r>
          </a:p>
          <a:p>
            <a:pPr marL="171450" indent="-171450">
              <a:buFont typeface="Arial"/>
              <a:buChar char="•"/>
            </a:pPr>
            <a:r>
              <a:rPr lang="en-US" dirty="0"/>
              <a:t>Rigorous testing (e.g., stress testing, failover simulations) increases development complexity.</a:t>
            </a:r>
          </a:p>
        </p:txBody>
      </p:sp>
      <p:sp>
        <p:nvSpPr>
          <p:cNvPr id="4" name="Slide Number Placeholder 3"/>
          <p:cNvSpPr>
            <a:spLocks noGrp="1"/>
          </p:cNvSpPr>
          <p:nvPr>
            <p:ph type="sldNum" sz="quarter" idx="5"/>
          </p:nvPr>
        </p:nvSpPr>
        <p:spPr/>
        <p:txBody>
          <a:bodyPr/>
          <a:lstStyle/>
          <a:p>
            <a:fld id="{2E5A36BE-6307-4311-8670-04B167AD63B7}" type="slidenum">
              <a:rPr lang="en-US" smtClean="0"/>
              <a:t>2</a:t>
            </a:fld>
            <a:endParaRPr lang="en-US"/>
          </a:p>
        </p:txBody>
      </p:sp>
    </p:spTree>
    <p:extLst>
      <p:ext uri="{BB962C8B-B14F-4D97-AF65-F5344CB8AC3E}">
        <p14:creationId xmlns:p14="http://schemas.microsoft.com/office/powerpoint/2010/main" val="13153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25AFE-5E40-4692-E0B9-47FFDF0F4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FFD040-4E57-2C16-9C09-C27192176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19974C-445E-0B29-4333-01AB3155EC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48BB3A8-CB71-79B5-2F64-91EA0F3014A5}"/>
              </a:ext>
            </a:extLst>
          </p:cNvPr>
          <p:cNvSpPr>
            <a:spLocks noGrp="1"/>
          </p:cNvSpPr>
          <p:nvPr>
            <p:ph type="sldNum" sz="quarter" idx="5"/>
          </p:nvPr>
        </p:nvSpPr>
        <p:spPr/>
        <p:txBody>
          <a:bodyPr/>
          <a:lstStyle/>
          <a:p>
            <a:fld id="{2E5A36BE-6307-4311-8670-04B167AD63B7}" type="slidenum">
              <a:rPr lang="en-US" smtClean="0"/>
              <a:t>3</a:t>
            </a:fld>
            <a:endParaRPr lang="en-US"/>
          </a:p>
        </p:txBody>
      </p:sp>
    </p:spTree>
    <p:extLst>
      <p:ext uri="{BB962C8B-B14F-4D97-AF65-F5344CB8AC3E}">
        <p14:creationId xmlns:p14="http://schemas.microsoft.com/office/powerpoint/2010/main" val="3386588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DEE41-057C-5A22-A41D-CE4CE0F96B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24472-B5BF-B841-47D0-4C50C51779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CFFBB-F9E4-29FF-FBC2-0E441AD1DD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E17ECDE-3BD6-D268-FBF0-4B669AA22CBD}"/>
              </a:ext>
            </a:extLst>
          </p:cNvPr>
          <p:cNvSpPr>
            <a:spLocks noGrp="1"/>
          </p:cNvSpPr>
          <p:nvPr>
            <p:ph type="sldNum" sz="quarter" idx="5"/>
          </p:nvPr>
        </p:nvSpPr>
        <p:spPr/>
        <p:txBody>
          <a:bodyPr/>
          <a:lstStyle/>
          <a:p>
            <a:fld id="{2E5A36BE-6307-4311-8670-04B167AD63B7}" type="slidenum">
              <a:rPr lang="en-US" smtClean="0"/>
              <a:t>4</a:t>
            </a:fld>
            <a:endParaRPr lang="en-US"/>
          </a:p>
        </p:txBody>
      </p:sp>
    </p:spTree>
    <p:extLst>
      <p:ext uri="{BB962C8B-B14F-4D97-AF65-F5344CB8AC3E}">
        <p14:creationId xmlns:p14="http://schemas.microsoft.com/office/powerpoint/2010/main" val="2177071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5</a:t>
            </a:fld>
            <a:endParaRPr lang="en-US"/>
          </a:p>
        </p:txBody>
      </p:sp>
    </p:spTree>
    <p:extLst>
      <p:ext uri="{BB962C8B-B14F-4D97-AF65-F5344CB8AC3E}">
        <p14:creationId xmlns:p14="http://schemas.microsoft.com/office/powerpoint/2010/main" val="508628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B354A-43D0-6AC3-1B92-120FA7A5A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3556C-50FE-0773-21C4-257E0F627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79EDAF-42EB-2E3F-30FD-AB32F2CD7D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5E23A8-F49B-448F-9972-DC68584B092F}"/>
              </a:ext>
            </a:extLst>
          </p:cNvPr>
          <p:cNvSpPr>
            <a:spLocks noGrp="1"/>
          </p:cNvSpPr>
          <p:nvPr>
            <p:ph type="sldNum" sz="quarter" idx="5"/>
          </p:nvPr>
        </p:nvSpPr>
        <p:spPr/>
        <p:txBody>
          <a:bodyPr/>
          <a:lstStyle/>
          <a:p>
            <a:fld id="{2E5A36BE-6307-4311-8670-04B167AD63B7}" type="slidenum">
              <a:rPr lang="en-US" smtClean="0"/>
              <a:t>6</a:t>
            </a:fld>
            <a:endParaRPr lang="en-US"/>
          </a:p>
        </p:txBody>
      </p:sp>
    </p:spTree>
    <p:extLst>
      <p:ext uri="{BB962C8B-B14F-4D97-AF65-F5344CB8AC3E}">
        <p14:creationId xmlns:p14="http://schemas.microsoft.com/office/powerpoint/2010/main" val="33977826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0664F-7461-EE2A-CA0A-E93016C50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99027-4F98-82DE-FB5E-33282DC4D0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19739-C789-FDD1-EABC-696037C78A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74A3113-DF02-C23B-7789-D67D90C6A16D}"/>
              </a:ext>
            </a:extLst>
          </p:cNvPr>
          <p:cNvSpPr>
            <a:spLocks noGrp="1"/>
          </p:cNvSpPr>
          <p:nvPr>
            <p:ph type="sldNum" sz="quarter" idx="5"/>
          </p:nvPr>
        </p:nvSpPr>
        <p:spPr/>
        <p:txBody>
          <a:bodyPr/>
          <a:lstStyle/>
          <a:p>
            <a:fld id="{2E5A36BE-6307-4311-8670-04B167AD63B7}" type="slidenum">
              <a:rPr lang="en-US" smtClean="0"/>
              <a:t>7</a:t>
            </a:fld>
            <a:endParaRPr lang="en-US"/>
          </a:p>
        </p:txBody>
      </p:sp>
    </p:spTree>
    <p:extLst>
      <p:ext uri="{BB962C8B-B14F-4D97-AF65-F5344CB8AC3E}">
        <p14:creationId xmlns:p14="http://schemas.microsoft.com/office/powerpoint/2010/main" val="3894214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32743-364B-753E-C532-102A30689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A580A-D20B-3B23-E0A7-0B4B2D190D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E614FE-D693-3276-FF09-ED55C98D95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1D6F95-66C8-7BDA-5E76-055BD264F6AA}"/>
              </a:ext>
            </a:extLst>
          </p:cNvPr>
          <p:cNvSpPr>
            <a:spLocks noGrp="1"/>
          </p:cNvSpPr>
          <p:nvPr>
            <p:ph type="sldNum" sz="quarter" idx="5"/>
          </p:nvPr>
        </p:nvSpPr>
        <p:spPr/>
        <p:txBody>
          <a:bodyPr/>
          <a:lstStyle/>
          <a:p>
            <a:fld id="{2E5A36BE-6307-4311-8670-04B167AD63B7}" type="slidenum">
              <a:rPr lang="en-US" smtClean="0"/>
              <a:t>8</a:t>
            </a:fld>
            <a:endParaRPr lang="en-US"/>
          </a:p>
        </p:txBody>
      </p:sp>
    </p:spTree>
    <p:extLst>
      <p:ext uri="{BB962C8B-B14F-4D97-AF65-F5344CB8AC3E}">
        <p14:creationId xmlns:p14="http://schemas.microsoft.com/office/powerpoint/2010/main" val="2158050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F6E0F-9BF3-7AD5-358D-E7F92C925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1A89C-1A68-EB8D-3F80-79A72F38E8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EB5B0-2EFA-DA95-CBED-067DA6B80E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5F48A7-5D84-4947-41CE-AFA39A1A7D68}"/>
              </a:ext>
            </a:extLst>
          </p:cNvPr>
          <p:cNvSpPr>
            <a:spLocks noGrp="1"/>
          </p:cNvSpPr>
          <p:nvPr>
            <p:ph type="sldNum" sz="quarter" idx="5"/>
          </p:nvPr>
        </p:nvSpPr>
        <p:spPr/>
        <p:txBody>
          <a:bodyPr/>
          <a:lstStyle/>
          <a:p>
            <a:fld id="{2E5A36BE-6307-4311-8670-04B167AD63B7}" type="slidenum">
              <a:rPr lang="en-US" smtClean="0"/>
              <a:t>9</a:t>
            </a:fld>
            <a:endParaRPr lang="en-US"/>
          </a:p>
        </p:txBody>
      </p:sp>
    </p:spTree>
    <p:extLst>
      <p:ext uri="{BB962C8B-B14F-4D97-AF65-F5344CB8AC3E}">
        <p14:creationId xmlns:p14="http://schemas.microsoft.com/office/powerpoint/2010/main" val="3985231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2BD88-4AB9-6BE9-6B6F-59FEB9094F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8A777-E366-C600-3ADA-9ABE8A62ED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F6F03F-6B83-84E0-6281-85A1538B2B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45A201-63E0-D074-344F-2394EAD3E1A7}"/>
              </a:ext>
            </a:extLst>
          </p:cNvPr>
          <p:cNvSpPr>
            <a:spLocks noGrp="1"/>
          </p:cNvSpPr>
          <p:nvPr>
            <p:ph type="sldNum" sz="quarter" idx="5"/>
          </p:nvPr>
        </p:nvSpPr>
        <p:spPr/>
        <p:txBody>
          <a:bodyPr/>
          <a:lstStyle/>
          <a:p>
            <a:fld id="{2E5A36BE-6307-4311-8670-04B167AD63B7}" type="slidenum">
              <a:rPr lang="en-US" smtClean="0"/>
              <a:t>10</a:t>
            </a:fld>
            <a:endParaRPr lang="en-US"/>
          </a:p>
        </p:txBody>
      </p:sp>
    </p:spTree>
    <p:extLst>
      <p:ext uri="{BB962C8B-B14F-4D97-AF65-F5344CB8AC3E}">
        <p14:creationId xmlns:p14="http://schemas.microsoft.com/office/powerpoint/2010/main" val="3146347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0A5C7-8222-EF12-9DC8-DE235CD9F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3A3D81-5B7D-8960-1C0D-D45F1857C2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474E3D-7153-75A8-BD89-5FEF6701A1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EE4B0D-A5E7-EC50-C576-F5DC0E0CAD51}"/>
              </a:ext>
            </a:extLst>
          </p:cNvPr>
          <p:cNvSpPr>
            <a:spLocks noGrp="1"/>
          </p:cNvSpPr>
          <p:nvPr>
            <p:ph type="sldNum" sz="quarter" idx="5"/>
          </p:nvPr>
        </p:nvSpPr>
        <p:spPr/>
        <p:txBody>
          <a:bodyPr/>
          <a:lstStyle/>
          <a:p>
            <a:fld id="{2E5A36BE-6307-4311-8670-04B167AD63B7}" type="slidenum">
              <a:rPr lang="en-US" smtClean="0"/>
              <a:t>11</a:t>
            </a:fld>
            <a:endParaRPr lang="en-US"/>
          </a:p>
        </p:txBody>
      </p:sp>
    </p:spTree>
    <p:extLst>
      <p:ext uri="{BB962C8B-B14F-4D97-AF65-F5344CB8AC3E}">
        <p14:creationId xmlns:p14="http://schemas.microsoft.com/office/powerpoint/2010/main" val="8703232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BD318-09DE-3959-7888-0F9FABE298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30CA3-3D80-EAC1-D27B-E1ACC60090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4C4F6-3F71-34BF-5454-C2952FBB31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F12F04-9562-0A47-591D-C0FD4F866812}"/>
              </a:ext>
            </a:extLst>
          </p:cNvPr>
          <p:cNvSpPr>
            <a:spLocks noGrp="1"/>
          </p:cNvSpPr>
          <p:nvPr>
            <p:ph type="sldNum" sz="quarter" idx="5"/>
          </p:nvPr>
        </p:nvSpPr>
        <p:spPr/>
        <p:txBody>
          <a:bodyPr/>
          <a:lstStyle/>
          <a:p>
            <a:fld id="{2E5A36BE-6307-4311-8670-04B167AD63B7}" type="slidenum">
              <a:rPr lang="en-US" smtClean="0"/>
              <a:t>12</a:t>
            </a:fld>
            <a:endParaRPr lang="en-US"/>
          </a:p>
        </p:txBody>
      </p:sp>
    </p:spTree>
    <p:extLst>
      <p:ext uri="{BB962C8B-B14F-4D97-AF65-F5344CB8AC3E}">
        <p14:creationId xmlns:p14="http://schemas.microsoft.com/office/powerpoint/2010/main" val="222515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15994-FB3D-3934-2B29-4EE389122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5CAD2F-CE72-0F8C-6A25-3E15DFCFD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E048DB-8E7F-7CB0-0B7C-2CF4C382B0F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53945B8-D760-0300-C034-F50E5583B404}"/>
              </a:ext>
            </a:extLst>
          </p:cNvPr>
          <p:cNvSpPr>
            <a:spLocks noGrp="1"/>
          </p:cNvSpPr>
          <p:nvPr>
            <p:ph type="sldNum" sz="quarter" idx="5"/>
          </p:nvPr>
        </p:nvSpPr>
        <p:spPr/>
        <p:txBody>
          <a:bodyPr/>
          <a:lstStyle/>
          <a:p>
            <a:fld id="{2E5A36BE-6307-4311-8670-04B167AD63B7}" type="slidenum">
              <a:rPr lang="en-US" smtClean="0"/>
              <a:t>13</a:t>
            </a:fld>
            <a:endParaRPr lang="en-US"/>
          </a:p>
        </p:txBody>
      </p:sp>
    </p:spTree>
    <p:extLst>
      <p:ext uri="{BB962C8B-B14F-4D97-AF65-F5344CB8AC3E}">
        <p14:creationId xmlns:p14="http://schemas.microsoft.com/office/powerpoint/2010/main" val="34542857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2A9A9-A808-9E87-2F0A-29D5A3936C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05D08C-3946-E1DA-7642-6968EA8DE6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E0F417-ACAD-DC7F-E25C-03E3A7D0A32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B0CC4FA-D51F-426A-D4EA-9832A982E414}"/>
              </a:ext>
            </a:extLst>
          </p:cNvPr>
          <p:cNvSpPr>
            <a:spLocks noGrp="1"/>
          </p:cNvSpPr>
          <p:nvPr>
            <p:ph type="sldNum" sz="quarter" idx="5"/>
          </p:nvPr>
        </p:nvSpPr>
        <p:spPr/>
        <p:txBody>
          <a:bodyPr/>
          <a:lstStyle/>
          <a:p>
            <a:fld id="{2E5A36BE-6307-4311-8670-04B167AD63B7}" type="slidenum">
              <a:rPr lang="en-US" smtClean="0"/>
              <a:t>14</a:t>
            </a:fld>
            <a:endParaRPr lang="en-US"/>
          </a:p>
        </p:txBody>
      </p:sp>
    </p:spTree>
    <p:extLst>
      <p:ext uri="{BB962C8B-B14F-4D97-AF65-F5344CB8AC3E}">
        <p14:creationId xmlns:p14="http://schemas.microsoft.com/office/powerpoint/2010/main" val="14375070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56746-8356-285D-0AF4-2BF0C4201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540D2-1D28-94A6-D8F8-A3C70A149E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2BF95F-A89A-F24F-3D5F-69C9F7F3C0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19194F7-ACA2-7C6A-DC8E-31AF27F11473}"/>
              </a:ext>
            </a:extLst>
          </p:cNvPr>
          <p:cNvSpPr>
            <a:spLocks noGrp="1"/>
          </p:cNvSpPr>
          <p:nvPr>
            <p:ph type="sldNum" sz="quarter" idx="5"/>
          </p:nvPr>
        </p:nvSpPr>
        <p:spPr/>
        <p:txBody>
          <a:bodyPr/>
          <a:lstStyle/>
          <a:p>
            <a:fld id="{2E5A36BE-6307-4311-8670-04B167AD63B7}" type="slidenum">
              <a:rPr lang="en-US" smtClean="0"/>
              <a:t>15</a:t>
            </a:fld>
            <a:endParaRPr lang="en-US"/>
          </a:p>
        </p:txBody>
      </p:sp>
    </p:spTree>
    <p:extLst>
      <p:ext uri="{BB962C8B-B14F-4D97-AF65-F5344CB8AC3E}">
        <p14:creationId xmlns:p14="http://schemas.microsoft.com/office/powerpoint/2010/main" val="16136159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8D970-EEA8-B640-565F-D4FAA31C76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FFB658-EF43-9573-6FC1-6EE42C4960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5FF076-61E1-EA3A-E0F9-9F4A56DAB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2DAD25-2796-B82C-84D1-96AEFA2FDC82}"/>
              </a:ext>
            </a:extLst>
          </p:cNvPr>
          <p:cNvSpPr>
            <a:spLocks noGrp="1"/>
          </p:cNvSpPr>
          <p:nvPr>
            <p:ph type="sldNum" sz="quarter" idx="5"/>
          </p:nvPr>
        </p:nvSpPr>
        <p:spPr/>
        <p:txBody>
          <a:bodyPr/>
          <a:lstStyle/>
          <a:p>
            <a:fld id="{2E5A36BE-6307-4311-8670-04B167AD63B7}" type="slidenum">
              <a:rPr lang="en-US" smtClean="0"/>
              <a:t>16</a:t>
            </a:fld>
            <a:endParaRPr lang="en-US"/>
          </a:p>
        </p:txBody>
      </p:sp>
    </p:spTree>
    <p:extLst>
      <p:ext uri="{BB962C8B-B14F-4D97-AF65-F5344CB8AC3E}">
        <p14:creationId xmlns:p14="http://schemas.microsoft.com/office/powerpoint/2010/main" val="1163528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2A8FE-DBAF-8147-D7FA-3F9EED8A74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5329B-1734-E23B-1210-491BA2CB2F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4BFE09-D5F5-7800-3E9A-3119E7D5264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319DC5B-3B61-AD39-D974-F9A3A7852787}"/>
              </a:ext>
            </a:extLst>
          </p:cNvPr>
          <p:cNvSpPr>
            <a:spLocks noGrp="1"/>
          </p:cNvSpPr>
          <p:nvPr>
            <p:ph type="sldNum" sz="quarter" idx="5"/>
          </p:nvPr>
        </p:nvSpPr>
        <p:spPr/>
        <p:txBody>
          <a:bodyPr/>
          <a:lstStyle/>
          <a:p>
            <a:fld id="{2E5A36BE-6307-4311-8670-04B167AD63B7}" type="slidenum">
              <a:rPr lang="en-US" smtClean="0"/>
              <a:t>17</a:t>
            </a:fld>
            <a:endParaRPr lang="en-US"/>
          </a:p>
        </p:txBody>
      </p:sp>
    </p:spTree>
    <p:extLst>
      <p:ext uri="{BB962C8B-B14F-4D97-AF65-F5344CB8AC3E}">
        <p14:creationId xmlns:p14="http://schemas.microsoft.com/office/powerpoint/2010/main" val="2516166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81946-EACF-8D5C-7BFB-2DE591452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CAB391-B8FD-C295-133F-6D691E10C8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1FAEE-24C8-B7E5-2D0B-47EC5C3BAF9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654367-5E9B-4162-C2F6-37C3B99E3566}"/>
              </a:ext>
            </a:extLst>
          </p:cNvPr>
          <p:cNvSpPr>
            <a:spLocks noGrp="1"/>
          </p:cNvSpPr>
          <p:nvPr>
            <p:ph type="sldNum" sz="quarter" idx="5"/>
          </p:nvPr>
        </p:nvSpPr>
        <p:spPr/>
        <p:txBody>
          <a:bodyPr/>
          <a:lstStyle/>
          <a:p>
            <a:fld id="{2E5A36BE-6307-4311-8670-04B167AD63B7}" type="slidenum">
              <a:rPr lang="en-US" smtClean="0"/>
              <a:t>18</a:t>
            </a:fld>
            <a:endParaRPr lang="en-US"/>
          </a:p>
        </p:txBody>
      </p:sp>
    </p:spTree>
    <p:extLst>
      <p:ext uri="{BB962C8B-B14F-4D97-AF65-F5344CB8AC3E}">
        <p14:creationId xmlns:p14="http://schemas.microsoft.com/office/powerpoint/2010/main" val="34236765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7B90A-6B0A-0323-5AF8-D76A8814F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82633-EE0D-EC22-BBB6-51556331C2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61D25F-99CF-3E2E-6AB0-A05F6E85A1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B2D324D-ECF4-B8ED-4D7E-01D35345134C}"/>
              </a:ext>
            </a:extLst>
          </p:cNvPr>
          <p:cNvSpPr>
            <a:spLocks noGrp="1"/>
          </p:cNvSpPr>
          <p:nvPr>
            <p:ph type="sldNum" sz="quarter" idx="5"/>
          </p:nvPr>
        </p:nvSpPr>
        <p:spPr/>
        <p:txBody>
          <a:bodyPr/>
          <a:lstStyle/>
          <a:p>
            <a:fld id="{2E5A36BE-6307-4311-8670-04B167AD63B7}" type="slidenum">
              <a:rPr lang="en-US" smtClean="0"/>
              <a:t>19</a:t>
            </a:fld>
            <a:endParaRPr lang="en-US"/>
          </a:p>
        </p:txBody>
      </p:sp>
    </p:spTree>
    <p:extLst>
      <p:ext uri="{BB962C8B-B14F-4D97-AF65-F5344CB8AC3E}">
        <p14:creationId xmlns:p14="http://schemas.microsoft.com/office/powerpoint/2010/main" val="19960503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76970-F0BB-6A99-B5E8-789DA772F6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2BC0A-FF98-27B6-29A9-36AC62716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F5596-A36D-A188-E945-2F74735257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6F798B-70BE-82DE-A145-6A795D5FB04A}"/>
              </a:ext>
            </a:extLst>
          </p:cNvPr>
          <p:cNvSpPr>
            <a:spLocks noGrp="1"/>
          </p:cNvSpPr>
          <p:nvPr>
            <p:ph type="sldNum" sz="quarter" idx="5"/>
          </p:nvPr>
        </p:nvSpPr>
        <p:spPr/>
        <p:txBody>
          <a:bodyPr/>
          <a:lstStyle/>
          <a:p>
            <a:fld id="{2E5A36BE-6307-4311-8670-04B167AD63B7}" type="slidenum">
              <a:rPr lang="en-US" smtClean="0"/>
              <a:t>20</a:t>
            </a:fld>
            <a:endParaRPr lang="en-US"/>
          </a:p>
        </p:txBody>
      </p:sp>
    </p:spTree>
    <p:extLst>
      <p:ext uri="{BB962C8B-B14F-4D97-AF65-F5344CB8AC3E}">
        <p14:creationId xmlns:p14="http://schemas.microsoft.com/office/powerpoint/2010/main" val="39707310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02E89-014B-7D02-E97B-61BF4FA20C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8A747F-A99A-8C75-19CC-72F801520C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888C0D-2494-FE02-3574-5A454AF231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C6A88F-8C56-3D27-2AA5-82D1DC12B9CF}"/>
              </a:ext>
            </a:extLst>
          </p:cNvPr>
          <p:cNvSpPr>
            <a:spLocks noGrp="1"/>
          </p:cNvSpPr>
          <p:nvPr>
            <p:ph type="sldNum" sz="quarter" idx="5"/>
          </p:nvPr>
        </p:nvSpPr>
        <p:spPr/>
        <p:txBody>
          <a:bodyPr/>
          <a:lstStyle/>
          <a:p>
            <a:fld id="{2E5A36BE-6307-4311-8670-04B167AD63B7}" type="slidenum">
              <a:rPr lang="en-US" smtClean="0"/>
              <a:t>21</a:t>
            </a:fld>
            <a:endParaRPr lang="en-US"/>
          </a:p>
        </p:txBody>
      </p:sp>
    </p:spTree>
    <p:extLst>
      <p:ext uri="{BB962C8B-B14F-4D97-AF65-F5344CB8AC3E}">
        <p14:creationId xmlns:p14="http://schemas.microsoft.com/office/powerpoint/2010/main" val="3919438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7563B-5C92-C1F3-DD12-878459EAF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A61187-C460-A698-D7BA-2FC7C0668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1EBB6-8547-8126-9FE7-121F1204EFC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36B4C6-B73B-CA3E-8F73-D6F6F4CFC3E7}"/>
              </a:ext>
            </a:extLst>
          </p:cNvPr>
          <p:cNvSpPr>
            <a:spLocks noGrp="1"/>
          </p:cNvSpPr>
          <p:nvPr>
            <p:ph type="sldNum" sz="quarter" idx="5"/>
          </p:nvPr>
        </p:nvSpPr>
        <p:spPr/>
        <p:txBody>
          <a:bodyPr/>
          <a:lstStyle/>
          <a:p>
            <a:fld id="{2E5A36BE-6307-4311-8670-04B167AD63B7}" type="slidenum">
              <a:rPr lang="en-US" smtClean="0"/>
              <a:t>22</a:t>
            </a:fld>
            <a:endParaRPr lang="en-US"/>
          </a:p>
        </p:txBody>
      </p:sp>
    </p:spTree>
    <p:extLst>
      <p:ext uri="{BB962C8B-B14F-4D97-AF65-F5344CB8AC3E}">
        <p14:creationId xmlns:p14="http://schemas.microsoft.com/office/powerpoint/2010/main" val="37124896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BDD86-313F-B460-3BDC-3BAA33C55B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48F8D8-57BD-625E-2B87-900A2B7E9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A84AC5-DD18-87BB-2E99-6C3D5154B7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E085EE-5A55-C665-661F-29E3C4D5C79B}"/>
              </a:ext>
            </a:extLst>
          </p:cNvPr>
          <p:cNvSpPr>
            <a:spLocks noGrp="1"/>
          </p:cNvSpPr>
          <p:nvPr>
            <p:ph type="sldNum" sz="quarter" idx="5"/>
          </p:nvPr>
        </p:nvSpPr>
        <p:spPr/>
        <p:txBody>
          <a:bodyPr/>
          <a:lstStyle/>
          <a:p>
            <a:fld id="{2E5A36BE-6307-4311-8670-04B167AD63B7}" type="slidenum">
              <a:rPr lang="en-US" smtClean="0"/>
              <a:t>23</a:t>
            </a:fld>
            <a:endParaRPr lang="en-US"/>
          </a:p>
        </p:txBody>
      </p:sp>
    </p:spTree>
    <p:extLst>
      <p:ext uri="{BB962C8B-B14F-4D97-AF65-F5344CB8AC3E}">
        <p14:creationId xmlns:p14="http://schemas.microsoft.com/office/powerpoint/2010/main" val="26576824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hardware development, where high manufacturing costs are involved, this makes sense. However, for software development, these stages overlap and feed information to each other. During design, problems with requirements are identified; during coding design problems are found, and so on. The software process, in practice, is never a simple linear model but involves feedback from one phase to another</a:t>
            </a:r>
          </a:p>
        </p:txBody>
      </p:sp>
      <p:sp>
        <p:nvSpPr>
          <p:cNvPr id="4" name="Slide Number Placeholder 3"/>
          <p:cNvSpPr>
            <a:spLocks noGrp="1"/>
          </p:cNvSpPr>
          <p:nvPr>
            <p:ph type="sldNum" sz="quarter" idx="5"/>
          </p:nvPr>
        </p:nvSpPr>
        <p:spPr/>
        <p:txBody>
          <a:bodyPr/>
          <a:lstStyle/>
          <a:p>
            <a:fld id="{2E5A36BE-6307-4311-8670-04B167AD63B7}" type="slidenum">
              <a:rPr lang="en-US" smtClean="0"/>
              <a:t>24</a:t>
            </a:fld>
            <a:endParaRPr lang="en-US"/>
          </a:p>
        </p:txBody>
      </p:sp>
    </p:spTree>
    <p:extLst>
      <p:ext uri="{BB962C8B-B14F-4D97-AF65-F5344CB8AC3E}">
        <p14:creationId xmlns:p14="http://schemas.microsoft.com/office/powerpoint/2010/main" val="1208601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problems of incremental development become particularly acute for large, complex, long-lifetime systems, where different teams develop different parts of the system. Large systems need a stable framework or architecture, and the responsibilities of the different teams working on parts of the system need to be clearly defined with respect to that architecture. This has to be planned in advance rather than developed incrementally. Incremental development does not mean that you have to deliver each increment to the system customer. You can develop a system incrementally and expose it to customers and other stakeholders for comment, without necessarily delivering it and deploying it in the customer’s environment. Incremental delivery (covered in Section 2.3.2) means that the software is used in real, operational processes, so user feedback is likely to be realistic. However, providing feedback is not always possible as experimenting with new software can disrupt normal business processes.</a:t>
            </a:r>
          </a:p>
        </p:txBody>
      </p:sp>
      <p:sp>
        <p:nvSpPr>
          <p:cNvPr id="4" name="Slide Number Placeholder 3"/>
          <p:cNvSpPr>
            <a:spLocks noGrp="1"/>
          </p:cNvSpPr>
          <p:nvPr>
            <p:ph type="sldNum" sz="quarter" idx="5"/>
          </p:nvPr>
        </p:nvSpPr>
        <p:spPr/>
        <p:txBody>
          <a:bodyPr/>
          <a:lstStyle/>
          <a:p>
            <a:fld id="{2E5A36BE-6307-4311-8670-04B167AD63B7}" type="slidenum">
              <a:rPr lang="en-US" smtClean="0"/>
              <a:t>25</a:t>
            </a:fld>
            <a:endParaRPr lang="en-US"/>
          </a:p>
        </p:txBody>
      </p:sp>
    </p:spTree>
    <p:extLst>
      <p:ext uri="{BB962C8B-B14F-4D97-AF65-F5344CB8AC3E}">
        <p14:creationId xmlns:p14="http://schemas.microsoft.com/office/powerpoint/2010/main" val="1860632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26C06-200C-B707-7A8C-F67D4B0374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189EDE-7BBA-6636-29F6-2ED7DF999E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AD9B66-5F14-AFB7-46D1-F3B3BA50F2C0}"/>
              </a:ext>
            </a:extLst>
          </p:cNvPr>
          <p:cNvSpPr>
            <a:spLocks noGrp="1"/>
          </p:cNvSpPr>
          <p:nvPr>
            <p:ph type="body" idx="1"/>
          </p:nvPr>
        </p:nvSpPr>
        <p:spPr/>
        <p:txBody>
          <a:bodyPr/>
          <a:lstStyle/>
          <a:p>
            <a:r>
              <a:rPr lang="en-US"/>
              <a:t>The problems of incremental development become particularly acute for large, complex, long-lifetime systems, where different teams develop different parts of the system. Large systems need a stable framework or architecture, and the responsibilities of the different teams working on parts of the system need to be clearly defined with respect to that architecture. This has to be planned in advance rather than developed incrementally. Incremental development does not mean that you have to deliver each increment to the system customer. You can develop a system incrementally and expose it to customers and other stakeholders for comment, without necessarily delivering it and deploying it in the customer’s environment. Incremental delivery (covered in Section 2.3.2) means that the software is used in real, operational processes, so user feedback is likely to be realistic. However, providing feedback is not always possible as experimenting with new software can disrupt normal business processes.</a:t>
            </a:r>
          </a:p>
        </p:txBody>
      </p:sp>
      <p:sp>
        <p:nvSpPr>
          <p:cNvPr id="4" name="Slide Number Placeholder 3">
            <a:extLst>
              <a:ext uri="{FF2B5EF4-FFF2-40B4-BE49-F238E27FC236}">
                <a16:creationId xmlns:a16="http://schemas.microsoft.com/office/drawing/2014/main" id="{661FBAB5-E93E-7CFF-44A6-FF80F593167A}"/>
              </a:ext>
            </a:extLst>
          </p:cNvPr>
          <p:cNvSpPr>
            <a:spLocks noGrp="1"/>
          </p:cNvSpPr>
          <p:nvPr>
            <p:ph type="sldNum" sz="quarter" idx="5"/>
          </p:nvPr>
        </p:nvSpPr>
        <p:spPr/>
        <p:txBody>
          <a:bodyPr/>
          <a:lstStyle/>
          <a:p>
            <a:fld id="{2E5A36BE-6307-4311-8670-04B167AD63B7}" type="slidenum">
              <a:rPr lang="en-US" smtClean="0"/>
              <a:t>26</a:t>
            </a:fld>
            <a:endParaRPr lang="en-US"/>
          </a:p>
        </p:txBody>
      </p:sp>
    </p:spTree>
    <p:extLst>
      <p:ext uri="{BB962C8B-B14F-4D97-AF65-F5344CB8AC3E}">
        <p14:creationId xmlns:p14="http://schemas.microsoft.com/office/powerpoint/2010/main" val="11348090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36238-A21F-8A32-42B6-4EA64315E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71C32-D248-6957-4215-476C650419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F0E2F6-D0CB-E4E1-AE10-0C9272BEB98D}"/>
              </a:ext>
            </a:extLst>
          </p:cNvPr>
          <p:cNvSpPr>
            <a:spLocks noGrp="1"/>
          </p:cNvSpPr>
          <p:nvPr>
            <p:ph type="body" idx="1"/>
          </p:nvPr>
        </p:nvSpPr>
        <p:spPr/>
        <p:txBody>
          <a:bodyPr/>
          <a:lstStyle/>
          <a:p>
            <a:r>
              <a:rPr lang="en-US"/>
              <a:t>The problems of incremental development become particularly acute for large, complex, long-lifetime systems, where different teams develop different parts of the system. Large systems need a stable framework or architecture, and the responsibilities of the different teams working on parts of the system need to be clearly defined with respect to that architecture. This has to be planned in advance rather than developed incrementally. Incremental development does not mean that you have to deliver each increment to the system customer. You can develop a system incrementally and expose it to customers and other stakeholders for comment, without necessarily delivering it and deploying it in the customer’s environment. Incremental delivery (covered in Section 2.3.2) means that the software is used in real, operational processes, so user feedback is likely to be realistic. However, providing feedback is not always possible as experimenting with new software can disrupt normal business processes.</a:t>
            </a:r>
          </a:p>
        </p:txBody>
      </p:sp>
      <p:sp>
        <p:nvSpPr>
          <p:cNvPr id="4" name="Slide Number Placeholder 3">
            <a:extLst>
              <a:ext uri="{FF2B5EF4-FFF2-40B4-BE49-F238E27FC236}">
                <a16:creationId xmlns:a16="http://schemas.microsoft.com/office/drawing/2014/main" id="{168848F8-55C1-4237-4991-415EFF52CCB5}"/>
              </a:ext>
            </a:extLst>
          </p:cNvPr>
          <p:cNvSpPr>
            <a:spLocks noGrp="1"/>
          </p:cNvSpPr>
          <p:nvPr>
            <p:ph type="sldNum" sz="quarter" idx="5"/>
          </p:nvPr>
        </p:nvSpPr>
        <p:spPr/>
        <p:txBody>
          <a:bodyPr/>
          <a:lstStyle/>
          <a:p>
            <a:fld id="{2E5A36BE-6307-4311-8670-04B167AD63B7}" type="slidenum">
              <a:rPr lang="en-US" smtClean="0"/>
              <a:t>27</a:t>
            </a:fld>
            <a:endParaRPr lang="en-US"/>
          </a:p>
        </p:txBody>
      </p:sp>
    </p:spTree>
    <p:extLst>
      <p:ext uri="{BB962C8B-B14F-4D97-AF65-F5344CB8AC3E}">
        <p14:creationId xmlns:p14="http://schemas.microsoft.com/office/powerpoint/2010/main" val="12736403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9DA3A-9B5F-6B67-B435-D881E50BA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728102-FE7C-D2C7-5886-C83B66F1C0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42A921-12F4-5559-38C7-CD7EEF02B8D1}"/>
              </a:ext>
            </a:extLst>
          </p:cNvPr>
          <p:cNvSpPr>
            <a:spLocks noGrp="1"/>
          </p:cNvSpPr>
          <p:nvPr>
            <p:ph type="body" idx="1"/>
          </p:nvPr>
        </p:nvSpPr>
        <p:spPr/>
        <p:txBody>
          <a:bodyPr/>
          <a:lstStyle/>
          <a:p>
            <a:r>
              <a:rPr lang="en-US"/>
              <a:t>The problems of incremental development become particularly acute for large, complex, long-lifetime systems, where different teams develop different parts of the system. Large systems need a stable framework or architecture, and the responsibilities of the different teams working on parts of the system need to be clearly defined with respect to that architecture. This has to be planned in advance rather than developed incrementally. Incremental development does not mean that you have to deliver each increment to the system customer. You can develop a system incrementally and expose it to customers and other stakeholders for comment, without necessarily delivering it and deploying it in the customer’s environment. Incremental delivery (covered in Section 2.3.2) means that the software is used in real, operational processes, so user feedback is likely to be realistic. However, providing feedback is not always possible as experimenting with new software can disrupt normal business processes.</a:t>
            </a:r>
          </a:p>
        </p:txBody>
      </p:sp>
      <p:sp>
        <p:nvSpPr>
          <p:cNvPr id="4" name="Slide Number Placeholder 3">
            <a:extLst>
              <a:ext uri="{FF2B5EF4-FFF2-40B4-BE49-F238E27FC236}">
                <a16:creationId xmlns:a16="http://schemas.microsoft.com/office/drawing/2014/main" id="{BC38B4AA-D2B3-8D38-4150-66A7A5DAC1A0}"/>
              </a:ext>
            </a:extLst>
          </p:cNvPr>
          <p:cNvSpPr>
            <a:spLocks noGrp="1"/>
          </p:cNvSpPr>
          <p:nvPr>
            <p:ph type="sldNum" sz="quarter" idx="5"/>
          </p:nvPr>
        </p:nvSpPr>
        <p:spPr/>
        <p:txBody>
          <a:bodyPr/>
          <a:lstStyle/>
          <a:p>
            <a:fld id="{2E5A36BE-6307-4311-8670-04B167AD63B7}" type="slidenum">
              <a:rPr lang="en-US" smtClean="0"/>
              <a:t>28</a:t>
            </a:fld>
            <a:endParaRPr lang="en-US"/>
          </a:p>
        </p:txBody>
      </p:sp>
    </p:spTree>
    <p:extLst>
      <p:ext uri="{BB962C8B-B14F-4D97-AF65-F5344CB8AC3E}">
        <p14:creationId xmlns:p14="http://schemas.microsoft.com/office/powerpoint/2010/main" val="42152587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E901F-60F5-FA9A-6DC0-D9DD780E10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99D9F-0262-F688-FE91-2D24050511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91E0EA-EA46-8993-BAD5-C2E9BAC257BC}"/>
              </a:ext>
            </a:extLst>
          </p:cNvPr>
          <p:cNvSpPr>
            <a:spLocks noGrp="1"/>
          </p:cNvSpPr>
          <p:nvPr>
            <p:ph type="body" idx="1"/>
          </p:nvPr>
        </p:nvSpPr>
        <p:spPr/>
        <p:txBody>
          <a:bodyPr/>
          <a:lstStyle/>
          <a:p>
            <a:r>
              <a:rPr lang="en-US"/>
              <a:t>The problems of incremental development become particularly acute for large, complex, long-lifetime systems, where different teams develop different parts of the system. Large systems need a stable framework or architecture, and the responsibilities of the different teams working on parts of the system need to be clearly defined with respect to that architecture. This has to be planned in advance rather than developed incrementally. Incremental development does not mean that you have to deliver each increment to the system customer. You can develop a system incrementally and expose it to customers and other stakeholders for comment, without necessarily delivering it and deploying it in the customer’s environment. Incremental delivery (covered in Section 2.3.2) means that the software is used in real, operational processes, so user feedback is likely to be realistic. However, providing feedback is not always possible as experimenting with new software can disrupt normal business processes.</a:t>
            </a:r>
          </a:p>
        </p:txBody>
      </p:sp>
      <p:sp>
        <p:nvSpPr>
          <p:cNvPr id="4" name="Slide Number Placeholder 3">
            <a:extLst>
              <a:ext uri="{FF2B5EF4-FFF2-40B4-BE49-F238E27FC236}">
                <a16:creationId xmlns:a16="http://schemas.microsoft.com/office/drawing/2014/main" id="{C48030A8-82CB-3CF7-3459-4F7E6DEDDD4D}"/>
              </a:ext>
            </a:extLst>
          </p:cNvPr>
          <p:cNvSpPr>
            <a:spLocks noGrp="1"/>
          </p:cNvSpPr>
          <p:nvPr>
            <p:ph type="sldNum" sz="quarter" idx="5"/>
          </p:nvPr>
        </p:nvSpPr>
        <p:spPr/>
        <p:txBody>
          <a:bodyPr/>
          <a:lstStyle/>
          <a:p>
            <a:fld id="{2E5A36BE-6307-4311-8670-04B167AD63B7}" type="slidenum">
              <a:rPr lang="en-US" smtClean="0"/>
              <a:t>29</a:t>
            </a:fld>
            <a:endParaRPr lang="en-US"/>
          </a:p>
        </p:txBody>
      </p:sp>
    </p:spTree>
    <p:extLst>
      <p:ext uri="{BB962C8B-B14F-4D97-AF65-F5344CB8AC3E}">
        <p14:creationId xmlns:p14="http://schemas.microsoft.com/office/powerpoint/2010/main" val="30255246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D1756-DFF4-7617-73A8-6CC216881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29AD4-74BC-E277-60BA-70045077A4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39C97-1895-0FA1-1A15-B0EE9BCC766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93D103-8EB4-2CAF-C2DB-3AEA91A7FFAA}"/>
              </a:ext>
            </a:extLst>
          </p:cNvPr>
          <p:cNvSpPr>
            <a:spLocks noGrp="1"/>
          </p:cNvSpPr>
          <p:nvPr>
            <p:ph type="sldNum" sz="quarter" idx="5"/>
          </p:nvPr>
        </p:nvSpPr>
        <p:spPr/>
        <p:txBody>
          <a:bodyPr/>
          <a:lstStyle/>
          <a:p>
            <a:fld id="{2E5A36BE-6307-4311-8670-04B167AD63B7}" type="slidenum">
              <a:rPr lang="en-US" smtClean="0"/>
              <a:t>30</a:t>
            </a:fld>
            <a:endParaRPr lang="en-US"/>
          </a:p>
        </p:txBody>
      </p:sp>
    </p:spTree>
    <p:extLst>
      <p:ext uri="{BB962C8B-B14F-4D97-AF65-F5344CB8AC3E}">
        <p14:creationId xmlns:p14="http://schemas.microsoft.com/office/powerpoint/2010/main" val="34111976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47244-0529-F07C-2285-97C3CC8132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EB7435-D952-86C4-FF2A-3A3A340705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CFE4C-7869-1FEA-BDD8-710652599D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4FF17E6-D6B4-D46B-6A52-3D26D9D6BA0F}"/>
              </a:ext>
            </a:extLst>
          </p:cNvPr>
          <p:cNvSpPr>
            <a:spLocks noGrp="1"/>
          </p:cNvSpPr>
          <p:nvPr>
            <p:ph type="sldNum" sz="quarter" idx="5"/>
          </p:nvPr>
        </p:nvSpPr>
        <p:spPr/>
        <p:txBody>
          <a:bodyPr/>
          <a:lstStyle/>
          <a:p>
            <a:fld id="{2E5A36BE-6307-4311-8670-04B167AD63B7}" type="slidenum">
              <a:rPr lang="en-US" smtClean="0"/>
              <a:t>31</a:t>
            </a:fld>
            <a:endParaRPr lang="en-US"/>
          </a:p>
        </p:txBody>
      </p:sp>
    </p:spTree>
    <p:extLst>
      <p:ext uri="{BB962C8B-B14F-4D97-AF65-F5344CB8AC3E}">
        <p14:creationId xmlns:p14="http://schemas.microsoft.com/office/powerpoint/2010/main" val="10650269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2493C-99DA-19D0-58F0-E3C9A257B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534A4-1A46-F3F0-B83E-F077821908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64D6A-85A2-F95D-BBD7-AF8EE3EA6C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5FF503-373D-3AF2-CC64-2CE7D09A66E9}"/>
              </a:ext>
            </a:extLst>
          </p:cNvPr>
          <p:cNvSpPr>
            <a:spLocks noGrp="1"/>
          </p:cNvSpPr>
          <p:nvPr>
            <p:ph type="sldNum" sz="quarter" idx="5"/>
          </p:nvPr>
        </p:nvSpPr>
        <p:spPr/>
        <p:txBody>
          <a:bodyPr/>
          <a:lstStyle/>
          <a:p>
            <a:fld id="{2E5A36BE-6307-4311-8670-04B167AD63B7}" type="slidenum">
              <a:rPr lang="en-US" smtClean="0"/>
              <a:t>32</a:t>
            </a:fld>
            <a:endParaRPr lang="en-US"/>
          </a:p>
        </p:txBody>
      </p:sp>
    </p:spTree>
    <p:extLst>
      <p:ext uri="{BB962C8B-B14F-4D97-AF65-F5344CB8AC3E}">
        <p14:creationId xmlns:p14="http://schemas.microsoft.com/office/powerpoint/2010/main" val="9550365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805B5-4E89-9046-F913-0282FFD63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FB45C0-C710-FE93-4ED4-85A983111C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304CCB-BECC-A0DA-009C-A416A9A8747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05D29E-D613-CF36-28B5-943C671CEBE5}"/>
              </a:ext>
            </a:extLst>
          </p:cNvPr>
          <p:cNvSpPr>
            <a:spLocks noGrp="1"/>
          </p:cNvSpPr>
          <p:nvPr>
            <p:ph type="sldNum" sz="quarter" idx="5"/>
          </p:nvPr>
        </p:nvSpPr>
        <p:spPr/>
        <p:txBody>
          <a:bodyPr/>
          <a:lstStyle/>
          <a:p>
            <a:fld id="{2E5A36BE-6307-4311-8670-04B167AD63B7}" type="slidenum">
              <a:rPr lang="en-US" smtClean="0"/>
              <a:t>33</a:t>
            </a:fld>
            <a:endParaRPr lang="en-US"/>
          </a:p>
        </p:txBody>
      </p:sp>
    </p:spTree>
    <p:extLst>
      <p:ext uri="{BB962C8B-B14F-4D97-AF65-F5344CB8AC3E}">
        <p14:creationId xmlns:p14="http://schemas.microsoft.com/office/powerpoint/2010/main" val="13241562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5E9FD-2688-3D40-B71D-B48684BC3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7C581-B243-1C9D-6693-0419704F7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478BD8-AEC8-5BA5-4EEA-DD46D7E5331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383CB97-9629-382A-1412-EFFF634955D8}"/>
              </a:ext>
            </a:extLst>
          </p:cNvPr>
          <p:cNvSpPr>
            <a:spLocks noGrp="1"/>
          </p:cNvSpPr>
          <p:nvPr>
            <p:ph type="sldNum" sz="quarter" idx="5"/>
          </p:nvPr>
        </p:nvSpPr>
        <p:spPr/>
        <p:txBody>
          <a:bodyPr/>
          <a:lstStyle/>
          <a:p>
            <a:fld id="{2E5A36BE-6307-4311-8670-04B167AD63B7}" type="slidenum">
              <a:rPr lang="en-US" smtClean="0"/>
              <a:t>34</a:t>
            </a:fld>
            <a:endParaRPr lang="en-US"/>
          </a:p>
        </p:txBody>
      </p:sp>
    </p:spTree>
    <p:extLst>
      <p:ext uri="{BB962C8B-B14F-4D97-AF65-F5344CB8AC3E}">
        <p14:creationId xmlns:p14="http://schemas.microsoft.com/office/powerpoint/2010/main" val="24659781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27337-A60A-A296-6AB8-B58035F9F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687AE-88F6-F77B-963C-EF9FABDE2A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0440C-857F-0E6E-1851-AB9760414A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CD6F99-6AAF-DE95-3050-E657B6B00887}"/>
              </a:ext>
            </a:extLst>
          </p:cNvPr>
          <p:cNvSpPr>
            <a:spLocks noGrp="1"/>
          </p:cNvSpPr>
          <p:nvPr>
            <p:ph type="sldNum" sz="quarter" idx="5"/>
          </p:nvPr>
        </p:nvSpPr>
        <p:spPr/>
        <p:txBody>
          <a:bodyPr/>
          <a:lstStyle/>
          <a:p>
            <a:fld id="{2E5A36BE-6307-4311-8670-04B167AD63B7}" type="slidenum">
              <a:rPr lang="en-US" smtClean="0"/>
              <a:t>35</a:t>
            </a:fld>
            <a:endParaRPr lang="en-US"/>
          </a:p>
        </p:txBody>
      </p:sp>
    </p:spTree>
    <p:extLst>
      <p:ext uri="{BB962C8B-B14F-4D97-AF65-F5344CB8AC3E}">
        <p14:creationId xmlns:p14="http://schemas.microsoft.com/office/powerpoint/2010/main" val="416413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5A36BE-6307-4311-8670-04B167AD63B7}" type="slidenum">
              <a:rPr lang="en-US" smtClean="0"/>
              <a:t>36</a:t>
            </a:fld>
            <a:endParaRPr lang="en-US"/>
          </a:p>
        </p:txBody>
      </p:sp>
    </p:spTree>
    <p:extLst>
      <p:ext uri="{BB962C8B-B14F-4D97-AF65-F5344CB8AC3E}">
        <p14:creationId xmlns:p14="http://schemas.microsoft.com/office/powerpoint/2010/main" val="39975035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E407D-C8D8-D966-08E1-367B569E3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D2259A-D873-1E38-F44F-67D3EE095A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5D3EBC-4F5F-6ADD-C78E-249390017BDE}"/>
              </a:ext>
            </a:extLst>
          </p:cNvPr>
          <p:cNvSpPr>
            <a:spLocks noGrp="1"/>
          </p:cNvSpPr>
          <p:nvPr>
            <p:ph type="body" idx="1"/>
          </p:nvPr>
        </p:nvSpPr>
        <p:spPr/>
        <p:txBody>
          <a:bodyPr/>
          <a:lstStyle/>
          <a:p>
            <a:r>
              <a:rPr lang="en-US"/>
              <a:t>For hardware development, where high manufacturing costs are involved, this makes sense. However, for software development, these stages overlap and feed information to each other. During design, problems with requirements are identified; during coding design problems are found, and so on. The software process, in practice, is never a simple linear model but involves feedback from one phase to another</a:t>
            </a:r>
          </a:p>
        </p:txBody>
      </p:sp>
      <p:sp>
        <p:nvSpPr>
          <p:cNvPr id="4" name="Slide Number Placeholder 3">
            <a:extLst>
              <a:ext uri="{FF2B5EF4-FFF2-40B4-BE49-F238E27FC236}">
                <a16:creationId xmlns:a16="http://schemas.microsoft.com/office/drawing/2014/main" id="{6E55DCCB-6970-B1AB-A6E6-783A7667A0CE}"/>
              </a:ext>
            </a:extLst>
          </p:cNvPr>
          <p:cNvSpPr>
            <a:spLocks noGrp="1"/>
          </p:cNvSpPr>
          <p:nvPr>
            <p:ph type="sldNum" sz="quarter" idx="5"/>
          </p:nvPr>
        </p:nvSpPr>
        <p:spPr/>
        <p:txBody>
          <a:bodyPr/>
          <a:lstStyle/>
          <a:p>
            <a:fld id="{2E5A36BE-6307-4311-8670-04B167AD63B7}" type="slidenum">
              <a:rPr lang="en-US" smtClean="0"/>
              <a:t>37</a:t>
            </a:fld>
            <a:endParaRPr lang="en-US"/>
          </a:p>
        </p:txBody>
      </p:sp>
    </p:spTree>
    <p:extLst>
      <p:ext uri="{BB962C8B-B14F-4D97-AF65-F5344CB8AC3E}">
        <p14:creationId xmlns:p14="http://schemas.microsoft.com/office/powerpoint/2010/main" val="12804373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2F49F-9ACA-572F-4FFE-9A63BA36E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447E8B-A868-A239-F45E-F013E59772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1793C1-0D69-C3C8-0FDF-044D00464FCE}"/>
              </a:ext>
            </a:extLst>
          </p:cNvPr>
          <p:cNvSpPr>
            <a:spLocks noGrp="1"/>
          </p:cNvSpPr>
          <p:nvPr>
            <p:ph type="body" idx="1"/>
          </p:nvPr>
        </p:nvSpPr>
        <p:spPr/>
        <p:txBody>
          <a:bodyPr/>
          <a:lstStyle/>
          <a:p>
            <a:r>
              <a:rPr lang="en-US"/>
              <a:t>For hardware development, where high manufacturing costs are involved, this makes sense. However, for software development, these stages overlap and feed information to each other. During design, problems with requirements are identified; during coding design problems are found, and so on. The software process, in practice, is never a simple linear model but involves feedback from one phase to another</a:t>
            </a:r>
          </a:p>
        </p:txBody>
      </p:sp>
      <p:sp>
        <p:nvSpPr>
          <p:cNvPr id="4" name="Slide Number Placeholder 3">
            <a:extLst>
              <a:ext uri="{FF2B5EF4-FFF2-40B4-BE49-F238E27FC236}">
                <a16:creationId xmlns:a16="http://schemas.microsoft.com/office/drawing/2014/main" id="{E21AA3EB-1A2B-979C-71E8-52E7722DEBAC}"/>
              </a:ext>
            </a:extLst>
          </p:cNvPr>
          <p:cNvSpPr>
            <a:spLocks noGrp="1"/>
          </p:cNvSpPr>
          <p:nvPr>
            <p:ph type="sldNum" sz="quarter" idx="5"/>
          </p:nvPr>
        </p:nvSpPr>
        <p:spPr/>
        <p:txBody>
          <a:bodyPr/>
          <a:lstStyle/>
          <a:p>
            <a:fld id="{2E5A36BE-6307-4311-8670-04B167AD63B7}" type="slidenum">
              <a:rPr lang="en-US" smtClean="0"/>
              <a:t>38</a:t>
            </a:fld>
            <a:endParaRPr lang="en-US"/>
          </a:p>
        </p:txBody>
      </p:sp>
    </p:spTree>
    <p:extLst>
      <p:ext uri="{BB962C8B-B14F-4D97-AF65-F5344CB8AC3E}">
        <p14:creationId xmlns:p14="http://schemas.microsoft.com/office/powerpoint/2010/main" val="2558926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59E9-470B-4B8D-A9EB-CE8AF5FBB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AB98EB-266D-4DF3-A1C8-8FFFE7045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3AD7FD-8146-4C92-B9C4-ABE3EDEB16D9}"/>
              </a:ext>
            </a:extLst>
          </p:cNvPr>
          <p:cNvSpPr>
            <a:spLocks noGrp="1"/>
          </p:cNvSpPr>
          <p:nvPr>
            <p:ph type="dt" sz="half" idx="10"/>
          </p:nvPr>
        </p:nvSpPr>
        <p:spPr/>
        <p:txBody>
          <a:bodyPr/>
          <a:lstStyle/>
          <a:p>
            <a:fld id="{9C4DCD19-635A-4F0C-A4D6-DCB11EE4711D}" type="datetime1">
              <a:rPr lang="en-US" smtClean="0"/>
              <a:t>2/10/2026</a:t>
            </a:fld>
            <a:endParaRPr lang="en-US"/>
          </a:p>
        </p:txBody>
      </p:sp>
      <p:sp>
        <p:nvSpPr>
          <p:cNvPr id="5" name="Footer Placeholder 4">
            <a:extLst>
              <a:ext uri="{FF2B5EF4-FFF2-40B4-BE49-F238E27FC236}">
                <a16:creationId xmlns:a16="http://schemas.microsoft.com/office/drawing/2014/main" id="{559E42B6-D644-4AA7-B4E2-53DBAD7EFAFB}"/>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C07AC68A-C2CE-47FA-BD3B-6AD5EDA234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879593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0891-51D6-4C6E-8AB0-50690D5D43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F29A5-AEEE-446F-B62D-BD46C6B0CC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43C36-C898-4C6E-97BC-0AE2998EBA25}"/>
              </a:ext>
            </a:extLst>
          </p:cNvPr>
          <p:cNvSpPr>
            <a:spLocks noGrp="1"/>
          </p:cNvSpPr>
          <p:nvPr>
            <p:ph type="dt" sz="half" idx="10"/>
          </p:nvPr>
        </p:nvSpPr>
        <p:spPr/>
        <p:txBody>
          <a:bodyPr/>
          <a:lstStyle/>
          <a:p>
            <a:fld id="{645470BA-D41E-437D-A225-B0D8986DE2C4}" type="datetime1">
              <a:rPr lang="en-US" smtClean="0"/>
              <a:t>2/10/2026</a:t>
            </a:fld>
            <a:endParaRPr lang="en-US"/>
          </a:p>
        </p:txBody>
      </p:sp>
      <p:sp>
        <p:nvSpPr>
          <p:cNvPr id="5" name="Footer Placeholder 4">
            <a:extLst>
              <a:ext uri="{FF2B5EF4-FFF2-40B4-BE49-F238E27FC236}">
                <a16:creationId xmlns:a16="http://schemas.microsoft.com/office/drawing/2014/main" id="{44AE89BF-AA6A-4CD1-AA42-45937EB05802}"/>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ECB5DC2B-9622-4D9B-A836-9C9CE22A7DB9}"/>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53799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BC1F-CD2C-49A7-870C-07CC917605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9C7702-4100-4CC3-A19F-474F03564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C59C34D-B46E-470D-AD50-B9B038ABFFAD}"/>
              </a:ext>
            </a:extLst>
          </p:cNvPr>
          <p:cNvSpPr>
            <a:spLocks noGrp="1"/>
          </p:cNvSpPr>
          <p:nvPr>
            <p:ph type="dt" sz="half" idx="10"/>
          </p:nvPr>
        </p:nvSpPr>
        <p:spPr/>
        <p:txBody>
          <a:bodyPr/>
          <a:lstStyle/>
          <a:p>
            <a:fld id="{20878E2B-208F-4B34-9A15-6955A3621029}" type="datetime1">
              <a:rPr lang="en-US" smtClean="0"/>
              <a:t>2/10/2026</a:t>
            </a:fld>
            <a:endParaRPr lang="en-US"/>
          </a:p>
        </p:txBody>
      </p:sp>
      <p:sp>
        <p:nvSpPr>
          <p:cNvPr id="5" name="Footer Placeholder 4">
            <a:extLst>
              <a:ext uri="{FF2B5EF4-FFF2-40B4-BE49-F238E27FC236}">
                <a16:creationId xmlns:a16="http://schemas.microsoft.com/office/drawing/2014/main" id="{8D0D28AE-EBFC-4649-8128-2B57674BC3DC}"/>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852C87D2-79FD-40C2-B5D3-73BEFDD63BD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003285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8DF4-CC57-4331-BAB2-274B7F4FD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4484E-6336-4F19-9BD1-3B91D85B75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92305B-61F6-40D5-8511-22A203F9B23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A3351C-4BD8-4A76-A84D-D27D42D70EB2}"/>
              </a:ext>
            </a:extLst>
          </p:cNvPr>
          <p:cNvSpPr>
            <a:spLocks noGrp="1"/>
          </p:cNvSpPr>
          <p:nvPr>
            <p:ph type="dt" sz="half" idx="10"/>
          </p:nvPr>
        </p:nvSpPr>
        <p:spPr/>
        <p:txBody>
          <a:bodyPr/>
          <a:lstStyle/>
          <a:p>
            <a:fld id="{A35B34A0-0F7C-4A42-A80B-69A32453D234}" type="datetime1">
              <a:rPr lang="en-US" smtClean="0"/>
              <a:t>2/10/2026</a:t>
            </a:fld>
            <a:endParaRPr lang="en-US"/>
          </a:p>
        </p:txBody>
      </p:sp>
      <p:sp>
        <p:nvSpPr>
          <p:cNvPr id="6" name="Footer Placeholder 5">
            <a:extLst>
              <a:ext uri="{FF2B5EF4-FFF2-40B4-BE49-F238E27FC236}">
                <a16:creationId xmlns:a16="http://schemas.microsoft.com/office/drawing/2014/main" id="{4456FA23-7C56-4373-97A9-C1E426909D83}"/>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7FB55C23-B74E-4564-83EB-E0801197213B}"/>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21828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F3C4-0090-4478-811F-9CEEEDF30C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F55BC3-728A-4215-938B-9F1E55DDA7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39E5F37-172D-4DDD-8695-70423D0791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C32F7-387C-48A9-8ED2-88A2E7CD45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3A15BBF-7552-4D05-B395-22949E22337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03D83-2EA3-43C4-8C34-C2EEB16DB25B}"/>
              </a:ext>
            </a:extLst>
          </p:cNvPr>
          <p:cNvSpPr>
            <a:spLocks noGrp="1"/>
          </p:cNvSpPr>
          <p:nvPr>
            <p:ph type="dt" sz="half" idx="10"/>
          </p:nvPr>
        </p:nvSpPr>
        <p:spPr/>
        <p:txBody>
          <a:bodyPr/>
          <a:lstStyle/>
          <a:p>
            <a:fld id="{9C05126E-3B88-4036-9F2D-FB7969B45F4A}" type="datetime1">
              <a:rPr lang="en-US" smtClean="0"/>
              <a:t>2/10/2026</a:t>
            </a:fld>
            <a:endParaRPr lang="en-US"/>
          </a:p>
        </p:txBody>
      </p:sp>
      <p:sp>
        <p:nvSpPr>
          <p:cNvPr id="8" name="Footer Placeholder 7">
            <a:extLst>
              <a:ext uri="{FF2B5EF4-FFF2-40B4-BE49-F238E27FC236}">
                <a16:creationId xmlns:a16="http://schemas.microsoft.com/office/drawing/2014/main" id="{7AED1FE8-F889-4A72-BCC1-50806FA11DFF}"/>
              </a:ext>
            </a:extLst>
          </p:cNvPr>
          <p:cNvSpPr>
            <a:spLocks noGrp="1"/>
          </p:cNvSpPr>
          <p:nvPr>
            <p:ph type="ftr" sz="quarter" idx="11"/>
          </p:nvPr>
        </p:nvSpPr>
        <p:spPr/>
        <p:txBody>
          <a:bodyPr/>
          <a:lstStyle/>
          <a:p>
            <a:r>
              <a:rPr lang="en-US"/>
              <a:t>Operating Systems</a:t>
            </a:r>
          </a:p>
        </p:txBody>
      </p:sp>
      <p:sp>
        <p:nvSpPr>
          <p:cNvPr id="9" name="Slide Number Placeholder 8">
            <a:extLst>
              <a:ext uri="{FF2B5EF4-FFF2-40B4-BE49-F238E27FC236}">
                <a16:creationId xmlns:a16="http://schemas.microsoft.com/office/drawing/2014/main" id="{7C3B86BC-226A-4A98-951A-01BC13DB05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14617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1E2B-54B4-4FD9-BC1F-9E86C9F08C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BDDD7E-C2A1-425A-9C02-69453F7A5E87}"/>
              </a:ext>
            </a:extLst>
          </p:cNvPr>
          <p:cNvSpPr>
            <a:spLocks noGrp="1"/>
          </p:cNvSpPr>
          <p:nvPr>
            <p:ph type="dt" sz="half" idx="10"/>
          </p:nvPr>
        </p:nvSpPr>
        <p:spPr/>
        <p:txBody>
          <a:bodyPr/>
          <a:lstStyle/>
          <a:p>
            <a:fld id="{046584BB-C434-4F3E-BD0C-56FCD0B24816}" type="datetime1">
              <a:rPr lang="en-US" smtClean="0"/>
              <a:t>2/10/2026</a:t>
            </a:fld>
            <a:endParaRPr lang="en-US"/>
          </a:p>
        </p:txBody>
      </p:sp>
      <p:sp>
        <p:nvSpPr>
          <p:cNvPr id="4" name="Footer Placeholder 3">
            <a:extLst>
              <a:ext uri="{FF2B5EF4-FFF2-40B4-BE49-F238E27FC236}">
                <a16:creationId xmlns:a16="http://schemas.microsoft.com/office/drawing/2014/main" id="{A32E4A64-28DA-4BCB-903B-0C2AB5DD43F0}"/>
              </a:ext>
            </a:extLst>
          </p:cNvPr>
          <p:cNvSpPr>
            <a:spLocks noGrp="1"/>
          </p:cNvSpPr>
          <p:nvPr>
            <p:ph type="ftr" sz="quarter" idx="11"/>
          </p:nvPr>
        </p:nvSpPr>
        <p:spPr/>
        <p:txBody>
          <a:bodyPr/>
          <a:lstStyle/>
          <a:p>
            <a:r>
              <a:rPr lang="en-US"/>
              <a:t>Operating Systems</a:t>
            </a:r>
          </a:p>
        </p:txBody>
      </p:sp>
      <p:sp>
        <p:nvSpPr>
          <p:cNvPr id="5" name="Slide Number Placeholder 4">
            <a:extLst>
              <a:ext uri="{FF2B5EF4-FFF2-40B4-BE49-F238E27FC236}">
                <a16:creationId xmlns:a16="http://schemas.microsoft.com/office/drawing/2014/main" id="{1362EF47-4BAF-438E-BFF8-6C806F186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97679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2DD21-4658-405D-B2C3-9B85D3D77813}"/>
              </a:ext>
            </a:extLst>
          </p:cNvPr>
          <p:cNvSpPr>
            <a:spLocks noGrp="1"/>
          </p:cNvSpPr>
          <p:nvPr>
            <p:ph type="dt" sz="half" idx="10"/>
          </p:nvPr>
        </p:nvSpPr>
        <p:spPr/>
        <p:txBody>
          <a:bodyPr/>
          <a:lstStyle/>
          <a:p>
            <a:fld id="{E76BBA68-3361-4BBC-8467-F2FA7738ABD3}" type="datetime1">
              <a:rPr lang="en-US" smtClean="0"/>
              <a:t>2/10/2026</a:t>
            </a:fld>
            <a:endParaRPr lang="en-US"/>
          </a:p>
        </p:txBody>
      </p:sp>
      <p:sp>
        <p:nvSpPr>
          <p:cNvPr id="3" name="Footer Placeholder 2">
            <a:extLst>
              <a:ext uri="{FF2B5EF4-FFF2-40B4-BE49-F238E27FC236}">
                <a16:creationId xmlns:a16="http://schemas.microsoft.com/office/drawing/2014/main" id="{0B8F90DF-D196-4982-9379-A12FD1999FB9}"/>
              </a:ext>
            </a:extLst>
          </p:cNvPr>
          <p:cNvSpPr>
            <a:spLocks noGrp="1"/>
          </p:cNvSpPr>
          <p:nvPr>
            <p:ph type="ftr" sz="quarter" idx="11"/>
          </p:nvPr>
        </p:nvSpPr>
        <p:spPr/>
        <p:txBody>
          <a:bodyPr/>
          <a:lstStyle/>
          <a:p>
            <a:r>
              <a:rPr lang="en-US"/>
              <a:t>Operating Systems</a:t>
            </a:r>
          </a:p>
        </p:txBody>
      </p:sp>
      <p:sp>
        <p:nvSpPr>
          <p:cNvPr id="4" name="Slide Number Placeholder 3">
            <a:extLst>
              <a:ext uri="{FF2B5EF4-FFF2-40B4-BE49-F238E27FC236}">
                <a16:creationId xmlns:a16="http://schemas.microsoft.com/office/drawing/2014/main" id="{D9CC7654-80F7-4116-966D-2D3D2BC2A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27915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29B0E-9BD9-44D9-9399-CB449D112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4051D0-651F-4845-8890-5B610674D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582CB8-8E30-4092-BCE6-75EE6CE567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8DC2B3-BBD0-4E62-99CD-DCB9D3F5E479}"/>
              </a:ext>
            </a:extLst>
          </p:cNvPr>
          <p:cNvSpPr>
            <a:spLocks noGrp="1"/>
          </p:cNvSpPr>
          <p:nvPr>
            <p:ph type="dt" sz="half" idx="10"/>
          </p:nvPr>
        </p:nvSpPr>
        <p:spPr/>
        <p:txBody>
          <a:bodyPr/>
          <a:lstStyle/>
          <a:p>
            <a:fld id="{91E3D98D-6704-4670-8FDC-09111D656BD4}" type="datetime1">
              <a:rPr lang="en-US" smtClean="0"/>
              <a:t>2/10/2026</a:t>
            </a:fld>
            <a:endParaRPr lang="en-US"/>
          </a:p>
        </p:txBody>
      </p:sp>
      <p:sp>
        <p:nvSpPr>
          <p:cNvPr id="6" name="Footer Placeholder 5">
            <a:extLst>
              <a:ext uri="{FF2B5EF4-FFF2-40B4-BE49-F238E27FC236}">
                <a16:creationId xmlns:a16="http://schemas.microsoft.com/office/drawing/2014/main" id="{D21A16E1-26F2-4022-9090-75A0FEB23F99}"/>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99AF83AA-1CE6-4EEA-8163-A440E285C78D}"/>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31479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22C12-A56B-46B7-9523-4E7765EBA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818F4B-7FBD-449C-9D81-7D29213753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D3098B-08EB-4860-ACC2-E8D7BEB69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AD0008-6CA4-4B93-8BDC-7B7AA42F6380}"/>
              </a:ext>
            </a:extLst>
          </p:cNvPr>
          <p:cNvSpPr>
            <a:spLocks noGrp="1"/>
          </p:cNvSpPr>
          <p:nvPr>
            <p:ph type="dt" sz="half" idx="10"/>
          </p:nvPr>
        </p:nvSpPr>
        <p:spPr/>
        <p:txBody>
          <a:bodyPr/>
          <a:lstStyle/>
          <a:p>
            <a:fld id="{04EA7458-5FA4-458B-AACF-1E599ACFA24A}" type="datetime1">
              <a:rPr lang="en-US" smtClean="0"/>
              <a:t>2/10/2026</a:t>
            </a:fld>
            <a:endParaRPr lang="en-US"/>
          </a:p>
        </p:txBody>
      </p:sp>
      <p:sp>
        <p:nvSpPr>
          <p:cNvPr id="6" name="Footer Placeholder 5">
            <a:extLst>
              <a:ext uri="{FF2B5EF4-FFF2-40B4-BE49-F238E27FC236}">
                <a16:creationId xmlns:a16="http://schemas.microsoft.com/office/drawing/2014/main" id="{19E3AF11-361E-4FC8-B142-5CFE9169A0FA}"/>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4BA3C41B-7EB8-4600-BEBB-0A45CF654E5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54012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7D78-2A6F-4D0E-822D-7539139C55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D071C0-3DC6-4B14-9F13-2FB2DD4268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B5082-8A34-496B-8055-45C8486F18A9}"/>
              </a:ext>
            </a:extLst>
          </p:cNvPr>
          <p:cNvSpPr>
            <a:spLocks noGrp="1"/>
          </p:cNvSpPr>
          <p:nvPr>
            <p:ph type="dt" sz="half" idx="10"/>
          </p:nvPr>
        </p:nvSpPr>
        <p:spPr/>
        <p:txBody>
          <a:bodyPr/>
          <a:lstStyle/>
          <a:p>
            <a:fld id="{99A94FA3-AC9C-4633-82C6-62F4B42E9A78}" type="datetime1">
              <a:rPr lang="en-US" smtClean="0"/>
              <a:t>2/10/2026</a:t>
            </a:fld>
            <a:endParaRPr lang="en-US"/>
          </a:p>
        </p:txBody>
      </p:sp>
      <p:sp>
        <p:nvSpPr>
          <p:cNvPr id="5" name="Footer Placeholder 4">
            <a:extLst>
              <a:ext uri="{FF2B5EF4-FFF2-40B4-BE49-F238E27FC236}">
                <a16:creationId xmlns:a16="http://schemas.microsoft.com/office/drawing/2014/main" id="{B2FC4C49-FC80-44C6-AC99-7EF245F8F8A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344B58D9-582A-4781-9C1A-4D75E5074D26}"/>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1241642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B2E5F-7BB4-42F5-B4AA-7F999C225F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30C69-8C0C-4E02-AB30-8518634C9F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9A658-BB07-4BF1-B2A6-B1BA2897B3F9}"/>
              </a:ext>
            </a:extLst>
          </p:cNvPr>
          <p:cNvSpPr>
            <a:spLocks noGrp="1"/>
          </p:cNvSpPr>
          <p:nvPr>
            <p:ph type="dt" sz="half" idx="10"/>
          </p:nvPr>
        </p:nvSpPr>
        <p:spPr/>
        <p:txBody>
          <a:bodyPr/>
          <a:lstStyle/>
          <a:p>
            <a:fld id="{91274142-9EFA-4C85-84A3-BE41724A2D18}" type="datetime1">
              <a:rPr lang="en-US" smtClean="0"/>
              <a:t>2/10/2026</a:t>
            </a:fld>
            <a:endParaRPr lang="en-US"/>
          </a:p>
        </p:txBody>
      </p:sp>
      <p:sp>
        <p:nvSpPr>
          <p:cNvPr id="5" name="Footer Placeholder 4">
            <a:extLst>
              <a:ext uri="{FF2B5EF4-FFF2-40B4-BE49-F238E27FC236}">
                <a16:creationId xmlns:a16="http://schemas.microsoft.com/office/drawing/2014/main" id="{6F6DF58F-2272-487B-A973-40A781C314D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73302C37-591F-410C-B5AA-8C515F26CE14}"/>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91906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1D8EC-B3EC-45B8-80A9-EB2955321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BE5CB1-9A52-407D-9714-6B719FE97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07748-238B-4EDD-8118-BD7336FFF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EB07D-1FD2-40D5-B059-0935C37A919D}" type="datetime1">
              <a:rPr lang="en-US" smtClean="0"/>
              <a:t>2/10/2026</a:t>
            </a:fld>
            <a:endParaRPr lang="en-US"/>
          </a:p>
        </p:txBody>
      </p:sp>
      <p:sp>
        <p:nvSpPr>
          <p:cNvPr id="5" name="Footer Placeholder 4">
            <a:extLst>
              <a:ext uri="{FF2B5EF4-FFF2-40B4-BE49-F238E27FC236}">
                <a16:creationId xmlns:a16="http://schemas.microsoft.com/office/drawing/2014/main" id="{109277D7-910E-4130-B9EE-C5EFBB05E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a:t>
            </a:r>
          </a:p>
        </p:txBody>
      </p:sp>
      <p:sp>
        <p:nvSpPr>
          <p:cNvPr id="6" name="Slide Number Placeholder 5">
            <a:extLst>
              <a:ext uri="{FF2B5EF4-FFF2-40B4-BE49-F238E27FC236}">
                <a16:creationId xmlns:a16="http://schemas.microsoft.com/office/drawing/2014/main" id="{62CDCC63-9F16-4EEB-858E-FC2CFC17C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559AE-1842-40A5-A2A9-0518F39FD1A9}" type="slidenum">
              <a:rPr lang="en-US" smtClean="0"/>
              <a:t>‹#›</a:t>
            </a:fld>
            <a:endParaRPr lang="en-US"/>
          </a:p>
        </p:txBody>
      </p:sp>
    </p:spTree>
    <p:extLst>
      <p:ext uri="{BB962C8B-B14F-4D97-AF65-F5344CB8AC3E}">
        <p14:creationId xmlns:p14="http://schemas.microsoft.com/office/powerpoint/2010/main" val="342172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hyperlink" Target="https://mahindraecolecentrale-my.sharepoint.com/:w:/g/personal/avinash_chauhan_mahindrauniversity_edu_in/IQCGWPrhKbbjQrCbR5rCMcnuAZLg0EYlQ6FrU2vOyFECp0A?e=pOSdC4" TargetMode="External"/><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hyperlink" Target="https://www.memecreator.org/meme/agile-scrum-or-cmmi-8/" TargetMode="External"/><Relationship Id="rId4" Type="http://schemas.openxmlformats.org/officeDocument/2006/relationships/hyperlink" Target="https://sprinto.com/blog/compliance-mem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870F2-A17E-4535-8ECE-F608007055B7}"/>
              </a:ext>
            </a:extLst>
          </p:cNvPr>
          <p:cNvSpPr>
            <a:spLocks noGrp="1"/>
          </p:cNvSpPr>
          <p:nvPr>
            <p:ph type="ctrTitle"/>
          </p:nvPr>
        </p:nvSpPr>
        <p:spPr>
          <a:xfrm>
            <a:off x="1524000" y="1568061"/>
            <a:ext cx="9144000" cy="2387600"/>
          </a:xfrm>
        </p:spPr>
        <p:txBody>
          <a:bodyPr>
            <a:normAutofit/>
          </a:bodyPr>
          <a:lstStyle/>
          <a:p>
            <a:r>
              <a:rPr lang="en-US" dirty="0"/>
              <a:t>Software Engineering</a:t>
            </a:r>
            <a:br>
              <a:rPr lang="en-US" dirty="0"/>
            </a:br>
            <a:r>
              <a:rPr lang="en-US" sz="4000" dirty="0"/>
              <a:t>(CS3201)</a:t>
            </a:r>
            <a:br>
              <a:rPr lang="en-US" sz="4000" dirty="0">
                <a:ea typeface="Calibri Light"/>
                <a:cs typeface="Calibri Light"/>
              </a:rPr>
            </a:br>
            <a:r>
              <a:rPr lang="en-US" sz="2500" dirty="0">
                <a:ea typeface="Calibri Light"/>
                <a:cs typeface="Calibri Light"/>
              </a:rPr>
              <a:t>CMMI</a:t>
            </a:r>
            <a:br>
              <a:rPr lang="en-US" dirty="0"/>
            </a:br>
            <a:endParaRPr lang="en-US" sz="4000">
              <a:cs typeface="Calibri Light"/>
            </a:endParaRPr>
          </a:p>
        </p:txBody>
      </p:sp>
      <p:sp>
        <p:nvSpPr>
          <p:cNvPr id="3" name="Subtitle 2">
            <a:extLst>
              <a:ext uri="{FF2B5EF4-FFF2-40B4-BE49-F238E27FC236}">
                <a16:creationId xmlns:a16="http://schemas.microsoft.com/office/drawing/2014/main" id="{445A8E92-73AA-4E3A-9516-63C46A8A4304}"/>
              </a:ext>
            </a:extLst>
          </p:cNvPr>
          <p:cNvSpPr>
            <a:spLocks noGrp="1"/>
          </p:cNvSpPr>
          <p:nvPr>
            <p:ph type="subTitle" idx="1"/>
          </p:nvPr>
        </p:nvSpPr>
        <p:spPr>
          <a:xfrm>
            <a:off x="1524000" y="3960626"/>
            <a:ext cx="9144000" cy="1655762"/>
          </a:xfrm>
        </p:spPr>
        <p:txBody>
          <a:bodyPr/>
          <a:lstStyle/>
          <a:p>
            <a:r>
              <a:rPr lang="en-US"/>
              <a:t>Avinash</a:t>
            </a:r>
          </a:p>
        </p:txBody>
      </p:sp>
      <p:pic>
        <p:nvPicPr>
          <p:cNvPr id="5" name="Picture 4">
            <a:extLst>
              <a:ext uri="{FF2B5EF4-FFF2-40B4-BE49-F238E27FC236}">
                <a16:creationId xmlns:a16="http://schemas.microsoft.com/office/drawing/2014/main" id="{ED6C0CC1-7E7A-46BB-AEDF-E956EA6F0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7575" y="5235388"/>
            <a:ext cx="5276850" cy="762000"/>
          </a:xfrm>
          <a:prstGeom prst="rect">
            <a:avLst/>
          </a:prstGeom>
        </p:spPr>
      </p:pic>
    </p:spTree>
    <p:extLst>
      <p:ext uri="{BB962C8B-B14F-4D97-AF65-F5344CB8AC3E}">
        <p14:creationId xmlns:p14="http://schemas.microsoft.com/office/powerpoint/2010/main" val="1540275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dirty="0">
                <a:cs typeface="Calibri Light"/>
              </a:rPr>
              <a:t>Why is Software Development difficult?</a:t>
            </a:r>
            <a:endParaRPr lang="en-US" dirty="0"/>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sz="2400" dirty="0">
                <a:ea typeface="+mn-lt"/>
                <a:cs typeface="+mn-lt"/>
              </a:rPr>
              <a:t>Communication</a:t>
            </a:r>
            <a:endParaRPr lang="en-US" sz="2400" dirty="0">
              <a:ea typeface="Calibri" panose="020F0502020204030204"/>
              <a:cs typeface="Calibri"/>
            </a:endParaRPr>
          </a:p>
          <a:p>
            <a:pPr lvl="1"/>
            <a:r>
              <a:rPr lang="en-US" sz="2000" dirty="0">
                <a:ea typeface="+mn-lt"/>
                <a:cs typeface="+mn-lt"/>
              </a:rPr>
              <a:t>Between customer and  developer</a:t>
            </a:r>
          </a:p>
          <a:p>
            <a:pPr lvl="2"/>
            <a:r>
              <a:rPr lang="en-US" sz="1600" dirty="0">
                <a:ea typeface="+mn-lt"/>
                <a:cs typeface="+mn-lt"/>
              </a:rPr>
              <a:t>Poor problem definition is largest cause of failed software projects</a:t>
            </a:r>
            <a:endParaRPr lang="en-US" sz="1600" dirty="0">
              <a:ea typeface="Calibri" panose="020F0502020204030204"/>
              <a:cs typeface="Calibri" panose="020F0502020204030204"/>
            </a:endParaRPr>
          </a:p>
          <a:p>
            <a:pPr lvl="1"/>
            <a:r>
              <a:rPr lang="en-US" sz="2000" dirty="0">
                <a:ea typeface="+mn-lt"/>
                <a:cs typeface="+mn-lt"/>
              </a:rPr>
              <a:t>Within development team</a:t>
            </a:r>
            <a:endParaRPr lang="en-US" sz="2000" dirty="0">
              <a:ea typeface="Calibri" panose="020F0502020204030204"/>
              <a:cs typeface="Calibri" panose="020F0502020204030204"/>
            </a:endParaRPr>
          </a:p>
          <a:p>
            <a:pPr lvl="2"/>
            <a:r>
              <a:rPr lang="en-US" sz="1600" dirty="0">
                <a:ea typeface="+mn-lt"/>
                <a:cs typeface="+mn-lt"/>
              </a:rPr>
              <a:t>More people = more communication, new programmers need training</a:t>
            </a:r>
          </a:p>
          <a:p>
            <a:r>
              <a:rPr lang="en-US" sz="2400" dirty="0">
                <a:ea typeface="+mn-lt"/>
                <a:cs typeface="+mn-lt"/>
              </a:rPr>
              <a:t>Project</a:t>
            </a:r>
            <a:r>
              <a:rPr lang="en-US" sz="2400" dirty="0">
                <a:ea typeface="Calibri"/>
                <a:cs typeface="Calibri"/>
              </a:rPr>
              <a:t> characteristics</a:t>
            </a:r>
          </a:p>
          <a:p>
            <a:pPr lvl="1"/>
            <a:r>
              <a:rPr lang="en-US" sz="2000" dirty="0">
                <a:ea typeface="Calibri"/>
                <a:cs typeface="Calibri"/>
              </a:rPr>
              <a:t>Novelty (but hey, this is welcome! Right?)</a:t>
            </a:r>
          </a:p>
          <a:p>
            <a:pPr lvl="1"/>
            <a:r>
              <a:rPr lang="en-US" sz="2000" dirty="0">
                <a:ea typeface="Calibri"/>
                <a:cs typeface="Calibri"/>
              </a:rPr>
              <a:t>Changing requirements</a:t>
            </a:r>
          </a:p>
          <a:p>
            <a:pPr lvl="1"/>
            <a:r>
              <a:rPr lang="en-US" sz="2000" dirty="0">
                <a:ea typeface="Calibri"/>
                <a:cs typeface="Calibri"/>
              </a:rPr>
              <a:t>5 x cost during development (bug fixes, refactoring, etc.)</a:t>
            </a:r>
          </a:p>
          <a:p>
            <a:pPr lvl="1"/>
            <a:r>
              <a:rPr lang="en-US" sz="2000" dirty="0">
                <a:ea typeface="Calibri"/>
                <a:cs typeface="Calibri"/>
              </a:rPr>
              <a:t>Up to 100 x cost during maintenance (production bugs, legacy software maintenance)</a:t>
            </a:r>
          </a:p>
          <a:p>
            <a:pPr lvl="1"/>
            <a:r>
              <a:rPr lang="en-US" sz="2000" dirty="0">
                <a:ea typeface="Calibri"/>
                <a:cs typeface="Calibri"/>
              </a:rPr>
              <a:t>Hardware/software configuration (running software on various platforms)</a:t>
            </a:r>
          </a:p>
          <a:p>
            <a:pPr lvl="1"/>
            <a:r>
              <a:rPr lang="en-US" sz="2000" dirty="0">
                <a:ea typeface="Calibri"/>
                <a:cs typeface="Calibri"/>
              </a:rPr>
              <a:t>Security requirements (more ubiquitous, more security concerns)</a:t>
            </a:r>
          </a:p>
          <a:p>
            <a:pPr lvl="1"/>
            <a:r>
              <a:rPr lang="en-US" sz="2000" dirty="0">
                <a:ea typeface="Calibri"/>
                <a:cs typeface="Calibri"/>
              </a:rPr>
              <a:t>Real time requirements (more stringent constraints)</a:t>
            </a:r>
          </a:p>
          <a:p>
            <a:pPr lvl="1"/>
            <a:r>
              <a:rPr lang="en-US" sz="2000" dirty="0">
                <a:ea typeface="Calibri"/>
                <a:cs typeface="Calibri"/>
              </a:rPr>
              <a:t>Reliability requirements</a:t>
            </a: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662289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AE63D-778A-492C-3492-FC5FADB42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7BE30F-58CD-0074-BDA2-90774FCF01C4}"/>
              </a:ext>
            </a:extLst>
          </p:cNvPr>
          <p:cNvSpPr>
            <a:spLocks noGrp="1"/>
          </p:cNvSpPr>
          <p:nvPr>
            <p:ph type="title"/>
          </p:nvPr>
        </p:nvSpPr>
        <p:spPr/>
        <p:txBody>
          <a:bodyPr/>
          <a:lstStyle/>
          <a:p>
            <a:r>
              <a:rPr lang="en-GB" dirty="0">
                <a:cs typeface="Calibri Light"/>
              </a:rPr>
              <a:t>Process and Process Maturity</a:t>
            </a:r>
            <a:endParaRPr lang="en-US" dirty="0"/>
          </a:p>
        </p:txBody>
      </p:sp>
      <p:sp>
        <p:nvSpPr>
          <p:cNvPr id="3" name="Content Placeholder 2">
            <a:extLst>
              <a:ext uri="{FF2B5EF4-FFF2-40B4-BE49-F238E27FC236}">
                <a16:creationId xmlns:a16="http://schemas.microsoft.com/office/drawing/2014/main" id="{C7BC167F-F08D-BCB5-B4C1-0A7101E0F3C9}"/>
              </a:ext>
            </a:extLst>
          </p:cNvPr>
          <p:cNvSpPr>
            <a:spLocks noGrp="1"/>
          </p:cNvSpPr>
          <p:nvPr>
            <p:ph idx="1"/>
          </p:nvPr>
        </p:nvSpPr>
        <p:spPr>
          <a:xfrm>
            <a:off x="838200" y="1690328"/>
            <a:ext cx="10515600" cy="5203675"/>
          </a:xfrm>
        </p:spPr>
        <p:txBody>
          <a:bodyPr vert="horz" lIns="91440" tIns="45720" rIns="91440" bIns="45720" rtlCol="0" anchor="t">
            <a:normAutofit lnSpcReduction="10000"/>
          </a:bodyPr>
          <a:lstStyle/>
          <a:p>
            <a:r>
              <a:rPr lang="en-US" dirty="0">
                <a:ea typeface="Calibri" panose="020F0502020204030204"/>
                <a:cs typeface="Calibri"/>
              </a:rPr>
              <a:t>Software Process</a:t>
            </a:r>
          </a:p>
          <a:p>
            <a:pPr marL="685800">
              <a:spcBef>
                <a:spcPts val="500"/>
              </a:spcBef>
            </a:pPr>
            <a:r>
              <a:rPr lang="en-US" sz="2400" dirty="0">
                <a:ea typeface="+mn-lt"/>
                <a:cs typeface="+mn-lt"/>
              </a:rPr>
              <a:t>Set of activities, methods, practices, and transformations (things converted as part of process) that people use to develop and maintain software and the associated products (e.g., project plans, design documents, code, test cases, user manuals)</a:t>
            </a:r>
          </a:p>
          <a:p>
            <a:pPr marL="685800">
              <a:spcBef>
                <a:spcPts val="500"/>
              </a:spcBef>
            </a:pPr>
            <a:r>
              <a:rPr lang="en-US" sz="2400" dirty="0">
                <a:ea typeface="Calibri" panose="020F0502020204030204"/>
                <a:cs typeface="Calibri"/>
              </a:rPr>
              <a:t>Examples: Waterfall model, Incremental model, Agile methods, etc.</a:t>
            </a:r>
          </a:p>
          <a:p>
            <a:pPr marL="685800">
              <a:spcBef>
                <a:spcPts val="500"/>
              </a:spcBef>
            </a:pPr>
            <a:endParaRPr lang="en-US" dirty="0">
              <a:ea typeface="Calibri" panose="020F0502020204030204"/>
              <a:cs typeface="Calibri"/>
            </a:endParaRPr>
          </a:p>
          <a:p>
            <a:pPr>
              <a:spcBef>
                <a:spcPts val="500"/>
              </a:spcBef>
            </a:pPr>
            <a:r>
              <a:rPr lang="en-US" dirty="0">
                <a:ea typeface="Calibri" panose="020F0502020204030204"/>
                <a:cs typeface="Calibri"/>
              </a:rPr>
              <a:t>Software Process Maturity (how good is process of software dev?)</a:t>
            </a:r>
          </a:p>
          <a:p>
            <a:pPr lvl="1"/>
            <a:r>
              <a:rPr lang="en-US" dirty="0">
                <a:ea typeface="+mn-lt"/>
                <a:cs typeface="+mn-lt"/>
              </a:rPr>
              <a:t>Defines to what extent an organizations' processes are mature (how good)</a:t>
            </a:r>
          </a:p>
          <a:p>
            <a:pPr lvl="1"/>
            <a:r>
              <a:rPr lang="en-US" dirty="0">
                <a:ea typeface="+mn-lt"/>
                <a:cs typeface="+mn-lt"/>
              </a:rPr>
              <a:t>"Describes the range of expected results that can be achieved by following a software process" (better the process, more likely to predict results)</a:t>
            </a:r>
            <a:endParaRPr lang="en-US" dirty="0"/>
          </a:p>
          <a:p>
            <a:pPr lvl="1"/>
            <a:r>
              <a:rPr lang="en-US" dirty="0">
                <a:highlight>
                  <a:srgbClr val="FFFF00"/>
                </a:highlight>
                <a:ea typeface="+mn-lt"/>
                <a:cs typeface="+mn-lt"/>
              </a:rPr>
              <a:t>Means of predicting the most likely outcomes</a:t>
            </a:r>
            <a:r>
              <a:rPr lang="en-US" dirty="0">
                <a:ea typeface="+mn-lt"/>
                <a:cs typeface="+mn-lt"/>
              </a:rPr>
              <a:t> to be expected from the next software project the organization undertakes – standard procedure bring predictability</a:t>
            </a:r>
            <a:endParaRPr lang="en-US" dirty="0">
              <a:ea typeface="Calibri" panose="020F0502020204030204"/>
              <a:cs typeface="Calibri"/>
            </a:endParaRPr>
          </a:p>
          <a:p>
            <a:pPr lvl="1"/>
            <a:r>
              <a:rPr lang="en-US" dirty="0">
                <a:ea typeface="Calibri" panose="020F0502020204030204"/>
                <a:cs typeface="Calibri"/>
              </a:rPr>
              <a:t>In simpler words – how good a team is at delivering high quality software</a:t>
            </a: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C90B77B7-82A1-6262-5680-E2B2E35C0D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ACB0FE3-F9A5-9B5A-01C4-B0DD3B62DFE2}"/>
              </a:ext>
            </a:extLst>
          </p:cNvPr>
          <p:cNvSpPr>
            <a:spLocks noGrp="1"/>
          </p:cNvSpPr>
          <p:nvPr>
            <p:ph type="sldNum" sz="quarter" idx="12"/>
          </p:nvPr>
        </p:nvSpPr>
        <p:spPr/>
        <p:txBody>
          <a:bodyPr/>
          <a:lstStyle/>
          <a:p>
            <a:fld id="{008559AE-1842-40A5-A2A9-0518F39FD1A9}" type="slidenum">
              <a:rPr lang="en-US" smtClean="0"/>
              <a:t>3</a:t>
            </a:fld>
            <a:endParaRPr lang="en-GB"/>
          </a:p>
        </p:txBody>
      </p:sp>
      <p:sp>
        <p:nvSpPr>
          <p:cNvPr id="7" name="Footer Placeholder 6">
            <a:extLst>
              <a:ext uri="{FF2B5EF4-FFF2-40B4-BE49-F238E27FC236}">
                <a16:creationId xmlns:a16="http://schemas.microsoft.com/office/drawing/2014/main" id="{D36187E4-7162-A349-F58A-B7AE9A16C75B}"/>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224388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B3A54-7949-CC4F-A4CA-2D3A7862A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DC4371-3A36-0633-EA83-5DE614C76D50}"/>
              </a:ext>
            </a:extLst>
          </p:cNvPr>
          <p:cNvSpPr>
            <a:spLocks noGrp="1"/>
          </p:cNvSpPr>
          <p:nvPr>
            <p:ph type="title"/>
          </p:nvPr>
        </p:nvSpPr>
        <p:spPr/>
        <p:txBody>
          <a:bodyPr/>
          <a:lstStyle/>
          <a:p>
            <a:r>
              <a:rPr lang="en-GB" dirty="0">
                <a:ea typeface="Calibri Light"/>
                <a:cs typeface="Calibri Light"/>
              </a:rPr>
              <a:t>Introduction – Process Areas and succinct summary of all the slides in this lecture</a:t>
            </a:r>
          </a:p>
        </p:txBody>
      </p:sp>
      <p:sp>
        <p:nvSpPr>
          <p:cNvPr id="3" name="Content Placeholder 2">
            <a:extLst>
              <a:ext uri="{FF2B5EF4-FFF2-40B4-BE49-F238E27FC236}">
                <a16:creationId xmlns:a16="http://schemas.microsoft.com/office/drawing/2014/main" id="{1FB7ACFA-B7AE-680E-EE82-811DEEF019A9}"/>
              </a:ext>
            </a:extLst>
          </p:cNvPr>
          <p:cNvSpPr>
            <a:spLocks noGrp="1"/>
          </p:cNvSpPr>
          <p:nvPr>
            <p:ph idx="1"/>
          </p:nvPr>
        </p:nvSpPr>
        <p:spPr>
          <a:xfrm>
            <a:off x="838200" y="1690328"/>
            <a:ext cx="10515600" cy="5203675"/>
          </a:xfrm>
        </p:spPr>
        <p:txBody>
          <a:bodyPr vert="horz" lIns="91440" tIns="45720" rIns="91440" bIns="45720" rtlCol="0" anchor="t">
            <a:normAutofit/>
          </a:bodyPr>
          <a:lstStyle/>
          <a:p>
            <a:r>
              <a:rPr lang="en-US" dirty="0">
                <a:ea typeface="Calibri"/>
                <a:cs typeface="Calibri"/>
              </a:rPr>
              <a:t>So far, we have seen SDLC (Process) and SDLC phases</a:t>
            </a:r>
          </a:p>
          <a:p>
            <a:r>
              <a:rPr lang="en-US" dirty="0">
                <a:ea typeface="Calibri"/>
                <a:cs typeface="Calibri"/>
              </a:rPr>
              <a:t>Now we look at process areas</a:t>
            </a:r>
          </a:p>
          <a:p>
            <a:r>
              <a:rPr lang="en-US" dirty="0">
                <a:ea typeface="Calibri"/>
                <a:cs typeface="Calibri"/>
              </a:rPr>
              <a:t>Process areas are the building blocks of CMMI (coming next)</a:t>
            </a:r>
          </a:p>
          <a:p>
            <a:r>
              <a:rPr lang="en-US" dirty="0">
                <a:ea typeface="Calibri"/>
                <a:cs typeface="Calibri"/>
              </a:rPr>
              <a:t>Each process area defines a </a:t>
            </a:r>
            <a:r>
              <a:rPr lang="en-US" dirty="0">
                <a:highlight>
                  <a:srgbClr val="FFFF00"/>
                </a:highlight>
                <a:ea typeface="Calibri"/>
                <a:cs typeface="Calibri"/>
              </a:rPr>
              <a:t>specific organizational feature</a:t>
            </a:r>
          </a:p>
          <a:p>
            <a:r>
              <a:rPr lang="en-US" dirty="0">
                <a:ea typeface="Calibri"/>
                <a:cs typeface="Calibri"/>
              </a:rPr>
              <a:t>Example: </a:t>
            </a:r>
            <a:r>
              <a:rPr lang="en-US" b="1" dirty="0">
                <a:ea typeface="Calibri"/>
                <a:cs typeface="Calibri"/>
              </a:rPr>
              <a:t>Project planning</a:t>
            </a:r>
            <a:r>
              <a:rPr lang="en-US" dirty="0">
                <a:ea typeface="Calibri"/>
                <a:cs typeface="Calibri"/>
              </a:rPr>
              <a:t> is a process area which focuses on how well a project is planned – estimate making, scheduling, resource allocation, etc.</a:t>
            </a:r>
          </a:p>
          <a:p>
            <a:endParaRPr lang="en-US" dirty="0">
              <a:ea typeface="Calibri"/>
              <a:cs typeface="Calibri"/>
            </a:endParaRPr>
          </a:p>
          <a:p>
            <a:r>
              <a:rPr lang="en-US" dirty="0">
                <a:ea typeface="Calibri"/>
                <a:cs typeface="Calibri"/>
              </a:rPr>
              <a:t>Think of it this way, a </a:t>
            </a:r>
            <a:r>
              <a:rPr lang="en-US" b="1" dirty="0">
                <a:ea typeface="Calibri"/>
                <a:cs typeface="Calibri"/>
              </a:rPr>
              <a:t>Process Area</a:t>
            </a:r>
            <a:r>
              <a:rPr lang="en-US" dirty="0">
                <a:ea typeface="Calibri"/>
                <a:cs typeface="Calibri"/>
              </a:rPr>
              <a:t> can be a skill (time management for exam prep.), </a:t>
            </a:r>
            <a:r>
              <a:rPr lang="en-US" b="1" dirty="0">
                <a:ea typeface="Calibri"/>
                <a:cs typeface="Calibri"/>
              </a:rPr>
              <a:t>Capability</a:t>
            </a:r>
            <a:r>
              <a:rPr lang="en-US" dirty="0">
                <a:ea typeface="Calibri"/>
                <a:cs typeface="Calibri"/>
              </a:rPr>
              <a:t> is how good you are at that skill, and </a:t>
            </a:r>
            <a:r>
              <a:rPr lang="en-US" b="1" dirty="0">
                <a:ea typeface="Calibri"/>
                <a:cs typeface="Calibri"/>
              </a:rPr>
              <a:t>Maturity</a:t>
            </a:r>
            <a:r>
              <a:rPr lang="en-US" dirty="0">
                <a:ea typeface="Calibri"/>
                <a:cs typeface="Calibri"/>
              </a:rPr>
              <a:t> is how good is your overall process/ method to learning</a:t>
            </a:r>
          </a:p>
          <a:p>
            <a:endParaRPr lang="en-US" dirty="0">
              <a:ea typeface="Calibri"/>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AA1E0D05-BBDF-E1E5-EE06-B1721B995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14B911F-CA84-D1CD-28AE-EC56242541B0}"/>
              </a:ext>
            </a:extLst>
          </p:cNvPr>
          <p:cNvSpPr>
            <a:spLocks noGrp="1"/>
          </p:cNvSpPr>
          <p:nvPr>
            <p:ph type="sldNum" sz="quarter" idx="12"/>
          </p:nvPr>
        </p:nvSpPr>
        <p:spPr/>
        <p:txBody>
          <a:bodyPr/>
          <a:lstStyle/>
          <a:p>
            <a:fld id="{008559AE-1842-40A5-A2A9-0518F39FD1A9}" type="slidenum">
              <a:rPr lang="en-US" smtClean="0"/>
              <a:t>4</a:t>
            </a:fld>
            <a:endParaRPr lang="en-GB"/>
          </a:p>
        </p:txBody>
      </p:sp>
      <p:sp>
        <p:nvSpPr>
          <p:cNvPr id="7" name="Footer Placeholder 6">
            <a:extLst>
              <a:ext uri="{FF2B5EF4-FFF2-40B4-BE49-F238E27FC236}">
                <a16:creationId xmlns:a16="http://schemas.microsoft.com/office/drawing/2014/main" id="{74C2C36C-17BF-14F3-5517-093BE613D87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383946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dirty="0">
                <a:ea typeface="Calibri" panose="020F0502020204030204"/>
                <a:cs typeface="Calibri"/>
              </a:rPr>
              <a:t>Capability Maturity Model Integration (CMMI)</a:t>
            </a:r>
            <a:endParaRPr lang="en-US" dirty="0"/>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5</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396591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3AFA5-A56D-A6C0-9DA0-6EBA42217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7B7D4-FAF1-9FC4-48E2-D32C47D54C4B}"/>
              </a:ext>
            </a:extLst>
          </p:cNvPr>
          <p:cNvSpPr>
            <a:spLocks noGrp="1"/>
          </p:cNvSpPr>
          <p:nvPr>
            <p:ph type="title"/>
          </p:nvPr>
        </p:nvSpPr>
        <p:spPr/>
        <p:txBody>
          <a:bodyPr/>
          <a:lstStyle/>
          <a:p>
            <a:r>
              <a:rPr lang="en-GB" dirty="0">
                <a:ea typeface="Calibri Light"/>
                <a:cs typeface="Calibri Light"/>
              </a:rPr>
              <a:t>CMMI – Introduction (A café cum library)</a:t>
            </a:r>
          </a:p>
        </p:txBody>
      </p:sp>
      <p:sp>
        <p:nvSpPr>
          <p:cNvPr id="3" name="Content Placeholder 2">
            <a:extLst>
              <a:ext uri="{FF2B5EF4-FFF2-40B4-BE49-F238E27FC236}">
                <a16:creationId xmlns:a16="http://schemas.microsoft.com/office/drawing/2014/main" id="{5F1B5996-8BAC-958F-3C6A-8DE33772D6E7}"/>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panose="020F0502020204030204"/>
                <a:cs typeface="Calibri"/>
              </a:rPr>
              <a:t>You just opened a new café (this was my friend's idea, I wanted a library, we came upon a compromise, as you can imagine, library cum café, nice quaint space to read and/ or munch, NOT TOGETHER) - that’s me and my friend (see picture)</a:t>
            </a:r>
            <a:endParaRPr lang="en-US" dirty="0"/>
          </a:p>
          <a:p>
            <a:r>
              <a:rPr lang="en-US" dirty="0">
                <a:ea typeface="Calibri" panose="020F0502020204030204"/>
                <a:cs typeface="Calibri"/>
              </a:rPr>
              <a:t>Goal: </a:t>
            </a:r>
            <a:r>
              <a:rPr lang="en-US" b="1" dirty="0">
                <a:ea typeface="Calibri" panose="020F0502020204030204"/>
                <a:cs typeface="Calibri"/>
              </a:rPr>
              <a:t>Serve delicious food</a:t>
            </a:r>
            <a:r>
              <a:rPr lang="en-US" dirty="0">
                <a:ea typeface="Calibri" panose="020F0502020204030204"/>
                <a:cs typeface="Calibri"/>
              </a:rPr>
              <a:t> (the actual goal is to make people happy, and how does a café do that, with delicious food), run a </a:t>
            </a:r>
            <a:r>
              <a:rPr lang="en-US" b="1" dirty="0">
                <a:ea typeface="Calibri" panose="020F0502020204030204"/>
                <a:cs typeface="Calibri"/>
              </a:rPr>
              <a:t>smooth</a:t>
            </a:r>
            <a:r>
              <a:rPr lang="en-US" dirty="0">
                <a:ea typeface="Calibri" panose="020F0502020204030204"/>
                <a:cs typeface="Calibri"/>
              </a:rPr>
              <a:t> business</a:t>
            </a:r>
          </a:p>
          <a:p>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CBBA8AAA-7FA6-92CA-EDEE-75F559415D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6E51B4D-A1D1-5911-8E08-F1375AEF7DBF}"/>
              </a:ext>
            </a:extLst>
          </p:cNvPr>
          <p:cNvSpPr>
            <a:spLocks noGrp="1"/>
          </p:cNvSpPr>
          <p:nvPr>
            <p:ph type="sldNum" sz="quarter" idx="12"/>
          </p:nvPr>
        </p:nvSpPr>
        <p:spPr/>
        <p:txBody>
          <a:bodyPr/>
          <a:lstStyle/>
          <a:p>
            <a:fld id="{008559AE-1842-40A5-A2A9-0518F39FD1A9}" type="slidenum">
              <a:rPr lang="en-US" smtClean="0"/>
              <a:t>6</a:t>
            </a:fld>
            <a:endParaRPr lang="en-GB"/>
          </a:p>
        </p:txBody>
      </p:sp>
      <p:sp>
        <p:nvSpPr>
          <p:cNvPr id="7" name="Footer Placeholder 6">
            <a:extLst>
              <a:ext uri="{FF2B5EF4-FFF2-40B4-BE49-F238E27FC236}">
                <a16:creationId xmlns:a16="http://schemas.microsoft.com/office/drawing/2014/main" id="{EE21092A-DC48-2A26-D045-0ADE5F2C77CE}"/>
              </a:ext>
            </a:extLst>
          </p:cNvPr>
          <p:cNvSpPr>
            <a:spLocks noGrp="1"/>
          </p:cNvSpPr>
          <p:nvPr>
            <p:ph type="ftr" sz="quarter" idx="11"/>
          </p:nvPr>
        </p:nvSpPr>
        <p:spPr/>
        <p:txBody>
          <a:bodyPr/>
          <a:lstStyle/>
          <a:p>
            <a:r>
              <a:rPr lang="en-US"/>
              <a:t>Software Engineering</a:t>
            </a:r>
          </a:p>
        </p:txBody>
      </p:sp>
      <p:pic>
        <p:nvPicPr>
          <p:cNvPr id="4" name="Picture 3" descr="A person taking a picture of a person on a stone wall&#10;&#10;AI-generated content may be incorrect.">
            <a:extLst>
              <a:ext uri="{FF2B5EF4-FFF2-40B4-BE49-F238E27FC236}">
                <a16:creationId xmlns:a16="http://schemas.microsoft.com/office/drawing/2014/main" id="{B0495E95-B2EA-C109-D74F-DFC74E966920}"/>
              </a:ext>
            </a:extLst>
          </p:cNvPr>
          <p:cNvPicPr>
            <a:picLocks noChangeAspect="1"/>
          </p:cNvPicPr>
          <p:nvPr/>
        </p:nvPicPr>
        <p:blipFill>
          <a:blip r:embed="rId4"/>
          <a:srcRect l="13107" t="24821" r="-920" b="34764"/>
          <a:stretch>
            <a:fillRect/>
          </a:stretch>
        </p:blipFill>
        <p:spPr>
          <a:xfrm>
            <a:off x="9600775" y="4221191"/>
            <a:ext cx="2542632" cy="2635180"/>
          </a:xfrm>
          <a:prstGeom prst="rect">
            <a:avLst/>
          </a:prstGeom>
        </p:spPr>
      </p:pic>
    </p:spTree>
    <p:extLst>
      <p:ext uri="{BB962C8B-B14F-4D97-AF65-F5344CB8AC3E}">
        <p14:creationId xmlns:p14="http://schemas.microsoft.com/office/powerpoint/2010/main" val="2802681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116E5-4EBE-00F1-8A60-D3F6C290D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B3FE0F-82A3-3BD9-1B9D-F90A7008BA03}"/>
              </a:ext>
            </a:extLst>
          </p:cNvPr>
          <p:cNvSpPr>
            <a:spLocks noGrp="1"/>
          </p:cNvSpPr>
          <p:nvPr>
            <p:ph type="title"/>
          </p:nvPr>
        </p:nvSpPr>
        <p:spPr/>
        <p:txBody>
          <a:bodyPr/>
          <a:lstStyle/>
          <a:p>
            <a:r>
              <a:rPr lang="en-GB" dirty="0">
                <a:ea typeface="Calibri Light"/>
                <a:cs typeface="Calibri Light"/>
              </a:rPr>
              <a:t>Café setting: CMMI Level 1: Initial (Chaotic)</a:t>
            </a:r>
          </a:p>
        </p:txBody>
      </p:sp>
      <p:sp>
        <p:nvSpPr>
          <p:cNvPr id="3" name="Content Placeholder 2">
            <a:extLst>
              <a:ext uri="{FF2B5EF4-FFF2-40B4-BE49-F238E27FC236}">
                <a16:creationId xmlns:a16="http://schemas.microsoft.com/office/drawing/2014/main" id="{807A9B47-1DB8-3387-E849-1FA1E4DD8BA1}"/>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b="1" dirty="0">
                <a:highlight>
                  <a:srgbClr val="FFFF00"/>
                </a:highlight>
                <a:ea typeface="+mn-lt"/>
                <a:cs typeface="+mn-lt"/>
              </a:rPr>
              <a:t>No structured processes</a:t>
            </a:r>
            <a:r>
              <a:rPr lang="en-US" dirty="0">
                <a:ea typeface="+mn-lt"/>
                <a:cs typeface="+mn-lt"/>
              </a:rPr>
              <a:t> (cooking, billing, etc.), things are unpredictable</a:t>
            </a:r>
          </a:p>
          <a:p>
            <a:r>
              <a:rPr lang="en-US" dirty="0">
                <a:ea typeface="+mn-lt"/>
                <a:cs typeface="+mn-lt"/>
              </a:rPr>
              <a:t>Some days, food tastes amazing; other days, it's terrible</a:t>
            </a:r>
          </a:p>
          <a:p>
            <a:r>
              <a:rPr lang="en-US" dirty="0">
                <a:ea typeface="+mn-lt"/>
                <a:cs typeface="+mn-lt"/>
              </a:rPr>
              <a:t>Staff is confused—sometimes they follow recipes, sometimes they don’t</a:t>
            </a:r>
          </a:p>
          <a:p>
            <a:r>
              <a:rPr lang="en-US" dirty="0">
                <a:ea typeface="+mn-lt"/>
                <a:cs typeface="+mn-lt"/>
              </a:rPr>
              <a:t>Orders get lost (forgotten, orally taken), and customer service is hit-or-miss (!!!)</a:t>
            </a:r>
          </a:p>
          <a:p>
            <a:r>
              <a:rPr lang="en-US" dirty="0">
                <a:highlight>
                  <a:srgbClr val="FFFF00"/>
                </a:highlight>
                <a:ea typeface="+mn-lt"/>
                <a:cs typeface="+mn-lt"/>
              </a:rPr>
              <a:t>Success</a:t>
            </a:r>
            <a:r>
              <a:rPr lang="en-US" dirty="0">
                <a:ea typeface="+mn-lt"/>
                <a:cs typeface="+mn-lt"/>
              </a:rPr>
              <a:t> </a:t>
            </a:r>
            <a:r>
              <a:rPr lang="en-US" dirty="0">
                <a:highlight>
                  <a:srgbClr val="FFFF00"/>
                </a:highlight>
                <a:ea typeface="+mn-lt"/>
                <a:cs typeface="+mn-lt"/>
              </a:rPr>
              <a:t>depends on luck/chance</a:t>
            </a:r>
            <a:r>
              <a:rPr lang="en-US" dirty="0">
                <a:ea typeface="+mn-lt"/>
                <a:cs typeface="+mn-lt"/>
              </a:rPr>
              <a:t> and </a:t>
            </a:r>
            <a:r>
              <a:rPr lang="en-US" dirty="0">
                <a:highlight>
                  <a:srgbClr val="FFFF00"/>
                </a:highlight>
                <a:ea typeface="+mn-lt"/>
                <a:cs typeface="+mn-lt"/>
              </a:rPr>
              <a:t>individual brilliance</a:t>
            </a:r>
            <a:r>
              <a:rPr lang="en-US" dirty="0">
                <a:ea typeface="+mn-lt"/>
                <a:cs typeface="+mn-lt"/>
              </a:rPr>
              <a:t> rather than a system</a:t>
            </a:r>
          </a:p>
          <a:p>
            <a:endParaRPr lang="en-US" dirty="0">
              <a:ea typeface="Calibri" panose="020F0502020204030204"/>
              <a:cs typeface="Calibri"/>
            </a:endParaRPr>
          </a:p>
          <a:p>
            <a:r>
              <a:rPr lang="en-US" b="1" i="1" dirty="0">
                <a:ea typeface="+mn-lt"/>
                <a:cs typeface="+mn-lt"/>
              </a:rPr>
              <a:t>Your restaurant might make the best pizza one day, but the next day, it’s undercooked because there’s no set process for making it</a:t>
            </a:r>
            <a:endParaRPr lang="en-US" b="1" i="1"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9B0F1C3C-10EB-FB5B-DFDA-6BC24D18D9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DF6E935-706B-F9CF-06FC-A700E4376CB1}"/>
              </a:ext>
            </a:extLst>
          </p:cNvPr>
          <p:cNvSpPr>
            <a:spLocks noGrp="1"/>
          </p:cNvSpPr>
          <p:nvPr>
            <p:ph type="sldNum" sz="quarter" idx="12"/>
          </p:nvPr>
        </p:nvSpPr>
        <p:spPr/>
        <p:txBody>
          <a:bodyPr/>
          <a:lstStyle/>
          <a:p>
            <a:fld id="{008559AE-1842-40A5-A2A9-0518F39FD1A9}" type="slidenum">
              <a:rPr lang="en-US" smtClean="0"/>
              <a:t>7</a:t>
            </a:fld>
            <a:endParaRPr lang="en-GB"/>
          </a:p>
        </p:txBody>
      </p:sp>
      <p:sp>
        <p:nvSpPr>
          <p:cNvPr id="7" name="Footer Placeholder 6">
            <a:extLst>
              <a:ext uri="{FF2B5EF4-FFF2-40B4-BE49-F238E27FC236}">
                <a16:creationId xmlns:a16="http://schemas.microsoft.com/office/drawing/2014/main" id="{6EFC0F1E-BA21-4F44-5BD9-8410EA1E9C6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533841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0D2C1-CAF2-6AAA-3668-055D83F83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DEB5C-E4BA-83B1-52A4-6AE7946C747E}"/>
              </a:ext>
            </a:extLst>
          </p:cNvPr>
          <p:cNvSpPr>
            <a:spLocks noGrp="1"/>
          </p:cNvSpPr>
          <p:nvPr>
            <p:ph type="title"/>
          </p:nvPr>
        </p:nvSpPr>
        <p:spPr/>
        <p:txBody>
          <a:bodyPr/>
          <a:lstStyle/>
          <a:p>
            <a:r>
              <a:rPr lang="en-GB" dirty="0">
                <a:ea typeface="Calibri Light"/>
                <a:cs typeface="Calibri Light"/>
              </a:rPr>
              <a:t>Café setting: CMMI Level 2: Managed (Basic)</a:t>
            </a:r>
          </a:p>
        </p:txBody>
      </p:sp>
      <p:sp>
        <p:nvSpPr>
          <p:cNvPr id="3" name="Content Placeholder 2">
            <a:extLst>
              <a:ext uri="{FF2B5EF4-FFF2-40B4-BE49-F238E27FC236}">
                <a16:creationId xmlns:a16="http://schemas.microsoft.com/office/drawing/2014/main" id="{480E7CF4-A714-D2CA-38BA-80DB5E89181E}"/>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You </a:t>
            </a:r>
            <a:r>
              <a:rPr lang="en-US" b="1" dirty="0">
                <a:ea typeface="+mn-lt"/>
                <a:cs typeface="+mn-lt"/>
              </a:rPr>
              <a:t>create basic </a:t>
            </a:r>
            <a:r>
              <a:rPr lang="en-US" dirty="0">
                <a:ea typeface="+mn-lt"/>
                <a:cs typeface="+mn-lt"/>
              </a:rPr>
              <a:t>recipes and train staff to follow them.</a:t>
            </a:r>
          </a:p>
          <a:p>
            <a:r>
              <a:rPr lang="en-US" dirty="0">
                <a:ea typeface="+mn-lt"/>
                <a:cs typeface="+mn-lt"/>
              </a:rPr>
              <a:t>You start tracking inventory, so you don’t run out of key ingredients.</a:t>
            </a:r>
          </a:p>
          <a:p>
            <a:r>
              <a:rPr lang="en-US" dirty="0">
                <a:ea typeface="+mn-lt"/>
                <a:cs typeface="+mn-lt"/>
              </a:rPr>
              <a:t>Orders are </a:t>
            </a:r>
            <a:r>
              <a:rPr lang="en-US" b="1" dirty="0">
                <a:ea typeface="+mn-lt"/>
                <a:cs typeface="+mn-lt"/>
              </a:rPr>
              <a:t>written down properly</a:t>
            </a:r>
            <a:r>
              <a:rPr lang="en-US" dirty="0">
                <a:ea typeface="+mn-lt"/>
                <a:cs typeface="+mn-lt"/>
              </a:rPr>
              <a:t>, so they don’t get lost.</a:t>
            </a:r>
          </a:p>
          <a:p>
            <a:r>
              <a:rPr lang="en-US" dirty="0">
                <a:ea typeface="+mn-lt"/>
                <a:cs typeface="+mn-lt"/>
              </a:rPr>
              <a:t>You </a:t>
            </a:r>
            <a:r>
              <a:rPr lang="en-US" b="1" dirty="0">
                <a:ea typeface="+mn-lt"/>
                <a:cs typeface="+mn-lt"/>
              </a:rPr>
              <a:t>monitor customer complaints</a:t>
            </a:r>
            <a:r>
              <a:rPr lang="en-US" dirty="0">
                <a:ea typeface="+mn-lt"/>
                <a:cs typeface="+mn-lt"/>
              </a:rPr>
              <a:t> and try to fix common issues.</a:t>
            </a:r>
          </a:p>
          <a:p>
            <a:r>
              <a:rPr lang="en-US" dirty="0">
                <a:ea typeface="Calibri" panose="020F0502020204030204"/>
                <a:cs typeface="Calibri"/>
              </a:rPr>
              <a:t>Basic amount of book-keeping / planning/ specification/ process</a:t>
            </a:r>
          </a:p>
          <a:p>
            <a:r>
              <a:rPr lang="en-US" dirty="0">
                <a:ea typeface="+mn-lt"/>
                <a:cs typeface="+mn-lt"/>
              </a:rPr>
              <a:t>Now we have documentation in place to do tasks</a:t>
            </a:r>
          </a:p>
          <a:p>
            <a:endParaRPr lang="en-US" dirty="0">
              <a:ea typeface="+mn-lt"/>
              <a:cs typeface="+mn-lt"/>
            </a:endParaRPr>
          </a:p>
          <a:p>
            <a:r>
              <a:rPr lang="en-US" b="1" i="1" dirty="0">
                <a:ea typeface="+mn-lt"/>
                <a:cs typeface="+mn-lt"/>
              </a:rPr>
              <a:t>Now, every pizza is cooked at the same temperature for the same time, so customers get a consistent experience each time they visit</a:t>
            </a:r>
            <a:endParaRPr lang="en-US" b="1" i="1"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9CEC6C0B-0FD8-FDAF-DF2F-FAA5B9BA48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FF163EA-DB00-94AC-761F-63A8EDC29FAE}"/>
              </a:ext>
            </a:extLst>
          </p:cNvPr>
          <p:cNvSpPr>
            <a:spLocks noGrp="1"/>
          </p:cNvSpPr>
          <p:nvPr>
            <p:ph type="sldNum" sz="quarter" idx="12"/>
          </p:nvPr>
        </p:nvSpPr>
        <p:spPr/>
        <p:txBody>
          <a:bodyPr/>
          <a:lstStyle/>
          <a:p>
            <a:fld id="{008559AE-1842-40A5-A2A9-0518F39FD1A9}" type="slidenum">
              <a:rPr lang="en-US" smtClean="0"/>
              <a:t>8</a:t>
            </a:fld>
            <a:endParaRPr lang="en-GB"/>
          </a:p>
        </p:txBody>
      </p:sp>
      <p:sp>
        <p:nvSpPr>
          <p:cNvPr id="7" name="Footer Placeholder 6">
            <a:extLst>
              <a:ext uri="{FF2B5EF4-FFF2-40B4-BE49-F238E27FC236}">
                <a16:creationId xmlns:a16="http://schemas.microsoft.com/office/drawing/2014/main" id="{01492F0A-71E1-5C31-1DF8-3D91FC115F0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149360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5BBE0-8168-7AA4-EA31-E27C7FF7B2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812032-DB4A-DF90-CA35-DA15696C5B52}"/>
              </a:ext>
            </a:extLst>
          </p:cNvPr>
          <p:cNvSpPr>
            <a:spLocks noGrp="1"/>
          </p:cNvSpPr>
          <p:nvPr>
            <p:ph type="title"/>
          </p:nvPr>
        </p:nvSpPr>
        <p:spPr/>
        <p:txBody>
          <a:bodyPr/>
          <a:lstStyle/>
          <a:p>
            <a:r>
              <a:rPr lang="en-GB" dirty="0">
                <a:ea typeface="Calibri Light"/>
                <a:cs typeface="Calibri Light"/>
              </a:rPr>
              <a:t>Café setting: CMMI Level 3: Defined (Standardized and Documented)</a:t>
            </a:r>
          </a:p>
        </p:txBody>
      </p:sp>
      <p:sp>
        <p:nvSpPr>
          <p:cNvPr id="3" name="Content Placeholder 2">
            <a:extLst>
              <a:ext uri="{FF2B5EF4-FFF2-40B4-BE49-F238E27FC236}">
                <a16:creationId xmlns:a16="http://schemas.microsoft.com/office/drawing/2014/main" id="{C341254F-92D7-D467-89EB-52BBDC38DC47}"/>
              </a:ext>
            </a:extLst>
          </p:cNvPr>
          <p:cNvSpPr>
            <a:spLocks noGrp="1"/>
          </p:cNvSpPr>
          <p:nvPr>
            <p:ph idx="1"/>
          </p:nvPr>
        </p:nvSpPr>
        <p:spPr>
          <a:xfrm>
            <a:off x="838200" y="1992253"/>
            <a:ext cx="10515600" cy="5031147"/>
          </a:xfrm>
        </p:spPr>
        <p:txBody>
          <a:bodyPr vert="horz" lIns="91440" tIns="45720" rIns="91440" bIns="45720" rtlCol="0" anchor="t">
            <a:normAutofit/>
          </a:bodyPr>
          <a:lstStyle/>
          <a:p>
            <a:r>
              <a:rPr lang="en-US" dirty="0">
                <a:ea typeface="+mn-lt"/>
                <a:cs typeface="+mn-lt"/>
              </a:rPr>
              <a:t>You </a:t>
            </a:r>
            <a:r>
              <a:rPr lang="en-US" b="1" dirty="0">
                <a:ea typeface="+mn-lt"/>
                <a:cs typeface="+mn-lt"/>
              </a:rPr>
              <a:t>document</a:t>
            </a:r>
            <a:r>
              <a:rPr lang="en-US" dirty="0">
                <a:ea typeface="+mn-lt"/>
                <a:cs typeface="+mn-lt"/>
              </a:rPr>
              <a:t> every recipe, cooking process, and cleaning routine</a:t>
            </a:r>
            <a:endParaRPr lang="en-US" dirty="0"/>
          </a:p>
          <a:p>
            <a:r>
              <a:rPr lang="en-US" dirty="0">
                <a:ea typeface="+mn-lt"/>
                <a:cs typeface="+mn-lt"/>
              </a:rPr>
              <a:t>All employees are </a:t>
            </a:r>
            <a:r>
              <a:rPr lang="en-US" b="1" dirty="0">
                <a:ea typeface="+mn-lt"/>
                <a:cs typeface="+mn-lt"/>
              </a:rPr>
              <a:t>trained</a:t>
            </a:r>
            <a:r>
              <a:rPr lang="en-US" dirty="0">
                <a:ea typeface="+mn-lt"/>
                <a:cs typeface="+mn-lt"/>
              </a:rPr>
              <a:t> to follow the same procedures</a:t>
            </a:r>
          </a:p>
          <a:p>
            <a:r>
              <a:rPr lang="en-US" dirty="0">
                <a:ea typeface="+mn-lt"/>
                <a:cs typeface="+mn-lt"/>
              </a:rPr>
              <a:t>You introduce </a:t>
            </a:r>
            <a:r>
              <a:rPr lang="en-US" b="1" dirty="0">
                <a:ea typeface="+mn-lt"/>
                <a:cs typeface="+mn-lt"/>
              </a:rPr>
              <a:t>quality checks</a:t>
            </a:r>
            <a:r>
              <a:rPr lang="en-US" dirty="0">
                <a:ea typeface="+mn-lt"/>
                <a:cs typeface="+mn-lt"/>
              </a:rPr>
              <a:t>, like tasting dishes before serving them</a:t>
            </a:r>
          </a:p>
          <a:p>
            <a:r>
              <a:rPr lang="en-US" dirty="0">
                <a:ea typeface="+mn-lt"/>
                <a:cs typeface="+mn-lt"/>
              </a:rPr>
              <a:t>Your customer service team follows a </a:t>
            </a:r>
            <a:r>
              <a:rPr lang="en-US" b="1" dirty="0">
                <a:ea typeface="+mn-lt"/>
                <a:cs typeface="+mn-lt"/>
              </a:rPr>
              <a:t>script</a:t>
            </a:r>
            <a:r>
              <a:rPr lang="en-US" dirty="0">
                <a:ea typeface="+mn-lt"/>
                <a:cs typeface="+mn-lt"/>
              </a:rPr>
              <a:t> to handle complaints efficiently (</a:t>
            </a:r>
            <a:r>
              <a:rPr lang="en-US" dirty="0">
                <a:highlight>
                  <a:srgbClr val="FFFF00"/>
                </a:highlight>
                <a:ea typeface="+mn-lt"/>
                <a:cs typeface="+mn-lt"/>
              </a:rPr>
              <a:t>script = standard</a:t>
            </a:r>
            <a:r>
              <a:rPr lang="en-US" dirty="0">
                <a:ea typeface="+mn-lt"/>
                <a:cs typeface="+mn-lt"/>
              </a:rPr>
              <a:t>)</a:t>
            </a:r>
          </a:p>
          <a:p>
            <a:r>
              <a:rPr lang="en-US" dirty="0">
                <a:ea typeface="Calibri" panose="020F0502020204030204"/>
                <a:cs typeface="Calibri"/>
              </a:rPr>
              <a:t>Standard = documentation across all types of activities in the cafe</a:t>
            </a:r>
          </a:p>
          <a:p>
            <a:endParaRPr lang="en-US" dirty="0">
              <a:ea typeface="+mn-lt"/>
              <a:cs typeface="+mn-lt"/>
            </a:endParaRPr>
          </a:p>
          <a:p>
            <a:r>
              <a:rPr lang="en-US" b="1" i="1" dirty="0">
                <a:ea typeface="+mn-lt"/>
                <a:cs typeface="+mn-lt"/>
              </a:rPr>
              <a:t>Even if a new chef joins, they can read the recipes and deliver the same quality food without guessing</a:t>
            </a:r>
            <a:endParaRPr lang="en-US" b="1" i="1"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A428D05E-D3E3-D795-D4C9-E30BD35837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76C0B5A-72FE-3AE7-776C-61E63CA8A115}"/>
              </a:ext>
            </a:extLst>
          </p:cNvPr>
          <p:cNvSpPr>
            <a:spLocks noGrp="1"/>
          </p:cNvSpPr>
          <p:nvPr>
            <p:ph type="sldNum" sz="quarter" idx="12"/>
          </p:nvPr>
        </p:nvSpPr>
        <p:spPr/>
        <p:txBody>
          <a:bodyPr/>
          <a:lstStyle/>
          <a:p>
            <a:fld id="{008559AE-1842-40A5-A2A9-0518F39FD1A9}" type="slidenum">
              <a:rPr lang="en-US" smtClean="0"/>
              <a:t>9</a:t>
            </a:fld>
            <a:endParaRPr lang="en-GB"/>
          </a:p>
        </p:txBody>
      </p:sp>
      <p:sp>
        <p:nvSpPr>
          <p:cNvPr id="7" name="Footer Placeholder 6">
            <a:extLst>
              <a:ext uri="{FF2B5EF4-FFF2-40B4-BE49-F238E27FC236}">
                <a16:creationId xmlns:a16="http://schemas.microsoft.com/office/drawing/2014/main" id="{5425635C-252C-926F-9176-1BCC8DB5B41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106517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78C80-EE4A-5A41-A3E7-45EC1C523C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8EC30-A021-BBD7-3256-5F673B072ECB}"/>
              </a:ext>
            </a:extLst>
          </p:cNvPr>
          <p:cNvSpPr>
            <a:spLocks noGrp="1"/>
          </p:cNvSpPr>
          <p:nvPr>
            <p:ph type="title"/>
          </p:nvPr>
        </p:nvSpPr>
        <p:spPr/>
        <p:txBody>
          <a:bodyPr/>
          <a:lstStyle/>
          <a:p>
            <a:r>
              <a:rPr lang="en-GB" dirty="0">
                <a:ea typeface="Calibri Light"/>
                <a:cs typeface="Calibri Light"/>
              </a:rPr>
              <a:t>Café setting: CMMI Level 4: </a:t>
            </a:r>
            <a:r>
              <a:rPr lang="en-GB" dirty="0">
                <a:ea typeface="+mj-lt"/>
                <a:cs typeface="+mj-lt"/>
              </a:rPr>
              <a:t>Quantitatively Managed (Data-Driven Decisions)</a:t>
            </a:r>
          </a:p>
        </p:txBody>
      </p:sp>
      <p:sp>
        <p:nvSpPr>
          <p:cNvPr id="3" name="Content Placeholder 2">
            <a:extLst>
              <a:ext uri="{FF2B5EF4-FFF2-40B4-BE49-F238E27FC236}">
                <a16:creationId xmlns:a16="http://schemas.microsoft.com/office/drawing/2014/main" id="{A0458424-ADC1-4C96-954D-8F3FF30CB75C}"/>
              </a:ext>
            </a:extLst>
          </p:cNvPr>
          <p:cNvSpPr>
            <a:spLocks noGrp="1"/>
          </p:cNvSpPr>
          <p:nvPr>
            <p:ph idx="1"/>
          </p:nvPr>
        </p:nvSpPr>
        <p:spPr>
          <a:xfrm>
            <a:off x="838200" y="1977875"/>
            <a:ext cx="10515600" cy="5031147"/>
          </a:xfrm>
        </p:spPr>
        <p:txBody>
          <a:bodyPr vert="horz" lIns="91440" tIns="45720" rIns="91440" bIns="45720" rtlCol="0" anchor="t">
            <a:normAutofit/>
          </a:bodyPr>
          <a:lstStyle/>
          <a:p>
            <a:r>
              <a:rPr lang="en-US" dirty="0">
                <a:ea typeface="+mn-lt"/>
                <a:cs typeface="+mn-lt"/>
              </a:rPr>
              <a:t>You </a:t>
            </a:r>
            <a:r>
              <a:rPr lang="en-US" b="1" dirty="0">
                <a:ea typeface="+mn-lt"/>
                <a:cs typeface="+mn-lt"/>
              </a:rPr>
              <a:t>collect data</a:t>
            </a:r>
            <a:r>
              <a:rPr lang="en-US" dirty="0">
                <a:ea typeface="+mn-lt"/>
                <a:cs typeface="+mn-lt"/>
              </a:rPr>
              <a:t> on food preparation time, ingredient usage, and customer feedback</a:t>
            </a:r>
            <a:endParaRPr lang="en-US" dirty="0"/>
          </a:p>
          <a:p>
            <a:r>
              <a:rPr lang="en-US" dirty="0">
                <a:ea typeface="+mn-lt"/>
                <a:cs typeface="+mn-lt"/>
              </a:rPr>
              <a:t>You </a:t>
            </a:r>
            <a:r>
              <a:rPr lang="en-US" b="1" dirty="0">
                <a:ea typeface="+mn-lt"/>
                <a:cs typeface="+mn-lt"/>
              </a:rPr>
              <a:t>analyze trends</a:t>
            </a:r>
            <a:r>
              <a:rPr lang="en-US" dirty="0">
                <a:ea typeface="+mn-lt"/>
                <a:cs typeface="+mn-lt"/>
              </a:rPr>
              <a:t> (e.g., "More customers order biryani on Fridays—let’s prepare more yogurt!")</a:t>
            </a:r>
            <a:endParaRPr lang="en-US" dirty="0"/>
          </a:p>
          <a:p>
            <a:r>
              <a:rPr lang="en-US" dirty="0">
                <a:ea typeface="+mn-lt"/>
                <a:cs typeface="+mn-lt"/>
              </a:rPr>
              <a:t>You introduce </a:t>
            </a:r>
            <a:r>
              <a:rPr lang="en-US" b="1" dirty="0">
                <a:ea typeface="+mn-lt"/>
                <a:cs typeface="+mn-lt"/>
              </a:rPr>
              <a:t>performance metrics</a:t>
            </a:r>
            <a:r>
              <a:rPr lang="en-US" dirty="0">
                <a:ea typeface="+mn-lt"/>
                <a:cs typeface="+mn-lt"/>
              </a:rPr>
              <a:t> (e.g., "Our goal is to serve every customer in under 10 minutes") - stems from data you have</a:t>
            </a:r>
            <a:endParaRPr lang="en-US" dirty="0"/>
          </a:p>
          <a:p>
            <a:endParaRPr lang="en-US" dirty="0">
              <a:ea typeface="Calibri" panose="020F0502020204030204"/>
              <a:cs typeface="Calibri"/>
            </a:endParaRPr>
          </a:p>
          <a:p>
            <a:r>
              <a:rPr lang="en-US" b="1" i="1" dirty="0">
                <a:ea typeface="+mn-lt"/>
                <a:cs typeface="+mn-lt"/>
              </a:rPr>
              <a:t>You notice that spicy dishes get lower ratings, so you adjust recipes slightly based on customer feedback</a:t>
            </a:r>
            <a:endParaRPr lang="en-US" b="1" i="1"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CF0A4A09-33C0-13FF-E909-B64D53D629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28F3C42-7C66-CE2E-2638-2F9FA0E70092}"/>
              </a:ext>
            </a:extLst>
          </p:cNvPr>
          <p:cNvSpPr>
            <a:spLocks noGrp="1"/>
          </p:cNvSpPr>
          <p:nvPr>
            <p:ph type="sldNum" sz="quarter" idx="12"/>
          </p:nvPr>
        </p:nvSpPr>
        <p:spPr/>
        <p:txBody>
          <a:bodyPr/>
          <a:lstStyle/>
          <a:p>
            <a:fld id="{008559AE-1842-40A5-A2A9-0518F39FD1A9}" type="slidenum">
              <a:rPr lang="en-US" smtClean="0"/>
              <a:t>10</a:t>
            </a:fld>
            <a:endParaRPr lang="en-GB"/>
          </a:p>
        </p:txBody>
      </p:sp>
      <p:sp>
        <p:nvSpPr>
          <p:cNvPr id="7" name="Footer Placeholder 6">
            <a:extLst>
              <a:ext uri="{FF2B5EF4-FFF2-40B4-BE49-F238E27FC236}">
                <a16:creationId xmlns:a16="http://schemas.microsoft.com/office/drawing/2014/main" id="{5FF8EB7D-38CC-897D-5306-CF91F62EB84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668300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47E8D-7499-94D6-95C4-D8ABA6C6AA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05F1A-4792-32CA-45CA-E4BB5571D41F}"/>
              </a:ext>
            </a:extLst>
          </p:cNvPr>
          <p:cNvSpPr>
            <a:spLocks noGrp="1"/>
          </p:cNvSpPr>
          <p:nvPr>
            <p:ph type="title"/>
          </p:nvPr>
        </p:nvSpPr>
        <p:spPr/>
        <p:txBody>
          <a:bodyPr/>
          <a:lstStyle/>
          <a:p>
            <a:r>
              <a:rPr lang="en-GB" dirty="0">
                <a:ea typeface="Calibri Light"/>
                <a:cs typeface="Calibri Light"/>
              </a:rPr>
              <a:t>Café setting: CMMI Level 5: </a:t>
            </a:r>
            <a:r>
              <a:rPr lang="en-GB" dirty="0">
                <a:ea typeface="+mj-lt"/>
                <a:cs typeface="+mj-lt"/>
              </a:rPr>
              <a:t>Optimizing (Continuous Improvement &amp; Innovation)</a:t>
            </a:r>
          </a:p>
        </p:txBody>
      </p:sp>
      <p:sp>
        <p:nvSpPr>
          <p:cNvPr id="3" name="Content Placeholder 2">
            <a:extLst>
              <a:ext uri="{FF2B5EF4-FFF2-40B4-BE49-F238E27FC236}">
                <a16:creationId xmlns:a16="http://schemas.microsoft.com/office/drawing/2014/main" id="{A4384D0A-D247-EF2A-89FA-B42C13F0DECE}"/>
              </a:ext>
            </a:extLst>
          </p:cNvPr>
          <p:cNvSpPr>
            <a:spLocks noGrp="1"/>
          </p:cNvSpPr>
          <p:nvPr>
            <p:ph idx="1"/>
          </p:nvPr>
        </p:nvSpPr>
        <p:spPr>
          <a:xfrm>
            <a:off x="838200" y="1977875"/>
            <a:ext cx="10515600" cy="5031147"/>
          </a:xfrm>
        </p:spPr>
        <p:txBody>
          <a:bodyPr vert="horz" lIns="91440" tIns="45720" rIns="91440" bIns="45720" rtlCol="0" anchor="t">
            <a:normAutofit/>
          </a:bodyPr>
          <a:lstStyle/>
          <a:p>
            <a:r>
              <a:rPr lang="en-US" dirty="0">
                <a:ea typeface="+mn-lt"/>
                <a:cs typeface="+mn-lt"/>
              </a:rPr>
              <a:t>You introduce </a:t>
            </a:r>
            <a:r>
              <a:rPr lang="en-US" b="1" dirty="0">
                <a:ea typeface="+mn-lt"/>
                <a:cs typeface="+mn-lt"/>
              </a:rPr>
              <a:t>new innovations</a:t>
            </a:r>
            <a:r>
              <a:rPr lang="en-US" dirty="0">
                <a:ea typeface="+mn-lt"/>
                <a:cs typeface="+mn-lt"/>
              </a:rPr>
              <a:t> (e.g., using AI to predict footfall and be ready accordingly)</a:t>
            </a:r>
          </a:p>
          <a:p>
            <a:r>
              <a:rPr lang="en-US" dirty="0">
                <a:ea typeface="+mn-lt"/>
                <a:cs typeface="+mn-lt"/>
              </a:rPr>
              <a:t>You experiment with </a:t>
            </a:r>
            <a:r>
              <a:rPr lang="en-US" b="1" dirty="0">
                <a:ea typeface="+mn-lt"/>
                <a:cs typeface="+mn-lt"/>
              </a:rPr>
              <a:t>new recipes</a:t>
            </a:r>
            <a:r>
              <a:rPr lang="en-US" dirty="0">
                <a:ea typeface="+mn-lt"/>
                <a:cs typeface="+mn-lt"/>
              </a:rPr>
              <a:t> based on customer preferences</a:t>
            </a:r>
            <a:endParaRPr lang="en-US" dirty="0"/>
          </a:p>
          <a:p>
            <a:r>
              <a:rPr lang="en-US" dirty="0">
                <a:ea typeface="+mn-lt"/>
                <a:cs typeface="+mn-lt"/>
              </a:rPr>
              <a:t>You implement a </a:t>
            </a:r>
            <a:r>
              <a:rPr lang="en-US" b="1" dirty="0">
                <a:ea typeface="+mn-lt"/>
                <a:cs typeface="+mn-lt"/>
              </a:rPr>
              <a:t>loyalty program</a:t>
            </a:r>
            <a:r>
              <a:rPr lang="en-US" dirty="0">
                <a:ea typeface="+mn-lt"/>
                <a:cs typeface="+mn-lt"/>
              </a:rPr>
              <a:t> to retain customers</a:t>
            </a:r>
          </a:p>
          <a:p>
            <a:r>
              <a:rPr lang="en-US" dirty="0">
                <a:ea typeface="+mn-lt"/>
                <a:cs typeface="+mn-lt"/>
              </a:rPr>
              <a:t>You use </a:t>
            </a:r>
            <a:r>
              <a:rPr lang="en-US" dirty="0">
                <a:highlight>
                  <a:srgbClr val="FFFF00"/>
                </a:highlight>
                <a:ea typeface="+mn-lt"/>
                <a:cs typeface="+mn-lt"/>
              </a:rPr>
              <a:t>feedback loops</a:t>
            </a:r>
            <a:r>
              <a:rPr lang="en-US" dirty="0">
                <a:ea typeface="+mn-lt"/>
                <a:cs typeface="+mn-lt"/>
              </a:rPr>
              <a:t> to </a:t>
            </a:r>
            <a:r>
              <a:rPr lang="en-US" b="1" dirty="0">
                <a:ea typeface="+mn-lt"/>
                <a:cs typeface="+mn-lt"/>
              </a:rPr>
              <a:t>constantly improve operations</a:t>
            </a:r>
            <a:r>
              <a:rPr lang="en-US" dirty="0">
                <a:ea typeface="+mn-lt"/>
                <a:cs typeface="+mn-lt"/>
              </a:rPr>
              <a:t>.</a:t>
            </a:r>
            <a:endParaRPr lang="en-US" dirty="0"/>
          </a:p>
          <a:p>
            <a:endParaRPr lang="en-US" dirty="0">
              <a:ea typeface="Calibri" panose="020F0502020204030204"/>
              <a:cs typeface="Calibri"/>
            </a:endParaRPr>
          </a:p>
          <a:p>
            <a:r>
              <a:rPr lang="en-US" b="1" i="1" dirty="0">
                <a:ea typeface="+mn-lt"/>
                <a:cs typeface="+mn-lt"/>
              </a:rPr>
              <a:t>You test a vegan menu, get feedback, and refine it to attract new customers while keeping regulars happy</a:t>
            </a:r>
            <a:endParaRPr lang="en-US" b="1" i="1"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491DB094-811D-73AF-EFBC-6B39BFA84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0673AE1-CCB2-9B9E-4586-5122053766C7}"/>
              </a:ext>
            </a:extLst>
          </p:cNvPr>
          <p:cNvSpPr>
            <a:spLocks noGrp="1"/>
          </p:cNvSpPr>
          <p:nvPr>
            <p:ph type="sldNum" sz="quarter" idx="12"/>
          </p:nvPr>
        </p:nvSpPr>
        <p:spPr/>
        <p:txBody>
          <a:bodyPr/>
          <a:lstStyle/>
          <a:p>
            <a:fld id="{008559AE-1842-40A5-A2A9-0518F39FD1A9}" type="slidenum">
              <a:rPr lang="en-US" smtClean="0"/>
              <a:t>11</a:t>
            </a:fld>
            <a:endParaRPr lang="en-GB"/>
          </a:p>
        </p:txBody>
      </p:sp>
      <p:sp>
        <p:nvSpPr>
          <p:cNvPr id="7" name="Footer Placeholder 6">
            <a:extLst>
              <a:ext uri="{FF2B5EF4-FFF2-40B4-BE49-F238E27FC236}">
                <a16:creationId xmlns:a16="http://schemas.microsoft.com/office/drawing/2014/main" id="{E95437C3-6DA4-A5F0-4609-022C59D8BA1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285345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9DEA5-3DFB-8D35-0BB3-DD5CD98DC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D528B7-070B-2DE5-AE6E-781FFE3D3BDE}"/>
              </a:ext>
            </a:extLst>
          </p:cNvPr>
          <p:cNvSpPr>
            <a:spLocks noGrp="1"/>
          </p:cNvSpPr>
          <p:nvPr>
            <p:ph type="title"/>
          </p:nvPr>
        </p:nvSpPr>
        <p:spPr/>
        <p:txBody>
          <a:bodyPr/>
          <a:lstStyle/>
          <a:p>
            <a:r>
              <a:rPr lang="en-GB" err="1">
                <a:ea typeface="Calibri Light"/>
                <a:cs typeface="Calibri Light"/>
              </a:rPr>
              <a:t>So.</a:t>
            </a:r>
            <a:r>
              <a:rPr lang="en-GB" dirty="0">
                <a:ea typeface="Calibri Light"/>
                <a:cs typeface="Calibri Light"/>
              </a:rPr>
              <a:t>.. </a:t>
            </a:r>
            <a:r>
              <a:rPr lang="en-GB" strike="sngStrike" dirty="0">
                <a:ea typeface="Calibri Light"/>
                <a:cs typeface="Calibri Light"/>
              </a:rPr>
              <a:t>1901</a:t>
            </a:r>
            <a:r>
              <a:rPr lang="en-GB" dirty="0">
                <a:ea typeface="Calibri Light"/>
                <a:cs typeface="Calibri Light"/>
              </a:rPr>
              <a:t> CMMI</a:t>
            </a:r>
            <a:endParaRPr lang="en-US" dirty="0"/>
          </a:p>
        </p:txBody>
      </p:sp>
      <p:sp>
        <p:nvSpPr>
          <p:cNvPr id="3" name="Content Placeholder 2">
            <a:extLst>
              <a:ext uri="{FF2B5EF4-FFF2-40B4-BE49-F238E27FC236}">
                <a16:creationId xmlns:a16="http://schemas.microsoft.com/office/drawing/2014/main" id="{8BD1843B-9F94-B9DC-2E61-02245B36C7CF}"/>
              </a:ext>
            </a:extLst>
          </p:cNvPr>
          <p:cNvSpPr>
            <a:spLocks noGrp="1"/>
          </p:cNvSpPr>
          <p:nvPr>
            <p:ph idx="1"/>
          </p:nvPr>
        </p:nvSpPr>
        <p:spPr>
          <a:xfrm>
            <a:off x="838200" y="1977875"/>
            <a:ext cx="10515600" cy="5031147"/>
          </a:xfrm>
        </p:spPr>
        <p:txBody>
          <a:bodyPr vert="horz" lIns="91440" tIns="45720" rIns="91440" bIns="45720" rtlCol="0" anchor="t">
            <a:normAutofit/>
          </a:bodyPr>
          <a:lstStyle/>
          <a:p>
            <a:r>
              <a:rPr lang="en-US" dirty="0">
                <a:ea typeface="Calibri" panose="020F0502020204030204"/>
                <a:cs typeface="Calibri"/>
              </a:rPr>
              <a:t>These levels, what you just saw, these are nothing but your different CMMI Maturity levels</a:t>
            </a:r>
          </a:p>
          <a:p>
            <a:r>
              <a:rPr lang="en-US" dirty="0">
                <a:ea typeface="Calibri" panose="020F0502020204030204"/>
                <a:cs typeface="Calibri"/>
              </a:rPr>
              <a:t>CMMI is a </a:t>
            </a:r>
            <a:r>
              <a:rPr lang="en-US" u="sng" dirty="0">
                <a:highlight>
                  <a:srgbClr val="FFFF00"/>
                </a:highlight>
                <a:ea typeface="Calibri" panose="020F0502020204030204"/>
                <a:cs typeface="Calibri"/>
              </a:rPr>
              <a:t>framework</a:t>
            </a:r>
            <a:r>
              <a:rPr lang="en-US" dirty="0">
                <a:ea typeface="Calibri" panose="020F0502020204030204"/>
                <a:cs typeface="Calibri"/>
              </a:rPr>
              <a:t> that helps an organization improve their processes, efficiency and quality</a:t>
            </a:r>
          </a:p>
          <a:p>
            <a:r>
              <a:rPr lang="en-US" dirty="0">
                <a:ea typeface="Calibri" panose="020F0502020204030204"/>
                <a:cs typeface="Calibri"/>
              </a:rPr>
              <a:t>Originally developed for Software development, now used across various industries to enhance product delivery via following proper guidelines</a:t>
            </a:r>
          </a:p>
          <a:p>
            <a:r>
              <a:rPr lang="en-US" dirty="0">
                <a:ea typeface="Calibri" panose="020F0502020204030204"/>
                <a:cs typeface="Calibri"/>
              </a:rPr>
              <a:t>IN SIMPLE WORDS – Tells what level of goodness you are at in developing software</a:t>
            </a:r>
          </a:p>
          <a:p>
            <a:r>
              <a:rPr lang="en-US" dirty="0">
                <a:ea typeface="Calibri" panose="020F0502020204030204"/>
                <a:cs typeface="Calibri"/>
              </a:rPr>
              <a:t>When you are dealing with things on a large scale, "winging it" is not a good idea</a:t>
            </a:r>
          </a:p>
          <a:p>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3BBFE488-569B-96F4-94C2-FB7292F02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1B626CF-30CD-DA4C-80B2-824AE5797FC0}"/>
              </a:ext>
            </a:extLst>
          </p:cNvPr>
          <p:cNvSpPr>
            <a:spLocks noGrp="1"/>
          </p:cNvSpPr>
          <p:nvPr>
            <p:ph type="sldNum" sz="quarter" idx="12"/>
          </p:nvPr>
        </p:nvSpPr>
        <p:spPr/>
        <p:txBody>
          <a:bodyPr/>
          <a:lstStyle/>
          <a:p>
            <a:fld id="{008559AE-1842-40A5-A2A9-0518F39FD1A9}" type="slidenum">
              <a:rPr lang="en-US" smtClean="0"/>
              <a:t>12</a:t>
            </a:fld>
            <a:endParaRPr lang="en-GB"/>
          </a:p>
        </p:txBody>
      </p:sp>
      <p:sp>
        <p:nvSpPr>
          <p:cNvPr id="7" name="Footer Placeholder 6">
            <a:extLst>
              <a:ext uri="{FF2B5EF4-FFF2-40B4-BE49-F238E27FC236}">
                <a16:creationId xmlns:a16="http://schemas.microsoft.com/office/drawing/2014/main" id="{129AE4AE-60BE-4542-C7B8-7CBFC072D31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756055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11F51-6149-B1EF-BBAE-62F3AAF159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95C94-1200-5572-2D77-0CBE1F7D2670}"/>
              </a:ext>
            </a:extLst>
          </p:cNvPr>
          <p:cNvSpPr>
            <a:spLocks noGrp="1"/>
          </p:cNvSpPr>
          <p:nvPr>
            <p:ph type="title"/>
          </p:nvPr>
        </p:nvSpPr>
        <p:spPr/>
        <p:txBody>
          <a:bodyPr/>
          <a:lstStyle/>
          <a:p>
            <a:r>
              <a:rPr lang="en-GB" dirty="0">
                <a:ea typeface="Calibri Light"/>
                <a:cs typeface="Calibri Light"/>
              </a:rPr>
              <a:t>CMMI 2 versus CMMI 3</a:t>
            </a:r>
            <a:endParaRPr lang="en-US" dirty="0"/>
          </a:p>
        </p:txBody>
      </p:sp>
      <p:sp>
        <p:nvSpPr>
          <p:cNvPr id="3" name="Content Placeholder 2">
            <a:extLst>
              <a:ext uri="{FF2B5EF4-FFF2-40B4-BE49-F238E27FC236}">
                <a16:creationId xmlns:a16="http://schemas.microsoft.com/office/drawing/2014/main" id="{AAC12D49-03A2-104E-DE88-461F7DF1D2AA}"/>
              </a:ext>
            </a:extLst>
          </p:cNvPr>
          <p:cNvSpPr>
            <a:spLocks noGrp="1"/>
          </p:cNvSpPr>
          <p:nvPr>
            <p:ph idx="1"/>
          </p:nvPr>
        </p:nvSpPr>
        <p:spPr>
          <a:xfrm>
            <a:off x="838200" y="1977875"/>
            <a:ext cx="10515600" cy="5031147"/>
          </a:xfrm>
        </p:spPr>
        <p:txBody>
          <a:bodyPr vert="horz" lIns="91440" tIns="45720" rIns="91440" bIns="45720" rtlCol="0" anchor="t">
            <a:normAutofit/>
          </a:bodyPr>
          <a:lstStyle/>
          <a:p>
            <a:r>
              <a:rPr lang="en-US" dirty="0">
                <a:ea typeface="Calibri" panose="020F0502020204030204"/>
                <a:cs typeface="Calibri"/>
              </a:rPr>
              <a:t>A subtle but important thing at this point -</a:t>
            </a:r>
            <a:endParaRPr lang="en-US" dirty="0"/>
          </a:p>
          <a:p>
            <a:pPr lvl="1"/>
            <a:r>
              <a:rPr lang="en-US" dirty="0">
                <a:ea typeface="Calibri" panose="020F0502020204030204"/>
                <a:cs typeface="Calibri"/>
              </a:rPr>
              <a:t>CMMI 2 also has documentation and so does CMMI 3. What is the difference?</a:t>
            </a:r>
          </a:p>
          <a:p>
            <a:pPr lvl="1"/>
            <a:r>
              <a:rPr lang="en-US" dirty="0">
                <a:ea typeface="Calibri" panose="020F0502020204030204"/>
                <a:cs typeface="Calibri"/>
              </a:rPr>
              <a:t>In CMMI 2, the process is documented per project, whereas in CMMI 3, the processes are defined and standardized across the organization and not just a single project</a:t>
            </a:r>
          </a:p>
          <a:p>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EECC611F-29EB-E853-42FC-61DD991C15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F1D82F1-BA1C-FEA4-3317-050BA416D7F8}"/>
              </a:ext>
            </a:extLst>
          </p:cNvPr>
          <p:cNvSpPr>
            <a:spLocks noGrp="1"/>
          </p:cNvSpPr>
          <p:nvPr>
            <p:ph type="sldNum" sz="quarter" idx="12"/>
          </p:nvPr>
        </p:nvSpPr>
        <p:spPr/>
        <p:txBody>
          <a:bodyPr/>
          <a:lstStyle/>
          <a:p>
            <a:fld id="{008559AE-1842-40A5-A2A9-0518F39FD1A9}" type="slidenum">
              <a:rPr lang="en-US" smtClean="0"/>
              <a:t>13</a:t>
            </a:fld>
            <a:endParaRPr lang="en-GB"/>
          </a:p>
        </p:txBody>
      </p:sp>
      <p:sp>
        <p:nvSpPr>
          <p:cNvPr id="7" name="Footer Placeholder 6">
            <a:extLst>
              <a:ext uri="{FF2B5EF4-FFF2-40B4-BE49-F238E27FC236}">
                <a16:creationId xmlns:a16="http://schemas.microsoft.com/office/drawing/2014/main" id="{7EBB638D-C5A6-E907-6438-D929877DCC7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878920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B692D-7A08-FFE5-CF29-B821D2F214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038C34-BA82-E637-9290-0D3061D39B39}"/>
              </a:ext>
            </a:extLst>
          </p:cNvPr>
          <p:cNvSpPr>
            <a:spLocks noGrp="1"/>
          </p:cNvSpPr>
          <p:nvPr>
            <p:ph type="title"/>
          </p:nvPr>
        </p:nvSpPr>
        <p:spPr/>
        <p:txBody>
          <a:bodyPr/>
          <a:lstStyle/>
          <a:p>
            <a:r>
              <a:rPr lang="en-GB" dirty="0">
                <a:ea typeface="Calibri Light"/>
                <a:cs typeface="Calibri Light"/>
              </a:rPr>
              <a:t>Why is CMMI important?</a:t>
            </a:r>
            <a:endParaRPr lang="en-US" dirty="0"/>
          </a:p>
        </p:txBody>
      </p:sp>
      <p:sp>
        <p:nvSpPr>
          <p:cNvPr id="3" name="Content Placeholder 2">
            <a:extLst>
              <a:ext uri="{FF2B5EF4-FFF2-40B4-BE49-F238E27FC236}">
                <a16:creationId xmlns:a16="http://schemas.microsoft.com/office/drawing/2014/main" id="{E23680F8-0789-AD57-E393-D4501E51B34F}"/>
              </a:ext>
            </a:extLst>
          </p:cNvPr>
          <p:cNvSpPr>
            <a:spLocks noGrp="1"/>
          </p:cNvSpPr>
          <p:nvPr>
            <p:ph idx="1"/>
          </p:nvPr>
        </p:nvSpPr>
        <p:spPr>
          <a:xfrm>
            <a:off x="838200" y="1977875"/>
            <a:ext cx="10515600" cy="5031147"/>
          </a:xfrm>
        </p:spPr>
        <p:txBody>
          <a:bodyPr vert="horz" lIns="91440" tIns="45720" rIns="91440" bIns="45720" rtlCol="0" anchor="t">
            <a:normAutofit/>
          </a:bodyPr>
          <a:lstStyle/>
          <a:p>
            <a:r>
              <a:rPr lang="en-US" dirty="0">
                <a:ea typeface="+mn-lt"/>
                <a:cs typeface="+mn-lt"/>
              </a:rPr>
              <a:t>Ensures </a:t>
            </a:r>
            <a:r>
              <a:rPr lang="en-US" b="1" dirty="0">
                <a:ea typeface="+mn-lt"/>
                <a:cs typeface="+mn-lt"/>
              </a:rPr>
              <a:t>consistent quality</a:t>
            </a:r>
            <a:r>
              <a:rPr lang="en-US" dirty="0">
                <a:ea typeface="+mn-lt"/>
                <a:cs typeface="+mn-lt"/>
              </a:rPr>
              <a:t> in products/services</a:t>
            </a:r>
          </a:p>
          <a:p>
            <a:r>
              <a:rPr lang="en-US" dirty="0">
                <a:ea typeface="+mn-lt"/>
                <a:cs typeface="+mn-lt"/>
              </a:rPr>
              <a:t>Reduces </a:t>
            </a:r>
            <a:r>
              <a:rPr lang="en-US" b="1" dirty="0">
                <a:ea typeface="+mn-lt"/>
                <a:cs typeface="+mn-lt"/>
              </a:rPr>
              <a:t>errors, risks, and inefficiencies</a:t>
            </a:r>
            <a:endParaRPr lang="en-US" dirty="0"/>
          </a:p>
          <a:p>
            <a:r>
              <a:rPr lang="en-US" dirty="0">
                <a:ea typeface="+mn-lt"/>
                <a:cs typeface="+mn-lt"/>
              </a:rPr>
              <a:t>Improves </a:t>
            </a:r>
            <a:r>
              <a:rPr lang="en-US" b="1" dirty="0">
                <a:ea typeface="+mn-lt"/>
                <a:cs typeface="+mn-lt"/>
              </a:rPr>
              <a:t>customer satisfaction</a:t>
            </a:r>
            <a:endParaRPr lang="en-US" dirty="0"/>
          </a:p>
          <a:p>
            <a:r>
              <a:rPr lang="en-US" dirty="0">
                <a:ea typeface="+mn-lt"/>
                <a:cs typeface="+mn-lt"/>
              </a:rPr>
              <a:t>Helps organizations </a:t>
            </a:r>
            <a:r>
              <a:rPr lang="en-US" b="1" dirty="0">
                <a:ea typeface="+mn-lt"/>
                <a:cs typeface="+mn-lt"/>
              </a:rPr>
              <a:t>stay competitive</a:t>
            </a:r>
            <a:endParaRPr lang="en-US" dirty="0"/>
          </a:p>
          <a:p>
            <a:r>
              <a:rPr lang="en-US" dirty="0">
                <a:ea typeface="+mn-lt"/>
                <a:cs typeface="+mn-lt"/>
              </a:rPr>
              <a:t>Enhances </a:t>
            </a:r>
            <a:r>
              <a:rPr lang="en-US" b="1" dirty="0">
                <a:ea typeface="+mn-lt"/>
                <a:cs typeface="+mn-lt"/>
              </a:rPr>
              <a:t>predictability</a:t>
            </a:r>
            <a:r>
              <a:rPr lang="en-US" dirty="0">
                <a:ea typeface="+mn-lt"/>
                <a:cs typeface="+mn-lt"/>
              </a:rPr>
              <a:t> in project execution</a:t>
            </a:r>
            <a:endParaRPr lang="en-US" dirty="0"/>
          </a:p>
          <a:p>
            <a:endParaRPr lang="en-US" dirty="0">
              <a:ea typeface="Calibri" panose="020F0502020204030204"/>
              <a:cs typeface="Calibri"/>
            </a:endParaRPr>
          </a:p>
          <a:p>
            <a:r>
              <a:rPr lang="en-US" dirty="0">
                <a:ea typeface="Calibri" panose="020F0502020204030204"/>
                <a:cs typeface="Calibri"/>
              </a:rPr>
              <a:t>CMMI tells:</a:t>
            </a:r>
          </a:p>
          <a:p>
            <a:pPr lvl="1"/>
            <a:r>
              <a:rPr lang="en-US" dirty="0">
                <a:ea typeface="Calibri" panose="020F0502020204030204"/>
                <a:cs typeface="Calibri"/>
              </a:rPr>
              <a:t>The ways in which a software development process can be good</a:t>
            </a:r>
          </a:p>
          <a:p>
            <a:pPr lvl="1"/>
            <a:r>
              <a:rPr lang="en-US" dirty="0">
                <a:ea typeface="Calibri" panose="020F0502020204030204"/>
                <a:cs typeface="Calibri"/>
              </a:rPr>
              <a:t>How good the existing process (that is followed) is</a:t>
            </a:r>
          </a:p>
          <a:p>
            <a:pPr lvl="1"/>
            <a:r>
              <a:rPr lang="en-US" dirty="0">
                <a:ea typeface="Calibri" panose="020F0502020204030204"/>
                <a:cs typeface="Calibri"/>
              </a:rPr>
              <a:t>How to improve processes, step by step</a:t>
            </a:r>
          </a:p>
          <a:p>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176AE832-54D1-27E6-BCC6-40CDEBD3FD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42BABA2-EBEC-A8A2-BA0E-AF3CE08D2C2F}"/>
              </a:ext>
            </a:extLst>
          </p:cNvPr>
          <p:cNvSpPr>
            <a:spLocks noGrp="1"/>
          </p:cNvSpPr>
          <p:nvPr>
            <p:ph type="sldNum" sz="quarter" idx="12"/>
          </p:nvPr>
        </p:nvSpPr>
        <p:spPr/>
        <p:txBody>
          <a:bodyPr/>
          <a:lstStyle/>
          <a:p>
            <a:fld id="{008559AE-1842-40A5-A2A9-0518F39FD1A9}" type="slidenum">
              <a:rPr lang="en-US" smtClean="0"/>
              <a:t>14</a:t>
            </a:fld>
            <a:endParaRPr lang="en-GB"/>
          </a:p>
        </p:txBody>
      </p:sp>
      <p:sp>
        <p:nvSpPr>
          <p:cNvPr id="7" name="Footer Placeholder 6">
            <a:extLst>
              <a:ext uri="{FF2B5EF4-FFF2-40B4-BE49-F238E27FC236}">
                <a16:creationId xmlns:a16="http://schemas.microsoft.com/office/drawing/2014/main" id="{9C1B47D2-44B7-7681-70CC-C3BBB380B09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155084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B6049-C112-2C18-324D-6E05F10D07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2EB669-DFF0-8B51-46D8-3807DB329857}"/>
              </a:ext>
            </a:extLst>
          </p:cNvPr>
          <p:cNvSpPr>
            <a:spLocks noGrp="1"/>
          </p:cNvSpPr>
          <p:nvPr>
            <p:ph type="title"/>
          </p:nvPr>
        </p:nvSpPr>
        <p:spPr/>
        <p:txBody>
          <a:bodyPr/>
          <a:lstStyle/>
          <a:p>
            <a:r>
              <a:rPr lang="en-GB" dirty="0">
                <a:ea typeface="Calibri Light"/>
                <a:cs typeface="Calibri Light"/>
              </a:rPr>
              <a:t>CMMI domains (where is it applied)</a:t>
            </a:r>
            <a:endParaRPr lang="en-US" dirty="0"/>
          </a:p>
        </p:txBody>
      </p:sp>
      <p:sp>
        <p:nvSpPr>
          <p:cNvPr id="3" name="Content Placeholder 2">
            <a:extLst>
              <a:ext uri="{FF2B5EF4-FFF2-40B4-BE49-F238E27FC236}">
                <a16:creationId xmlns:a16="http://schemas.microsoft.com/office/drawing/2014/main" id="{37F45394-74BF-5380-C280-BB616DE640AF}"/>
              </a:ext>
            </a:extLst>
          </p:cNvPr>
          <p:cNvSpPr>
            <a:spLocks noGrp="1"/>
          </p:cNvSpPr>
          <p:nvPr>
            <p:ph idx="1"/>
          </p:nvPr>
        </p:nvSpPr>
        <p:spPr>
          <a:xfrm>
            <a:off x="838200" y="1977875"/>
            <a:ext cx="10515600" cy="5031147"/>
          </a:xfrm>
        </p:spPr>
        <p:txBody>
          <a:bodyPr vert="horz" lIns="91440" tIns="45720" rIns="91440" bIns="45720" rtlCol="0" anchor="t">
            <a:normAutofit/>
          </a:bodyPr>
          <a:lstStyle/>
          <a:p>
            <a:r>
              <a:rPr lang="en-US" b="1">
                <a:ea typeface="+mn-lt"/>
                <a:cs typeface="+mn-lt"/>
              </a:rPr>
              <a:t>CMMI for Development (CMMI-DEV)</a:t>
            </a:r>
            <a:r>
              <a:rPr lang="en-US">
                <a:ea typeface="+mn-lt"/>
                <a:cs typeface="+mn-lt"/>
              </a:rPr>
              <a:t> – Software, product, and system development</a:t>
            </a:r>
            <a:endParaRPr lang="en-US">
              <a:ea typeface="Calibri"/>
              <a:cs typeface="Calibri"/>
            </a:endParaRPr>
          </a:p>
          <a:p>
            <a:r>
              <a:rPr lang="en-US" b="1" dirty="0">
                <a:ea typeface="+mn-lt"/>
                <a:cs typeface="+mn-lt"/>
              </a:rPr>
              <a:t>CMMI for Services (CMMI-SVC)</a:t>
            </a:r>
            <a:r>
              <a:rPr lang="en-US" dirty="0">
                <a:ea typeface="+mn-lt"/>
                <a:cs typeface="+mn-lt"/>
              </a:rPr>
              <a:t> – Service delivery and management</a:t>
            </a:r>
            <a:endParaRPr lang="en-US" dirty="0"/>
          </a:p>
          <a:p>
            <a:r>
              <a:rPr lang="en-US" b="1" dirty="0">
                <a:ea typeface="+mn-lt"/>
                <a:cs typeface="+mn-lt"/>
              </a:rPr>
              <a:t>CMMI for Acquisition (CMMI-ACQ)</a:t>
            </a:r>
            <a:r>
              <a:rPr lang="en-US" dirty="0">
                <a:ea typeface="+mn-lt"/>
                <a:cs typeface="+mn-lt"/>
              </a:rPr>
              <a:t> – Procurement and supply chain management</a:t>
            </a:r>
            <a:endParaRPr lang="en-US" dirty="0"/>
          </a:p>
          <a:p>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4FEFC3E5-C3E2-DDD2-E4AC-C2B7F54EFF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6503948-CAF6-9FD9-B407-26160518C9CA}"/>
              </a:ext>
            </a:extLst>
          </p:cNvPr>
          <p:cNvSpPr>
            <a:spLocks noGrp="1"/>
          </p:cNvSpPr>
          <p:nvPr>
            <p:ph type="sldNum" sz="quarter" idx="12"/>
          </p:nvPr>
        </p:nvSpPr>
        <p:spPr/>
        <p:txBody>
          <a:bodyPr/>
          <a:lstStyle/>
          <a:p>
            <a:fld id="{008559AE-1842-40A5-A2A9-0518F39FD1A9}" type="slidenum">
              <a:rPr lang="en-US" smtClean="0"/>
              <a:t>15</a:t>
            </a:fld>
            <a:endParaRPr lang="en-GB"/>
          </a:p>
        </p:txBody>
      </p:sp>
      <p:sp>
        <p:nvSpPr>
          <p:cNvPr id="7" name="Footer Placeholder 6">
            <a:extLst>
              <a:ext uri="{FF2B5EF4-FFF2-40B4-BE49-F238E27FC236}">
                <a16:creationId xmlns:a16="http://schemas.microsoft.com/office/drawing/2014/main" id="{B755A4F2-2CF0-BEEB-5C00-29A1A9F840B7}"/>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95281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8E67C-D6F9-8E15-E21F-78C233D55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18FB2-3D8F-8035-1455-747ED81E49A4}"/>
              </a:ext>
            </a:extLst>
          </p:cNvPr>
          <p:cNvSpPr>
            <a:spLocks noGrp="1"/>
          </p:cNvSpPr>
          <p:nvPr>
            <p:ph type="title"/>
          </p:nvPr>
        </p:nvSpPr>
        <p:spPr/>
        <p:txBody>
          <a:bodyPr/>
          <a:lstStyle/>
          <a:p>
            <a:r>
              <a:rPr lang="en-GB" dirty="0">
                <a:cs typeface="Calibri Light"/>
              </a:rPr>
              <a:t>CMMI (a more formal introduction)</a:t>
            </a:r>
            <a:br>
              <a:rPr lang="en-GB" dirty="0">
                <a:cs typeface="Calibri Light"/>
              </a:rPr>
            </a:br>
            <a:r>
              <a:rPr lang="en-GB" dirty="0">
                <a:ea typeface="Calibri Light"/>
                <a:cs typeface="Calibri Light"/>
              </a:rPr>
              <a:t>* because textbook *</a:t>
            </a:r>
          </a:p>
        </p:txBody>
      </p:sp>
      <p:sp>
        <p:nvSpPr>
          <p:cNvPr id="3" name="Content Placeholder 2">
            <a:extLst>
              <a:ext uri="{FF2B5EF4-FFF2-40B4-BE49-F238E27FC236}">
                <a16:creationId xmlns:a16="http://schemas.microsoft.com/office/drawing/2014/main" id="{CBC72A3F-02B0-5669-7582-61D85199CAB5}"/>
              </a:ext>
            </a:extLst>
          </p:cNvPr>
          <p:cNvSpPr>
            <a:spLocks noGrp="1"/>
          </p:cNvSpPr>
          <p:nvPr>
            <p:ph idx="1"/>
          </p:nvPr>
        </p:nvSpPr>
        <p:spPr>
          <a:xfrm>
            <a:off x="838200" y="1920366"/>
            <a:ext cx="10515600" cy="4633173"/>
          </a:xfrm>
        </p:spPr>
        <p:txBody>
          <a:bodyPr vert="horz" lIns="91440" tIns="45720" rIns="91440" bIns="45720" rtlCol="0" anchor="t">
            <a:normAutofit/>
          </a:bodyPr>
          <a:lstStyle/>
          <a:p>
            <a:r>
              <a:rPr lang="en-US" dirty="0">
                <a:ea typeface="+mn-lt"/>
                <a:cs typeface="+mn-lt"/>
              </a:rPr>
              <a:t>Developed by the Software Engineering Institute of the Carnegie Mellon University</a:t>
            </a:r>
          </a:p>
          <a:p>
            <a:r>
              <a:rPr lang="en-US" dirty="0">
                <a:ea typeface="+mn-lt"/>
                <a:cs typeface="+mn-lt"/>
              </a:rPr>
              <a:t>A Software Process Improvement (SPI) Framework that describes the </a:t>
            </a:r>
            <a:r>
              <a:rPr lang="en-US" u="sng" dirty="0">
                <a:highlight>
                  <a:srgbClr val="FFFF00"/>
                </a:highlight>
                <a:ea typeface="+mn-lt"/>
                <a:cs typeface="+mn-lt"/>
              </a:rPr>
              <a:t>key elements of an effective software process</a:t>
            </a:r>
            <a:endParaRPr lang="en-US" u="sng">
              <a:highlight>
                <a:srgbClr val="FFFF00"/>
              </a:highlight>
              <a:ea typeface="Calibri"/>
              <a:cs typeface="Calibri"/>
            </a:endParaRPr>
          </a:p>
          <a:p>
            <a:r>
              <a:rPr lang="en-US" dirty="0">
                <a:ea typeface="+mn-lt"/>
                <a:cs typeface="+mn-lt"/>
              </a:rPr>
              <a:t>Describes an </a:t>
            </a:r>
            <a:r>
              <a:rPr lang="en-US" u="sng" dirty="0">
                <a:ea typeface="+mn-lt"/>
                <a:cs typeface="+mn-lt"/>
              </a:rPr>
              <a:t>evolutionary improvement path</a:t>
            </a:r>
            <a:r>
              <a:rPr lang="en-US" dirty="0">
                <a:ea typeface="+mn-lt"/>
                <a:cs typeface="+mn-lt"/>
              </a:rPr>
              <a:t> for software organizations from an ad hoc, immature process to a mature, disciplined one (Levels 1 to 5)</a:t>
            </a:r>
            <a:endParaRPr lang="en-US" dirty="0">
              <a:ea typeface="Calibri" panose="020F0502020204030204"/>
              <a:cs typeface="Calibri" panose="020F0502020204030204"/>
            </a:endParaRPr>
          </a:p>
          <a:p>
            <a:r>
              <a:rPr lang="en-US" dirty="0">
                <a:ea typeface="+mn-lt"/>
                <a:cs typeface="+mn-lt"/>
              </a:rPr>
              <a:t>Provides guidance on how to gain control of processes for developing and maintaining software and how to evolve toward a culture of software engineering and management excellence</a:t>
            </a:r>
            <a:endParaRPr lang="en-US" dirty="0" err="1">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31ED0B05-1DA9-299A-AF29-502083A5DE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DFEEB8D-EB33-1C7D-7A1F-22E3C0338C5A}"/>
              </a:ext>
            </a:extLst>
          </p:cNvPr>
          <p:cNvSpPr>
            <a:spLocks noGrp="1"/>
          </p:cNvSpPr>
          <p:nvPr>
            <p:ph type="sldNum" sz="quarter" idx="12"/>
          </p:nvPr>
        </p:nvSpPr>
        <p:spPr/>
        <p:txBody>
          <a:bodyPr/>
          <a:lstStyle/>
          <a:p>
            <a:fld id="{008559AE-1842-40A5-A2A9-0518F39FD1A9}" type="slidenum">
              <a:rPr lang="en-US" smtClean="0"/>
              <a:t>16</a:t>
            </a:fld>
            <a:endParaRPr lang="en-GB"/>
          </a:p>
        </p:txBody>
      </p:sp>
      <p:sp>
        <p:nvSpPr>
          <p:cNvPr id="7" name="Footer Placeholder 6">
            <a:extLst>
              <a:ext uri="{FF2B5EF4-FFF2-40B4-BE49-F238E27FC236}">
                <a16:creationId xmlns:a16="http://schemas.microsoft.com/office/drawing/2014/main" id="{24DBEBEE-FA00-A9F3-86AC-88F55D29216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125990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86B29-6F8B-0BD8-8C8F-730714116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4B8A26-433C-3651-5BFD-11408603E3D2}"/>
              </a:ext>
            </a:extLst>
          </p:cNvPr>
          <p:cNvSpPr>
            <a:spLocks noGrp="1"/>
          </p:cNvSpPr>
          <p:nvPr>
            <p:ph type="title"/>
          </p:nvPr>
        </p:nvSpPr>
        <p:spPr/>
        <p:txBody>
          <a:bodyPr/>
          <a:lstStyle/>
          <a:p>
            <a:r>
              <a:rPr lang="en-GB">
                <a:cs typeface="Calibri Light"/>
              </a:rPr>
              <a:t>CMMI (Pressman, pg. 828)</a:t>
            </a:r>
            <a:endParaRPr lang="en-US" dirty="0"/>
          </a:p>
        </p:txBody>
      </p:sp>
      <p:sp>
        <p:nvSpPr>
          <p:cNvPr id="3" name="Content Placeholder 2">
            <a:extLst>
              <a:ext uri="{FF2B5EF4-FFF2-40B4-BE49-F238E27FC236}">
                <a16:creationId xmlns:a16="http://schemas.microsoft.com/office/drawing/2014/main" id="{6595BB9C-D20A-CF4C-C5FA-345DBED57582}"/>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dirty="0">
                <a:ea typeface="+mn-lt"/>
                <a:cs typeface="+mn-lt"/>
              </a:rPr>
              <a:t>A comprehensive </a:t>
            </a:r>
            <a:r>
              <a:rPr lang="en-US" u="sng" dirty="0">
                <a:ea typeface="+mn-lt"/>
                <a:cs typeface="+mn-lt"/>
              </a:rPr>
              <a:t>process meta-model</a:t>
            </a:r>
            <a:r>
              <a:rPr lang="en-US" dirty="0">
                <a:ea typeface="+mn-lt"/>
                <a:cs typeface="+mn-lt"/>
              </a:rPr>
              <a:t> that is dependent on a set of system and software engineering capabilities that should be present as organizations reach different levels of process </a:t>
            </a:r>
            <a:r>
              <a:rPr lang="en-US" u="sng" dirty="0">
                <a:ea typeface="+mn-lt"/>
                <a:cs typeface="+mn-lt"/>
              </a:rPr>
              <a:t>capability</a:t>
            </a:r>
            <a:r>
              <a:rPr lang="en-US" dirty="0">
                <a:ea typeface="+mn-lt"/>
                <a:cs typeface="+mn-lt"/>
              </a:rPr>
              <a:t> and </a:t>
            </a:r>
            <a:r>
              <a:rPr lang="en-US" u="sng" dirty="0">
                <a:ea typeface="+mn-lt"/>
                <a:cs typeface="+mn-lt"/>
              </a:rPr>
              <a:t>maturity</a:t>
            </a:r>
            <a:br>
              <a:rPr lang="en-US" u="sng" dirty="0">
                <a:ea typeface="+mn-lt"/>
                <a:cs typeface="+mn-lt"/>
              </a:rPr>
            </a:br>
            <a:endParaRPr lang="en-US">
              <a:ea typeface="+mn-lt"/>
              <a:cs typeface="+mn-lt"/>
            </a:endParaRPr>
          </a:p>
          <a:p>
            <a:r>
              <a:rPr lang="en-US" dirty="0">
                <a:ea typeface="+mn-lt"/>
                <a:cs typeface="+mn-lt"/>
              </a:rPr>
              <a:t>CMMI has 2 variants: Continuous and Staged</a:t>
            </a:r>
          </a:p>
          <a:p>
            <a:endParaRPr lang="en-US" dirty="0">
              <a:ea typeface="+mn-lt"/>
              <a:cs typeface="+mn-lt"/>
            </a:endParaRPr>
          </a:p>
          <a:p>
            <a:r>
              <a:rPr lang="en-US" dirty="0">
                <a:ea typeface="+mn-lt"/>
                <a:cs typeface="+mn-lt"/>
              </a:rPr>
              <a:t>The CMMI represents a process meta-model in two different ways: (1) as a “continuous” model (built on "capability") and (2) as a “staged” model (built on "maturity")</a:t>
            </a:r>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8BC8B9C9-C171-AD16-4002-71DD13C17A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0E2EDD02-840D-FB0A-8BAB-D51C6B5580B5}"/>
              </a:ext>
            </a:extLst>
          </p:cNvPr>
          <p:cNvSpPr>
            <a:spLocks noGrp="1"/>
          </p:cNvSpPr>
          <p:nvPr>
            <p:ph type="sldNum" sz="quarter" idx="12"/>
          </p:nvPr>
        </p:nvSpPr>
        <p:spPr/>
        <p:txBody>
          <a:bodyPr/>
          <a:lstStyle/>
          <a:p>
            <a:fld id="{008559AE-1842-40A5-A2A9-0518F39FD1A9}" type="slidenum">
              <a:rPr lang="en-US" smtClean="0"/>
              <a:t>17</a:t>
            </a:fld>
            <a:endParaRPr lang="en-GB"/>
          </a:p>
        </p:txBody>
      </p:sp>
      <p:sp>
        <p:nvSpPr>
          <p:cNvPr id="7" name="Footer Placeholder 6">
            <a:extLst>
              <a:ext uri="{FF2B5EF4-FFF2-40B4-BE49-F238E27FC236}">
                <a16:creationId xmlns:a16="http://schemas.microsoft.com/office/drawing/2014/main" id="{426C4CF9-8997-A36C-6773-A30517CF3D44}"/>
              </a:ext>
            </a:extLst>
          </p:cNvPr>
          <p:cNvSpPr>
            <a:spLocks noGrp="1"/>
          </p:cNvSpPr>
          <p:nvPr>
            <p:ph type="ftr" sz="quarter" idx="11"/>
          </p:nvPr>
        </p:nvSpPr>
        <p:spPr/>
        <p:txBody>
          <a:bodyPr/>
          <a:lstStyle/>
          <a:p>
            <a:r>
              <a:rPr lang="en-US"/>
              <a:t>Software Engineering</a:t>
            </a:r>
          </a:p>
        </p:txBody>
      </p:sp>
      <p:sp>
        <p:nvSpPr>
          <p:cNvPr id="4" name="TextBox 3">
            <a:extLst>
              <a:ext uri="{FF2B5EF4-FFF2-40B4-BE49-F238E27FC236}">
                <a16:creationId xmlns:a16="http://schemas.microsoft.com/office/drawing/2014/main" id="{93925069-116B-A26A-4038-A0F91AE2651D}"/>
              </a:ext>
            </a:extLst>
          </p:cNvPr>
          <p:cNvSpPr txBox="1"/>
          <p:nvPr/>
        </p:nvSpPr>
        <p:spPr>
          <a:xfrm>
            <a:off x="9809193" y="3545457"/>
            <a:ext cx="231986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Calibri"/>
                <a:cs typeface="Calibri"/>
              </a:rPr>
              <a:t>The café example was a staged model (maturity levels).</a:t>
            </a:r>
          </a:p>
        </p:txBody>
      </p:sp>
    </p:spTree>
    <p:extLst>
      <p:ext uri="{BB962C8B-B14F-4D97-AF65-F5344CB8AC3E}">
        <p14:creationId xmlns:p14="http://schemas.microsoft.com/office/powerpoint/2010/main" val="3049280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5D6A0-A53A-B768-02E2-CC612C48AF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F1D78-D7BA-9D6F-8559-58783C680CA4}"/>
              </a:ext>
            </a:extLst>
          </p:cNvPr>
          <p:cNvSpPr>
            <a:spLocks noGrp="1"/>
          </p:cNvSpPr>
          <p:nvPr>
            <p:ph type="title"/>
          </p:nvPr>
        </p:nvSpPr>
        <p:spPr/>
        <p:txBody>
          <a:bodyPr/>
          <a:lstStyle/>
          <a:p>
            <a:r>
              <a:rPr lang="en-GB" dirty="0">
                <a:cs typeface="Calibri Light"/>
              </a:rPr>
              <a:t>Staged? </a:t>
            </a:r>
            <a:r>
              <a:rPr lang="en-GB" dirty="0" err="1">
                <a:cs typeface="Calibri Light"/>
              </a:rPr>
              <a:t>Continous</a:t>
            </a:r>
            <a:r>
              <a:rPr lang="en-GB" dirty="0">
                <a:cs typeface="Calibri Light"/>
              </a:rPr>
              <a:t>? (eh?)</a:t>
            </a:r>
            <a:endParaRPr lang="en-US" dirty="0"/>
          </a:p>
        </p:txBody>
      </p:sp>
      <p:sp>
        <p:nvSpPr>
          <p:cNvPr id="3" name="Content Placeholder 2">
            <a:extLst>
              <a:ext uri="{FF2B5EF4-FFF2-40B4-BE49-F238E27FC236}">
                <a16:creationId xmlns:a16="http://schemas.microsoft.com/office/drawing/2014/main" id="{01DC4351-81B7-CC3E-F2C9-DE99752371F7}"/>
              </a:ext>
            </a:extLst>
          </p:cNvPr>
          <p:cNvSpPr>
            <a:spLocks noGrp="1"/>
          </p:cNvSpPr>
          <p:nvPr>
            <p:ph idx="1"/>
          </p:nvPr>
        </p:nvSpPr>
        <p:spPr>
          <a:xfrm>
            <a:off x="838200" y="1690328"/>
            <a:ext cx="10515600" cy="4633173"/>
          </a:xfrm>
        </p:spPr>
        <p:txBody>
          <a:bodyPr vert="horz" lIns="91440" tIns="45720" rIns="91440" bIns="45720" rtlCol="0" anchor="t">
            <a:normAutofit lnSpcReduction="10000"/>
          </a:bodyPr>
          <a:lstStyle/>
          <a:p>
            <a:r>
              <a:rPr lang="en-US" dirty="0">
                <a:ea typeface="+mn-lt"/>
                <a:cs typeface="+mn-lt"/>
              </a:rPr>
              <a:t>Staged:</a:t>
            </a:r>
          </a:p>
          <a:p>
            <a:pPr lvl="1"/>
            <a:r>
              <a:rPr lang="en-US" dirty="0">
                <a:ea typeface="+mn-lt"/>
                <a:cs typeface="+mn-lt"/>
              </a:rPr>
              <a:t>Focuses on the overall maturity of an organization (which level does the organization follow)</a:t>
            </a:r>
          </a:p>
          <a:p>
            <a:pPr lvl="1"/>
            <a:r>
              <a:rPr lang="en-US" dirty="0">
                <a:ea typeface="Calibri" panose="020F0502020204030204"/>
                <a:cs typeface="Calibri"/>
              </a:rPr>
              <a:t>Organization progress level by level</a:t>
            </a:r>
          </a:p>
          <a:p>
            <a:pPr lvl="1"/>
            <a:r>
              <a:rPr lang="en-US" dirty="0">
                <a:ea typeface="Calibri" panose="020F0502020204030204"/>
                <a:cs typeface="Calibri"/>
              </a:rPr>
              <a:t>All </a:t>
            </a:r>
            <a:r>
              <a:rPr lang="en-US" dirty="0">
                <a:highlight>
                  <a:srgbClr val="FFFF00"/>
                </a:highlight>
                <a:ea typeface="Calibri" panose="020F0502020204030204"/>
                <a:cs typeface="Calibri"/>
              </a:rPr>
              <a:t>process areas</a:t>
            </a:r>
            <a:r>
              <a:rPr lang="en-US" dirty="0">
                <a:ea typeface="Calibri" panose="020F0502020204030204"/>
                <a:cs typeface="Calibri"/>
              </a:rPr>
              <a:t> (requirements planning, risk analysis, etc.) required at a particular level must be fulfilled for the overall maturity of an organization to be at that particular level</a:t>
            </a:r>
          </a:p>
          <a:p>
            <a:r>
              <a:rPr lang="en-US" dirty="0">
                <a:ea typeface="Calibri" panose="020F0502020204030204"/>
                <a:cs typeface="Calibri"/>
              </a:rPr>
              <a:t>Continuous</a:t>
            </a:r>
          </a:p>
          <a:p>
            <a:pPr lvl="1"/>
            <a:r>
              <a:rPr lang="en-US" dirty="0">
                <a:ea typeface="Calibri" panose="020F0502020204030204"/>
                <a:cs typeface="Calibri"/>
              </a:rPr>
              <a:t>Capability of individual process areas</a:t>
            </a:r>
          </a:p>
          <a:p>
            <a:pPr lvl="1"/>
            <a:r>
              <a:rPr lang="en-US" dirty="0">
                <a:ea typeface="Calibri" panose="020F0502020204030204"/>
                <a:cs typeface="Calibri"/>
              </a:rPr>
              <a:t>Each process gets a capability level (0-5)</a:t>
            </a:r>
          </a:p>
          <a:p>
            <a:r>
              <a:rPr lang="en-US" dirty="0">
                <a:ea typeface="Calibri" panose="020F0502020204030204"/>
                <a:cs typeface="Calibri"/>
              </a:rPr>
              <a:t>Next question: What are process areas?! (hint: check introductory slide)</a:t>
            </a: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73EA4080-71A2-14F4-B1B9-C587C83C32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1DDFA89-6DC4-C953-469A-B663F364DE22}"/>
              </a:ext>
            </a:extLst>
          </p:cNvPr>
          <p:cNvSpPr>
            <a:spLocks noGrp="1"/>
          </p:cNvSpPr>
          <p:nvPr>
            <p:ph type="sldNum" sz="quarter" idx="12"/>
          </p:nvPr>
        </p:nvSpPr>
        <p:spPr/>
        <p:txBody>
          <a:bodyPr/>
          <a:lstStyle/>
          <a:p>
            <a:fld id="{008559AE-1842-40A5-A2A9-0518F39FD1A9}" type="slidenum">
              <a:rPr lang="en-US" smtClean="0"/>
              <a:t>18</a:t>
            </a:fld>
            <a:endParaRPr lang="en-GB"/>
          </a:p>
        </p:txBody>
      </p:sp>
      <p:sp>
        <p:nvSpPr>
          <p:cNvPr id="7" name="Footer Placeholder 6">
            <a:extLst>
              <a:ext uri="{FF2B5EF4-FFF2-40B4-BE49-F238E27FC236}">
                <a16:creationId xmlns:a16="http://schemas.microsoft.com/office/drawing/2014/main" id="{A4C55BEB-6A93-CE56-7FD4-7A3CA329FF5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125440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2C7F5-3022-AC6B-1375-CC3E81BA02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0B821-F3B5-1816-DC71-E0BC1971F4FE}"/>
              </a:ext>
            </a:extLst>
          </p:cNvPr>
          <p:cNvSpPr>
            <a:spLocks noGrp="1"/>
          </p:cNvSpPr>
          <p:nvPr>
            <p:ph type="title"/>
          </p:nvPr>
        </p:nvSpPr>
        <p:spPr/>
        <p:txBody>
          <a:bodyPr/>
          <a:lstStyle/>
          <a:p>
            <a:r>
              <a:rPr lang="en-GB" dirty="0">
                <a:cs typeface="Calibri Light"/>
              </a:rPr>
              <a:t>What are process areas?</a:t>
            </a:r>
            <a:endParaRPr lang="en-US" dirty="0"/>
          </a:p>
        </p:txBody>
      </p:sp>
      <p:sp>
        <p:nvSpPr>
          <p:cNvPr id="3" name="Content Placeholder 2">
            <a:extLst>
              <a:ext uri="{FF2B5EF4-FFF2-40B4-BE49-F238E27FC236}">
                <a16:creationId xmlns:a16="http://schemas.microsoft.com/office/drawing/2014/main" id="{F9BD98C1-FC6E-2E19-3D2A-84152CFBB1E4}"/>
              </a:ext>
            </a:extLst>
          </p:cNvPr>
          <p:cNvSpPr>
            <a:spLocks noGrp="1"/>
          </p:cNvSpPr>
          <p:nvPr>
            <p:ph idx="1"/>
          </p:nvPr>
        </p:nvSpPr>
        <p:spPr>
          <a:xfrm>
            <a:off x="838200" y="1690328"/>
            <a:ext cx="10515600" cy="4633173"/>
          </a:xfrm>
        </p:spPr>
        <p:txBody>
          <a:bodyPr vert="horz" lIns="91440" tIns="45720" rIns="91440" bIns="45720" rtlCol="0" anchor="t">
            <a:normAutofit lnSpcReduction="10000"/>
          </a:bodyPr>
          <a:lstStyle/>
          <a:p>
            <a:r>
              <a:rPr lang="en-US" dirty="0">
                <a:ea typeface="Calibri" panose="020F0502020204030204"/>
                <a:cs typeface="Calibri"/>
              </a:rPr>
              <a:t>These are specific areas of software development work that CMMI focuses on</a:t>
            </a:r>
          </a:p>
          <a:p>
            <a:r>
              <a:rPr lang="en-US" dirty="0">
                <a:ea typeface="Calibri" panose="020F0502020204030204"/>
                <a:cs typeface="Calibri"/>
              </a:rPr>
              <a:t>Examples:</a:t>
            </a:r>
          </a:p>
          <a:p>
            <a:pPr lvl="1"/>
            <a:r>
              <a:rPr lang="en-US" dirty="0">
                <a:ea typeface="Calibri" panose="020F0502020204030204"/>
                <a:cs typeface="Calibri"/>
              </a:rPr>
              <a:t>Requirements Gathering</a:t>
            </a:r>
          </a:p>
          <a:p>
            <a:pPr lvl="1"/>
            <a:r>
              <a:rPr lang="en-US" dirty="0">
                <a:ea typeface="Calibri" panose="020F0502020204030204"/>
                <a:cs typeface="Calibri"/>
              </a:rPr>
              <a:t>Project Planning</a:t>
            </a:r>
          </a:p>
          <a:p>
            <a:pPr lvl="1"/>
            <a:r>
              <a:rPr lang="en-US" dirty="0">
                <a:ea typeface="Calibri" panose="020F0502020204030204"/>
                <a:cs typeface="Calibri"/>
              </a:rPr>
              <a:t>Configuration Management</a:t>
            </a:r>
          </a:p>
          <a:p>
            <a:pPr lvl="1"/>
            <a:r>
              <a:rPr lang="en-US" dirty="0">
                <a:ea typeface="Calibri" panose="020F0502020204030204"/>
                <a:cs typeface="Calibri"/>
              </a:rPr>
              <a:t>Quality Assurance</a:t>
            </a:r>
          </a:p>
          <a:p>
            <a:pPr lvl="1"/>
            <a:r>
              <a:rPr lang="en-US" dirty="0">
                <a:ea typeface="Calibri" panose="020F0502020204030204"/>
                <a:cs typeface="Calibri"/>
              </a:rPr>
              <a:t>Risk Management</a:t>
            </a:r>
          </a:p>
          <a:p>
            <a:endParaRPr lang="en-US" dirty="0">
              <a:ea typeface="Calibri" panose="020F0502020204030204"/>
              <a:cs typeface="Calibri"/>
            </a:endParaRPr>
          </a:p>
          <a:p>
            <a:r>
              <a:rPr lang="en-US" dirty="0">
                <a:ea typeface="Calibri" panose="020F0502020204030204"/>
                <a:cs typeface="Calibri"/>
              </a:rPr>
              <a:t>Note: These are different from the phases in software development life cycle (Requirements – Design – Implementation – Validation)</a:t>
            </a:r>
          </a:p>
          <a:p>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0002E0D-714B-7F19-3EA9-6CB6674CE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A39AEE7-775E-5E99-1FC0-8CB60B318451}"/>
              </a:ext>
            </a:extLst>
          </p:cNvPr>
          <p:cNvSpPr>
            <a:spLocks noGrp="1"/>
          </p:cNvSpPr>
          <p:nvPr>
            <p:ph type="sldNum" sz="quarter" idx="12"/>
          </p:nvPr>
        </p:nvSpPr>
        <p:spPr/>
        <p:txBody>
          <a:bodyPr/>
          <a:lstStyle/>
          <a:p>
            <a:fld id="{008559AE-1842-40A5-A2A9-0518F39FD1A9}" type="slidenum">
              <a:rPr lang="en-US" smtClean="0"/>
              <a:t>19</a:t>
            </a:fld>
            <a:endParaRPr lang="en-GB"/>
          </a:p>
        </p:txBody>
      </p:sp>
      <p:sp>
        <p:nvSpPr>
          <p:cNvPr id="7" name="Footer Placeholder 6">
            <a:extLst>
              <a:ext uri="{FF2B5EF4-FFF2-40B4-BE49-F238E27FC236}">
                <a16:creationId xmlns:a16="http://schemas.microsoft.com/office/drawing/2014/main" id="{C8499ACE-B922-607A-11E0-215161ADBD8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117036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DB904-FCFF-F845-DB2E-2878A7601A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9E795-D8D7-76E8-9E76-4F22C27A3487}"/>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39A0305C-5CFD-D6F0-47AB-F04A716411B4}"/>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dirty="0">
                <a:ea typeface="Calibri" panose="020F0502020204030204"/>
                <a:cs typeface="Calibri"/>
              </a:rPr>
              <a:t>Staged CMMI</a:t>
            </a:r>
            <a:endParaRPr lang="en-US" dirty="0"/>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7FBC58F3-4BB1-BF92-7944-2EED826A12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68785AA5-4548-1251-08DB-76CF70C271DA}"/>
              </a:ext>
            </a:extLst>
          </p:cNvPr>
          <p:cNvSpPr>
            <a:spLocks noGrp="1"/>
          </p:cNvSpPr>
          <p:nvPr>
            <p:ph type="sldNum" sz="quarter" idx="12"/>
          </p:nvPr>
        </p:nvSpPr>
        <p:spPr/>
        <p:txBody>
          <a:bodyPr/>
          <a:lstStyle/>
          <a:p>
            <a:fld id="{008559AE-1842-40A5-A2A9-0518F39FD1A9}" type="slidenum">
              <a:rPr lang="en-US" smtClean="0"/>
              <a:t>20</a:t>
            </a:fld>
            <a:endParaRPr lang="en-GB"/>
          </a:p>
        </p:txBody>
      </p:sp>
      <p:sp>
        <p:nvSpPr>
          <p:cNvPr id="7" name="Footer Placeholder 6">
            <a:extLst>
              <a:ext uri="{FF2B5EF4-FFF2-40B4-BE49-F238E27FC236}">
                <a16:creationId xmlns:a16="http://schemas.microsoft.com/office/drawing/2014/main" id="{659A3EEA-5BF6-B413-F85F-A1ECC49BF26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172578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2858C-77C5-8AF3-6948-38904B9CB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BC442-996F-FABD-1B43-24D2E9DBDD7C}"/>
              </a:ext>
            </a:extLst>
          </p:cNvPr>
          <p:cNvSpPr>
            <a:spLocks noGrp="1"/>
          </p:cNvSpPr>
          <p:nvPr>
            <p:ph type="title"/>
          </p:nvPr>
        </p:nvSpPr>
        <p:spPr/>
        <p:txBody>
          <a:bodyPr/>
          <a:lstStyle/>
          <a:p>
            <a:r>
              <a:rPr lang="en-GB">
                <a:cs typeface="Calibri Light"/>
              </a:rPr>
              <a:t>Staged CMMI</a:t>
            </a:r>
            <a:endParaRPr lang="en-US"/>
          </a:p>
        </p:txBody>
      </p:sp>
      <p:sp>
        <p:nvSpPr>
          <p:cNvPr id="3" name="Content Placeholder 2">
            <a:extLst>
              <a:ext uri="{FF2B5EF4-FFF2-40B4-BE49-F238E27FC236}">
                <a16:creationId xmlns:a16="http://schemas.microsoft.com/office/drawing/2014/main" id="{D7B8C687-486D-7099-D939-59464F5021BC}"/>
              </a:ext>
            </a:extLst>
          </p:cNvPr>
          <p:cNvSpPr>
            <a:spLocks noGrp="1"/>
          </p:cNvSpPr>
          <p:nvPr>
            <p:ph idx="1"/>
          </p:nvPr>
        </p:nvSpPr>
        <p:spPr>
          <a:xfrm>
            <a:off x="838200" y="1675951"/>
            <a:ext cx="10515600" cy="4877587"/>
          </a:xfrm>
        </p:spPr>
        <p:txBody>
          <a:bodyPr vert="horz" lIns="91440" tIns="45720" rIns="91440" bIns="45720" rtlCol="0" anchor="t">
            <a:normAutofit fontScale="92500" lnSpcReduction="10000"/>
          </a:bodyPr>
          <a:lstStyle/>
          <a:p>
            <a:r>
              <a:rPr lang="en-US" dirty="0">
                <a:ea typeface="+mn-lt"/>
                <a:cs typeface="+mn-lt"/>
              </a:rPr>
              <a:t>This deals with Maturity rather than Capability</a:t>
            </a:r>
          </a:p>
          <a:p>
            <a:pPr marL="0" indent="0">
              <a:buNone/>
            </a:pPr>
            <a:endParaRPr lang="en-US" dirty="0">
              <a:ea typeface="+mn-lt"/>
              <a:cs typeface="+mn-lt"/>
            </a:endParaRPr>
          </a:p>
          <a:p>
            <a:r>
              <a:rPr lang="en-US" dirty="0">
                <a:ea typeface="+mn-lt"/>
                <a:cs typeface="+mn-lt"/>
              </a:rPr>
              <a:t>"To achieve a maturity level, the specific goals and practices associated with a set of process areas must be achieved"</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r>
              <a:rPr lang="en-US" dirty="0">
                <a:ea typeface="Calibri" panose="020F0502020204030204"/>
                <a:cs typeface="Calibri" panose="020F0502020204030204"/>
              </a:rPr>
              <a:t>"The continuous CMMI model defines the same process areas, goals, and practices as the staged model. The primary difference is that the staged model defines five maturity levels, rather than five capability levels."</a:t>
            </a:r>
          </a:p>
          <a:p>
            <a:endParaRPr lang="en-US"/>
          </a:p>
          <a:p>
            <a:r>
              <a:rPr lang="en-US" dirty="0">
                <a:ea typeface="Calibri" panose="020F0502020204030204"/>
                <a:cs typeface="Calibri" panose="020F0502020204030204"/>
              </a:rPr>
              <a:t>Capability levels are against individual process areas, whereas maturity levels encompass all process areas that go into a process, and lead to product development</a:t>
            </a:r>
          </a:p>
          <a:p>
            <a:endParaRPr lang="en-US" dirty="0">
              <a:ea typeface="Calibri" panose="020F0502020204030204"/>
              <a:cs typeface="Calibri" panose="020F0502020204030204"/>
            </a:endParaRPr>
          </a:p>
          <a:p>
            <a:endParaRPr lang="en-US" sz="2800" dirty="0">
              <a:ea typeface="Calibri" panose="020F0502020204030204"/>
              <a:cs typeface="Calibri"/>
            </a:endParaRPr>
          </a:p>
          <a:p>
            <a:pPr lvl="1"/>
            <a:endParaRPr lang="en-GB" sz="2800"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4AEE97CF-896F-6CC0-9593-3DF5EC1ABE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E7C964A-D244-7F51-297C-FBBB8C42C2C4}"/>
              </a:ext>
            </a:extLst>
          </p:cNvPr>
          <p:cNvSpPr>
            <a:spLocks noGrp="1"/>
          </p:cNvSpPr>
          <p:nvPr>
            <p:ph type="sldNum" sz="quarter" idx="12"/>
          </p:nvPr>
        </p:nvSpPr>
        <p:spPr/>
        <p:txBody>
          <a:bodyPr/>
          <a:lstStyle/>
          <a:p>
            <a:fld id="{008559AE-1842-40A5-A2A9-0518F39FD1A9}" type="slidenum">
              <a:rPr lang="en-US" smtClean="0"/>
              <a:t>21</a:t>
            </a:fld>
            <a:endParaRPr lang="en-GB"/>
          </a:p>
        </p:txBody>
      </p:sp>
      <p:sp>
        <p:nvSpPr>
          <p:cNvPr id="7" name="Footer Placeholder 6">
            <a:extLst>
              <a:ext uri="{FF2B5EF4-FFF2-40B4-BE49-F238E27FC236}">
                <a16:creationId xmlns:a16="http://schemas.microsoft.com/office/drawing/2014/main" id="{CC8AC0B3-BFA4-8607-5F67-044D40CF1204}"/>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64068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501DB-F450-B306-6ADC-BEEC06009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F70A00-9085-7AA1-9AC3-E1DB9CAF8B71}"/>
              </a:ext>
            </a:extLst>
          </p:cNvPr>
          <p:cNvSpPr>
            <a:spLocks noGrp="1"/>
          </p:cNvSpPr>
          <p:nvPr>
            <p:ph type="title"/>
          </p:nvPr>
        </p:nvSpPr>
        <p:spPr/>
        <p:txBody>
          <a:bodyPr/>
          <a:lstStyle/>
          <a:p>
            <a:r>
              <a:rPr lang="en-GB">
                <a:cs typeface="Calibri Light"/>
              </a:rPr>
              <a:t>Relationship between process areas and maturity levels</a:t>
            </a:r>
            <a:endParaRPr lang="en-US"/>
          </a:p>
        </p:txBody>
      </p:sp>
      <p:pic>
        <p:nvPicPr>
          <p:cNvPr id="6" name="Picture 5" descr="A black and white logo&#10;&#10;Description automatically generated">
            <a:extLst>
              <a:ext uri="{FF2B5EF4-FFF2-40B4-BE49-F238E27FC236}">
                <a16:creationId xmlns:a16="http://schemas.microsoft.com/office/drawing/2014/main" id="{239D7B43-062B-2FE4-AF98-EEDF3DBDA1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77D9F808-370A-72AD-383D-97B9D166B6C9}"/>
              </a:ext>
            </a:extLst>
          </p:cNvPr>
          <p:cNvSpPr>
            <a:spLocks noGrp="1"/>
          </p:cNvSpPr>
          <p:nvPr>
            <p:ph type="sldNum" sz="quarter" idx="12"/>
          </p:nvPr>
        </p:nvSpPr>
        <p:spPr/>
        <p:txBody>
          <a:bodyPr/>
          <a:lstStyle/>
          <a:p>
            <a:fld id="{008559AE-1842-40A5-A2A9-0518F39FD1A9}" type="slidenum">
              <a:rPr lang="en-US" smtClean="0"/>
              <a:t>22</a:t>
            </a:fld>
            <a:endParaRPr lang="en-GB"/>
          </a:p>
        </p:txBody>
      </p:sp>
      <p:sp>
        <p:nvSpPr>
          <p:cNvPr id="7" name="Footer Placeholder 6">
            <a:extLst>
              <a:ext uri="{FF2B5EF4-FFF2-40B4-BE49-F238E27FC236}">
                <a16:creationId xmlns:a16="http://schemas.microsoft.com/office/drawing/2014/main" id="{3538B16D-1A15-537B-C7FD-4E9D132AA8FA}"/>
              </a:ext>
            </a:extLst>
          </p:cNvPr>
          <p:cNvSpPr>
            <a:spLocks noGrp="1"/>
          </p:cNvSpPr>
          <p:nvPr>
            <p:ph type="ftr" sz="quarter" idx="11"/>
          </p:nvPr>
        </p:nvSpPr>
        <p:spPr/>
        <p:txBody>
          <a:bodyPr/>
          <a:lstStyle/>
          <a:p>
            <a:r>
              <a:rPr lang="en-US"/>
              <a:t>Software Engineering</a:t>
            </a:r>
          </a:p>
        </p:txBody>
      </p:sp>
      <p:pic>
        <p:nvPicPr>
          <p:cNvPr id="9" name="Picture 8" descr="A table with text on it&#10;&#10;AI-generated content may be incorrect.">
            <a:extLst>
              <a:ext uri="{FF2B5EF4-FFF2-40B4-BE49-F238E27FC236}">
                <a16:creationId xmlns:a16="http://schemas.microsoft.com/office/drawing/2014/main" id="{72201C40-552C-83BF-DE97-78D5C282E1A2}"/>
              </a:ext>
            </a:extLst>
          </p:cNvPr>
          <p:cNvPicPr>
            <a:picLocks noChangeAspect="1"/>
          </p:cNvPicPr>
          <p:nvPr/>
        </p:nvPicPr>
        <p:blipFill>
          <a:blip r:embed="rId4"/>
          <a:stretch>
            <a:fillRect/>
          </a:stretch>
        </p:blipFill>
        <p:spPr>
          <a:xfrm>
            <a:off x="4550840" y="1027741"/>
            <a:ext cx="6212097" cy="5849608"/>
          </a:xfrm>
          <a:prstGeom prst="rect">
            <a:avLst/>
          </a:prstGeom>
        </p:spPr>
      </p:pic>
      <p:sp>
        <p:nvSpPr>
          <p:cNvPr id="3" name="TextBox 2">
            <a:extLst>
              <a:ext uri="{FF2B5EF4-FFF2-40B4-BE49-F238E27FC236}">
                <a16:creationId xmlns:a16="http://schemas.microsoft.com/office/drawing/2014/main" id="{24928894-F09D-4425-B758-CB406694143C}"/>
              </a:ext>
            </a:extLst>
          </p:cNvPr>
          <p:cNvSpPr txBox="1"/>
          <p:nvPr/>
        </p:nvSpPr>
        <p:spPr>
          <a:xfrm>
            <a:off x="394897" y="2514523"/>
            <a:ext cx="3853123"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As you can see, each maturity level has certain process areas defined. If all the process areas in a particular level are implemented satisfactorily, then that maturity level is said to be achieved.</a:t>
            </a:r>
          </a:p>
          <a:p>
            <a:endParaRPr lang="en-US" dirty="0">
              <a:ea typeface="Calibri"/>
              <a:cs typeface="Calibri"/>
            </a:endParaRPr>
          </a:p>
          <a:p>
            <a:r>
              <a:rPr lang="en-US" dirty="0">
                <a:ea typeface="Calibri"/>
                <a:cs typeface="Calibri"/>
              </a:rPr>
              <a:t>Note: An organization at maturity level 3 will implement all process areas mentioned in maturity levels 1, 2 and 3.</a:t>
            </a:r>
          </a:p>
          <a:p>
            <a:endParaRPr lang="en-US" dirty="0">
              <a:ea typeface="Calibri"/>
              <a:cs typeface="Calibri"/>
            </a:endParaRPr>
          </a:p>
        </p:txBody>
      </p:sp>
    </p:spTree>
    <p:extLst>
      <p:ext uri="{BB962C8B-B14F-4D97-AF65-F5344CB8AC3E}">
        <p14:creationId xmlns:p14="http://schemas.microsoft.com/office/powerpoint/2010/main" val="1725508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7DE3C-5D78-5F82-A13C-048020774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1A9714-4F77-2FD6-1CA1-9C9D30FAE9E0}"/>
              </a:ext>
            </a:extLst>
          </p:cNvPr>
          <p:cNvSpPr>
            <a:spLocks noGrp="1"/>
          </p:cNvSpPr>
          <p:nvPr>
            <p:ph type="title"/>
          </p:nvPr>
        </p:nvSpPr>
        <p:spPr/>
        <p:txBody>
          <a:bodyPr/>
          <a:lstStyle/>
          <a:p>
            <a:r>
              <a:rPr lang="en-GB" dirty="0">
                <a:ea typeface="Calibri Light"/>
                <a:cs typeface="Calibri Light"/>
              </a:rPr>
              <a:t>CMMI Levels</a:t>
            </a:r>
          </a:p>
        </p:txBody>
      </p:sp>
      <p:pic>
        <p:nvPicPr>
          <p:cNvPr id="6" name="Picture 5" descr="A black and white logo&#10;&#10;Description automatically generated">
            <a:extLst>
              <a:ext uri="{FF2B5EF4-FFF2-40B4-BE49-F238E27FC236}">
                <a16:creationId xmlns:a16="http://schemas.microsoft.com/office/drawing/2014/main" id="{A6F1CC09-2014-DBFC-85C6-F2BB43985C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D5C6E03-1C01-79C7-0A7A-B11923E12B1B}"/>
              </a:ext>
            </a:extLst>
          </p:cNvPr>
          <p:cNvSpPr>
            <a:spLocks noGrp="1"/>
          </p:cNvSpPr>
          <p:nvPr>
            <p:ph type="sldNum" sz="quarter" idx="12"/>
          </p:nvPr>
        </p:nvSpPr>
        <p:spPr/>
        <p:txBody>
          <a:bodyPr/>
          <a:lstStyle/>
          <a:p>
            <a:fld id="{008559AE-1842-40A5-A2A9-0518F39FD1A9}" type="slidenum">
              <a:rPr lang="en-US" smtClean="0"/>
              <a:t>23</a:t>
            </a:fld>
            <a:endParaRPr lang="en-GB"/>
          </a:p>
        </p:txBody>
      </p:sp>
      <p:sp>
        <p:nvSpPr>
          <p:cNvPr id="7" name="Footer Placeholder 6">
            <a:extLst>
              <a:ext uri="{FF2B5EF4-FFF2-40B4-BE49-F238E27FC236}">
                <a16:creationId xmlns:a16="http://schemas.microsoft.com/office/drawing/2014/main" id="{206DC289-E9BC-8137-A231-77008963D73F}"/>
              </a:ext>
            </a:extLst>
          </p:cNvPr>
          <p:cNvSpPr>
            <a:spLocks noGrp="1"/>
          </p:cNvSpPr>
          <p:nvPr>
            <p:ph type="ftr" sz="quarter" idx="11"/>
          </p:nvPr>
        </p:nvSpPr>
        <p:spPr/>
        <p:txBody>
          <a:bodyPr/>
          <a:lstStyle/>
          <a:p>
            <a:r>
              <a:rPr lang="en-US"/>
              <a:t>Software Engineering</a:t>
            </a:r>
          </a:p>
        </p:txBody>
      </p:sp>
      <p:pic>
        <p:nvPicPr>
          <p:cNvPr id="3" name="Picture 2" descr="A diagram of a project&#10;&#10;AI-generated content may be incorrect.">
            <a:extLst>
              <a:ext uri="{FF2B5EF4-FFF2-40B4-BE49-F238E27FC236}">
                <a16:creationId xmlns:a16="http://schemas.microsoft.com/office/drawing/2014/main" id="{D42A98BF-9325-C806-D506-04406E358BCC}"/>
              </a:ext>
            </a:extLst>
          </p:cNvPr>
          <p:cNvPicPr>
            <a:picLocks noChangeAspect="1"/>
          </p:cNvPicPr>
          <p:nvPr/>
        </p:nvPicPr>
        <p:blipFill>
          <a:blip r:embed="rId4"/>
          <a:stretch>
            <a:fillRect/>
          </a:stretch>
        </p:blipFill>
        <p:spPr>
          <a:xfrm>
            <a:off x="4041775" y="33338"/>
            <a:ext cx="5388610" cy="6821805"/>
          </a:xfrm>
          <a:prstGeom prst="rect">
            <a:avLst/>
          </a:prstGeom>
        </p:spPr>
      </p:pic>
      <p:sp>
        <p:nvSpPr>
          <p:cNvPr id="4" name="TextBox 3">
            <a:extLst>
              <a:ext uri="{FF2B5EF4-FFF2-40B4-BE49-F238E27FC236}">
                <a16:creationId xmlns:a16="http://schemas.microsoft.com/office/drawing/2014/main" id="{2F4F6F98-6914-A8B2-27AC-BD91FA4E27AB}"/>
              </a:ext>
            </a:extLst>
          </p:cNvPr>
          <p:cNvSpPr txBox="1"/>
          <p:nvPr/>
        </p:nvSpPr>
        <p:spPr>
          <a:xfrm>
            <a:off x="7451945" y="6356069"/>
            <a:ext cx="347644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Calibri"/>
                <a:cs typeface="Calibri"/>
              </a:rPr>
              <a:t>Image source: Hans Van Vliet</a:t>
            </a:r>
            <a:endParaRPr lang="en-US" dirty="0"/>
          </a:p>
        </p:txBody>
      </p:sp>
    </p:spTree>
    <p:extLst>
      <p:ext uri="{BB962C8B-B14F-4D97-AF65-F5344CB8AC3E}">
        <p14:creationId xmlns:p14="http://schemas.microsoft.com/office/powerpoint/2010/main" val="3407660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CMMI Maturity Levels</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dirty="0">
                <a:ea typeface="+mn-lt"/>
                <a:cs typeface="+mn-lt"/>
              </a:rPr>
              <a:t>Maturity level indicates </a:t>
            </a:r>
            <a:r>
              <a:rPr lang="en-US" u="sng" dirty="0">
                <a:ea typeface="+mn-lt"/>
                <a:cs typeface="+mn-lt"/>
              </a:rPr>
              <a:t>how capable the overall process</a:t>
            </a:r>
            <a:r>
              <a:rPr lang="en-US" dirty="0">
                <a:ea typeface="+mn-lt"/>
                <a:cs typeface="+mn-lt"/>
              </a:rPr>
              <a:t> is:</a:t>
            </a:r>
            <a:endParaRPr lang="en-US" dirty="0"/>
          </a:p>
          <a:p>
            <a:pPr marL="0" indent="0">
              <a:buNone/>
            </a:pPr>
            <a:r>
              <a:rPr lang="en-US" dirty="0">
                <a:ea typeface="+mn-lt"/>
                <a:cs typeface="+mn-lt"/>
              </a:rPr>
              <a:t>1. Initial</a:t>
            </a:r>
            <a:endParaRPr lang="en-US" dirty="0">
              <a:ea typeface="Calibri" panose="020F0502020204030204"/>
              <a:cs typeface="Calibri" panose="020F0502020204030204"/>
            </a:endParaRPr>
          </a:p>
          <a:p>
            <a:pPr marL="0" indent="0">
              <a:buNone/>
            </a:pPr>
            <a:r>
              <a:rPr lang="en-US" dirty="0">
                <a:ea typeface="+mn-lt"/>
                <a:cs typeface="+mn-lt"/>
              </a:rPr>
              <a:t>2. Repeatable</a:t>
            </a:r>
            <a:endParaRPr lang="en-US" dirty="0">
              <a:ea typeface="Calibri" panose="020F0502020204030204"/>
              <a:cs typeface="Calibri" panose="020F0502020204030204"/>
            </a:endParaRPr>
          </a:p>
          <a:p>
            <a:pPr marL="0" indent="0">
              <a:buNone/>
            </a:pPr>
            <a:r>
              <a:rPr lang="en-US" dirty="0">
                <a:ea typeface="+mn-lt"/>
                <a:cs typeface="+mn-lt"/>
              </a:rPr>
              <a:t>3. Defined → officially labelled as CMMI Level 3</a:t>
            </a:r>
            <a:endParaRPr lang="en-US" dirty="0">
              <a:ea typeface="Calibri" panose="020F0502020204030204"/>
              <a:cs typeface="Calibri" panose="020F0502020204030204"/>
            </a:endParaRPr>
          </a:p>
          <a:p>
            <a:pPr marL="0" indent="0">
              <a:buNone/>
            </a:pPr>
            <a:r>
              <a:rPr lang="en-US" dirty="0">
                <a:ea typeface="+mn-lt"/>
                <a:cs typeface="+mn-lt"/>
              </a:rPr>
              <a:t>4. Managed</a:t>
            </a:r>
            <a:endParaRPr lang="en-US" dirty="0">
              <a:ea typeface="Calibri" panose="020F0502020204030204"/>
              <a:cs typeface="Calibri" panose="020F0502020204030204"/>
            </a:endParaRPr>
          </a:p>
          <a:p>
            <a:pPr marL="0" indent="0">
              <a:buNone/>
            </a:pPr>
            <a:r>
              <a:rPr lang="en-US" dirty="0">
                <a:ea typeface="+mn-lt"/>
                <a:cs typeface="+mn-lt"/>
              </a:rPr>
              <a:t>5. Optimizing → officially labelled as CMMI Level 5</a:t>
            </a:r>
            <a:endParaRPr lang="en-US" dirty="0">
              <a:ea typeface="Calibri" panose="020F0502020204030204"/>
              <a:cs typeface="Calibri" panose="020F0502020204030204"/>
            </a:endParaRPr>
          </a:p>
          <a:p>
            <a:endParaRPr lang="en-US" dirty="0">
              <a:ea typeface="+mn-lt"/>
              <a:cs typeface="+mn-lt"/>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24</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
        <p:nvSpPr>
          <p:cNvPr id="4" name="TextBox 3">
            <a:extLst>
              <a:ext uri="{FF2B5EF4-FFF2-40B4-BE49-F238E27FC236}">
                <a16:creationId xmlns:a16="http://schemas.microsoft.com/office/drawing/2014/main" id="{B5484EC7-425D-F93C-EF8D-1DE2D3F1B2D1}"/>
              </a:ext>
            </a:extLst>
          </p:cNvPr>
          <p:cNvSpPr txBox="1"/>
          <p:nvPr/>
        </p:nvSpPr>
        <p:spPr>
          <a:xfrm>
            <a:off x="7467600" y="5638799"/>
            <a:ext cx="430106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Calibri"/>
                <a:cs typeface="Calibri"/>
              </a:rPr>
              <a:t>Overall process – Combination of all process areas (requirements, design, implementation, etc.) is the overall process.</a:t>
            </a:r>
            <a:endParaRPr lang="en-GB" dirty="0"/>
          </a:p>
        </p:txBody>
      </p:sp>
      <p:sp>
        <p:nvSpPr>
          <p:cNvPr id="10" name="TextBox 9">
            <a:extLst>
              <a:ext uri="{FF2B5EF4-FFF2-40B4-BE49-F238E27FC236}">
                <a16:creationId xmlns:a16="http://schemas.microsoft.com/office/drawing/2014/main" id="{AA921847-2B19-D863-53C1-1E49498ED0B2}"/>
              </a:ext>
            </a:extLst>
          </p:cNvPr>
          <p:cNvSpPr txBox="1"/>
          <p:nvPr/>
        </p:nvSpPr>
        <p:spPr>
          <a:xfrm>
            <a:off x="9064125" y="876379"/>
            <a:ext cx="313266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Calibri"/>
                <a:cs typeface="Calibri"/>
              </a:rPr>
              <a:t>These are the levels we saw earlier – in the café example!</a:t>
            </a:r>
            <a:endParaRPr lang="en-GB" dirty="0"/>
          </a:p>
        </p:txBody>
      </p:sp>
    </p:spTree>
    <p:extLst>
      <p:ext uri="{BB962C8B-B14F-4D97-AF65-F5344CB8AC3E}">
        <p14:creationId xmlns:p14="http://schemas.microsoft.com/office/powerpoint/2010/main" val="1050131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a:cs typeface="Calibri Light"/>
              </a:rPr>
              <a:t>CMMI Level 1: Initial</a:t>
            </a:r>
            <a:endParaRPr lang="en-US"/>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704705"/>
            <a:ext cx="10515600" cy="5122003"/>
          </a:xfrm>
        </p:spPr>
        <p:txBody>
          <a:bodyPr vert="horz" lIns="91440" tIns="45720" rIns="91440" bIns="45720" rtlCol="0" anchor="t">
            <a:normAutofit/>
          </a:bodyPr>
          <a:lstStyle/>
          <a:p>
            <a:r>
              <a:rPr lang="en-US" dirty="0">
                <a:ea typeface="+mn-lt"/>
                <a:cs typeface="+mn-lt"/>
              </a:rPr>
              <a:t>Initial: The software process is characterized as </a:t>
            </a:r>
            <a:r>
              <a:rPr lang="en-US" u="sng" dirty="0">
                <a:ea typeface="+mn-lt"/>
                <a:cs typeface="+mn-lt"/>
              </a:rPr>
              <a:t>ad hoc</a:t>
            </a:r>
            <a:r>
              <a:rPr lang="en-US" dirty="0">
                <a:ea typeface="+mn-lt"/>
                <a:cs typeface="+mn-lt"/>
              </a:rPr>
              <a:t>, and occasionally even </a:t>
            </a:r>
            <a:r>
              <a:rPr lang="en-US" u="sng" dirty="0">
                <a:ea typeface="+mn-lt"/>
                <a:cs typeface="+mn-lt"/>
              </a:rPr>
              <a:t>chaotic</a:t>
            </a:r>
            <a:r>
              <a:rPr lang="en-US" dirty="0">
                <a:ea typeface="+mn-lt"/>
                <a:cs typeface="+mn-lt"/>
              </a:rPr>
              <a:t>. Few processes are defined, and success </a:t>
            </a:r>
            <a:r>
              <a:rPr lang="en-US" u="sng" dirty="0">
                <a:ea typeface="+mn-lt"/>
                <a:cs typeface="+mn-lt"/>
              </a:rPr>
              <a:t>depends on individual effort</a:t>
            </a:r>
          </a:p>
          <a:p>
            <a:pPr marL="0" indent="0">
              <a:buNone/>
            </a:pPr>
            <a:endParaRPr lang="en-US" dirty="0">
              <a:ea typeface="+mn-lt"/>
              <a:cs typeface="+mn-lt"/>
            </a:endParaRPr>
          </a:p>
          <a:p>
            <a:pPr lvl="1"/>
            <a:r>
              <a:rPr lang="en-US" dirty="0">
                <a:ea typeface="+mn-lt"/>
                <a:cs typeface="+mn-lt"/>
              </a:rPr>
              <a:t>At this level, frequently have difficulty making commitments that the staff can meet with an orderly process</a:t>
            </a:r>
          </a:p>
          <a:p>
            <a:pPr lvl="1"/>
            <a:r>
              <a:rPr lang="en-US" dirty="0">
                <a:ea typeface="+mn-lt"/>
                <a:cs typeface="+mn-lt"/>
              </a:rPr>
              <a:t>Products developed are often over budget and schedule</a:t>
            </a:r>
          </a:p>
          <a:p>
            <a:pPr lvl="1"/>
            <a:r>
              <a:rPr lang="en-US" dirty="0">
                <a:ea typeface="+mn-lt"/>
                <a:cs typeface="+mn-lt"/>
              </a:rPr>
              <a:t>Wide variations in cost, schedule, functionality and quality targets</a:t>
            </a:r>
            <a:endParaRPr lang="en-US" dirty="0">
              <a:ea typeface="Calibri" panose="020F0502020204030204"/>
              <a:cs typeface="Calibri" panose="020F0502020204030204"/>
            </a:endParaRPr>
          </a:p>
          <a:p>
            <a:pPr lvl="1"/>
            <a:r>
              <a:rPr lang="en-US" dirty="0">
                <a:ea typeface="+mn-lt"/>
                <a:cs typeface="+mn-lt"/>
              </a:rPr>
              <a:t>Much depends on individual effort and brilliance rather than a proper process</a:t>
            </a:r>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25</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11794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B89DC-DDA2-03FD-674B-B3B9A882C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7464F2-5B7A-FC98-D6B8-F8270B27B84C}"/>
              </a:ext>
            </a:extLst>
          </p:cNvPr>
          <p:cNvSpPr>
            <a:spLocks noGrp="1"/>
          </p:cNvSpPr>
          <p:nvPr>
            <p:ph type="title"/>
          </p:nvPr>
        </p:nvSpPr>
        <p:spPr/>
        <p:txBody>
          <a:bodyPr/>
          <a:lstStyle/>
          <a:p>
            <a:r>
              <a:rPr lang="en-GB">
                <a:cs typeface="Calibri Light"/>
              </a:rPr>
              <a:t>CMMI Level 2: Repeatable</a:t>
            </a:r>
            <a:endParaRPr lang="en-US"/>
          </a:p>
        </p:txBody>
      </p:sp>
      <p:sp>
        <p:nvSpPr>
          <p:cNvPr id="3" name="Content Placeholder 2">
            <a:extLst>
              <a:ext uri="{FF2B5EF4-FFF2-40B4-BE49-F238E27FC236}">
                <a16:creationId xmlns:a16="http://schemas.microsoft.com/office/drawing/2014/main" id="{354C2CBA-0E70-9F6A-8D88-DF96F04F9C3A}"/>
              </a:ext>
            </a:extLst>
          </p:cNvPr>
          <p:cNvSpPr>
            <a:spLocks noGrp="1"/>
          </p:cNvSpPr>
          <p:nvPr>
            <p:ph idx="1"/>
          </p:nvPr>
        </p:nvSpPr>
        <p:spPr>
          <a:xfrm>
            <a:off x="838200" y="1704705"/>
            <a:ext cx="10515600" cy="5122003"/>
          </a:xfrm>
        </p:spPr>
        <p:txBody>
          <a:bodyPr vert="horz" lIns="91440" tIns="45720" rIns="91440" bIns="45720" rtlCol="0" anchor="t">
            <a:normAutofit/>
          </a:bodyPr>
          <a:lstStyle/>
          <a:p>
            <a:r>
              <a:rPr lang="en-US" u="sng" dirty="0">
                <a:ea typeface="+mn-lt"/>
                <a:cs typeface="+mn-lt"/>
              </a:rPr>
              <a:t>Basic process management processes (planning, estimation, etc.)</a:t>
            </a:r>
            <a:r>
              <a:rPr lang="en-US" dirty="0">
                <a:ea typeface="+mn-lt"/>
                <a:cs typeface="+mn-lt"/>
              </a:rPr>
              <a:t> are established to track cost, schedule, and functionality. The </a:t>
            </a:r>
            <a:r>
              <a:rPr lang="en-US" u="sng" dirty="0">
                <a:ea typeface="+mn-lt"/>
                <a:cs typeface="+mn-lt"/>
              </a:rPr>
              <a:t>necessary process discipline</a:t>
            </a:r>
            <a:r>
              <a:rPr lang="en-US" dirty="0">
                <a:ea typeface="+mn-lt"/>
                <a:cs typeface="+mn-lt"/>
              </a:rPr>
              <a:t> is </a:t>
            </a:r>
            <a:r>
              <a:rPr lang="en-US" u="sng" dirty="0">
                <a:ea typeface="+mn-lt"/>
                <a:cs typeface="+mn-lt"/>
              </a:rPr>
              <a:t>in place</a:t>
            </a:r>
            <a:r>
              <a:rPr lang="en-US" dirty="0">
                <a:ea typeface="+mn-lt"/>
                <a:cs typeface="+mn-lt"/>
              </a:rPr>
              <a:t> to repeat earlier successes on projects with similar applications</a:t>
            </a:r>
          </a:p>
          <a:p>
            <a:pPr lvl="1"/>
            <a:endParaRPr lang="en-US" dirty="0">
              <a:ea typeface="+mn-lt"/>
              <a:cs typeface="+mn-lt"/>
            </a:endParaRPr>
          </a:p>
          <a:p>
            <a:pPr lvl="1"/>
            <a:r>
              <a:rPr lang="en-US" dirty="0">
                <a:ea typeface="+mn-lt"/>
                <a:cs typeface="+mn-lt"/>
              </a:rPr>
              <a:t>Realistic project commitments </a:t>
            </a:r>
            <a:r>
              <a:rPr lang="en-US" dirty="0">
                <a:highlight>
                  <a:srgbClr val="FFFF00"/>
                </a:highlight>
                <a:ea typeface="+mn-lt"/>
                <a:cs typeface="+mn-lt"/>
              </a:rPr>
              <a:t>based on results observed on previous projects</a:t>
            </a:r>
            <a:endParaRPr lang="en-US" dirty="0">
              <a:highlight>
                <a:srgbClr val="FFFF00"/>
              </a:highlight>
            </a:endParaRPr>
          </a:p>
          <a:p>
            <a:pPr lvl="1"/>
            <a:r>
              <a:rPr lang="en-US" dirty="0">
                <a:ea typeface="+mn-lt"/>
                <a:cs typeface="+mn-lt"/>
              </a:rPr>
              <a:t>Software project standards are defined and faithfully followed</a:t>
            </a:r>
          </a:p>
          <a:p>
            <a:pPr lvl="1"/>
            <a:r>
              <a:rPr lang="en-US" dirty="0">
                <a:ea typeface="+mn-lt"/>
                <a:cs typeface="+mn-lt"/>
              </a:rPr>
              <a:t>Processes </a:t>
            </a:r>
            <a:r>
              <a:rPr lang="en-US" dirty="0">
                <a:highlight>
                  <a:srgbClr val="FFFF00"/>
                </a:highlight>
                <a:ea typeface="+mn-lt"/>
                <a:cs typeface="+mn-lt"/>
              </a:rPr>
              <a:t>may differ between projects</a:t>
            </a:r>
          </a:p>
          <a:p>
            <a:pPr lvl="1"/>
            <a:r>
              <a:rPr lang="en-US" dirty="0">
                <a:ea typeface="+mn-lt"/>
                <a:cs typeface="+mn-lt"/>
              </a:rPr>
              <a:t>Process is disciplined </a:t>
            </a:r>
          </a:p>
          <a:p>
            <a:pPr lvl="1"/>
            <a:r>
              <a:rPr lang="en-US" u="sng" dirty="0">
                <a:ea typeface="+mn-lt"/>
                <a:cs typeface="+mn-lt"/>
              </a:rPr>
              <a:t>Earlier successes can be repeated</a:t>
            </a:r>
            <a:endParaRPr lang="en-US" u="sng"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5F05DE5C-1A22-11C4-F198-66C8740984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5F640AC-34E9-F163-8671-9D73471554E6}"/>
              </a:ext>
            </a:extLst>
          </p:cNvPr>
          <p:cNvSpPr>
            <a:spLocks noGrp="1"/>
          </p:cNvSpPr>
          <p:nvPr>
            <p:ph type="sldNum" sz="quarter" idx="12"/>
          </p:nvPr>
        </p:nvSpPr>
        <p:spPr/>
        <p:txBody>
          <a:bodyPr/>
          <a:lstStyle/>
          <a:p>
            <a:fld id="{008559AE-1842-40A5-A2A9-0518F39FD1A9}" type="slidenum">
              <a:rPr lang="en-US" smtClean="0"/>
              <a:t>26</a:t>
            </a:fld>
            <a:endParaRPr lang="en-GB"/>
          </a:p>
        </p:txBody>
      </p:sp>
      <p:sp>
        <p:nvSpPr>
          <p:cNvPr id="7" name="Footer Placeholder 6">
            <a:extLst>
              <a:ext uri="{FF2B5EF4-FFF2-40B4-BE49-F238E27FC236}">
                <a16:creationId xmlns:a16="http://schemas.microsoft.com/office/drawing/2014/main" id="{F50B3CAD-B1F7-2E93-4CF7-391AEA5293DF}"/>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043396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146CF-E7F6-CB02-950C-661711967C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70EB6-533C-FDD3-A4B8-8ADE4BCD000B}"/>
              </a:ext>
            </a:extLst>
          </p:cNvPr>
          <p:cNvSpPr>
            <a:spLocks noGrp="1"/>
          </p:cNvSpPr>
          <p:nvPr>
            <p:ph type="title"/>
          </p:nvPr>
        </p:nvSpPr>
        <p:spPr/>
        <p:txBody>
          <a:bodyPr/>
          <a:lstStyle/>
          <a:p>
            <a:r>
              <a:rPr lang="en-GB">
                <a:cs typeface="Calibri Light"/>
              </a:rPr>
              <a:t>CMMI Level 3: Defined</a:t>
            </a:r>
            <a:endParaRPr lang="en-US"/>
          </a:p>
        </p:txBody>
      </p:sp>
      <p:sp>
        <p:nvSpPr>
          <p:cNvPr id="3" name="Content Placeholder 2">
            <a:extLst>
              <a:ext uri="{FF2B5EF4-FFF2-40B4-BE49-F238E27FC236}">
                <a16:creationId xmlns:a16="http://schemas.microsoft.com/office/drawing/2014/main" id="{FA768C04-08C3-8BA7-1EA0-BD6ECCD4A488}"/>
              </a:ext>
            </a:extLst>
          </p:cNvPr>
          <p:cNvSpPr>
            <a:spLocks noGrp="1"/>
          </p:cNvSpPr>
          <p:nvPr>
            <p:ph idx="1"/>
          </p:nvPr>
        </p:nvSpPr>
        <p:spPr>
          <a:xfrm>
            <a:off x="838200" y="1704705"/>
            <a:ext cx="10515600" cy="5122003"/>
          </a:xfrm>
        </p:spPr>
        <p:txBody>
          <a:bodyPr vert="horz" lIns="91440" tIns="45720" rIns="91440" bIns="45720" rtlCol="0" anchor="t">
            <a:normAutofit/>
          </a:bodyPr>
          <a:lstStyle/>
          <a:p>
            <a:r>
              <a:rPr lang="en-US" dirty="0">
                <a:ea typeface="+mn-lt"/>
                <a:cs typeface="+mn-lt"/>
              </a:rPr>
              <a:t>The </a:t>
            </a:r>
            <a:r>
              <a:rPr lang="en-US" u="sng" dirty="0">
                <a:ea typeface="+mn-lt"/>
                <a:cs typeface="+mn-lt"/>
              </a:rPr>
              <a:t>software process</a:t>
            </a:r>
            <a:r>
              <a:rPr lang="en-US" dirty="0">
                <a:ea typeface="+mn-lt"/>
                <a:cs typeface="+mn-lt"/>
              </a:rPr>
              <a:t> for both management and engineering activities is </a:t>
            </a:r>
            <a:r>
              <a:rPr lang="en-US" u="sng" dirty="0">
                <a:ea typeface="+mn-lt"/>
                <a:cs typeface="+mn-lt"/>
              </a:rPr>
              <a:t>documented, standardized, and integrated</a:t>
            </a:r>
            <a:r>
              <a:rPr lang="en-US" dirty="0">
                <a:ea typeface="+mn-lt"/>
                <a:cs typeface="+mn-lt"/>
              </a:rPr>
              <a:t> into a </a:t>
            </a:r>
            <a:r>
              <a:rPr lang="en-US" u="sng" dirty="0">
                <a:ea typeface="+mn-lt"/>
                <a:cs typeface="+mn-lt"/>
              </a:rPr>
              <a:t>standard software process</a:t>
            </a:r>
            <a:r>
              <a:rPr lang="en-US" dirty="0">
                <a:ea typeface="+mn-lt"/>
                <a:cs typeface="+mn-lt"/>
              </a:rPr>
              <a:t> for the organization. All projects use an approved, tailored version of the organization’s standard software process for developing and maintaining software</a:t>
            </a:r>
            <a:endParaRPr lang="en-US" dirty="0"/>
          </a:p>
          <a:p>
            <a:r>
              <a:rPr lang="en-US" dirty="0">
                <a:ea typeface="Calibri" panose="020F0502020204030204"/>
                <a:cs typeface="Calibri" panose="020F0502020204030204"/>
              </a:rPr>
              <a:t>By standard, what we mean is that now we have a set of pre agreed upon processes that are to be followed across all projects in the organization (the steps are standardized)</a:t>
            </a:r>
          </a:p>
          <a:p>
            <a:r>
              <a:rPr lang="en-US" dirty="0">
                <a:highlight>
                  <a:srgbClr val="FFFF00"/>
                </a:highlight>
                <a:ea typeface="Calibri" panose="020F0502020204030204"/>
                <a:cs typeface="Calibri" panose="020F0502020204030204"/>
              </a:rPr>
              <a:t>Processes</a:t>
            </a:r>
            <a:r>
              <a:rPr lang="en-US" dirty="0">
                <a:ea typeface="Calibri" panose="020F0502020204030204"/>
                <a:cs typeface="Calibri" panose="020F0502020204030204"/>
              </a:rPr>
              <a:t> (the things you do – requirements gathering, planning, etc.) </a:t>
            </a:r>
            <a:r>
              <a:rPr lang="en-US" dirty="0">
                <a:highlight>
                  <a:srgbClr val="FFFF00"/>
                </a:highlight>
                <a:ea typeface="Calibri" panose="020F0502020204030204"/>
                <a:cs typeface="Calibri" panose="020F0502020204030204"/>
              </a:rPr>
              <a:t>are standardized across projects in the organization</a:t>
            </a: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724A8FAC-4019-8AD7-68D3-609838612D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64EFB76F-D47B-DE1F-77EC-5FAA201F8209}"/>
              </a:ext>
            </a:extLst>
          </p:cNvPr>
          <p:cNvSpPr>
            <a:spLocks noGrp="1"/>
          </p:cNvSpPr>
          <p:nvPr>
            <p:ph type="sldNum" sz="quarter" idx="12"/>
          </p:nvPr>
        </p:nvSpPr>
        <p:spPr/>
        <p:txBody>
          <a:bodyPr/>
          <a:lstStyle/>
          <a:p>
            <a:fld id="{008559AE-1842-40A5-A2A9-0518F39FD1A9}" type="slidenum">
              <a:rPr lang="en-US" smtClean="0"/>
              <a:t>27</a:t>
            </a:fld>
            <a:endParaRPr lang="en-GB"/>
          </a:p>
        </p:txBody>
      </p:sp>
      <p:sp>
        <p:nvSpPr>
          <p:cNvPr id="7" name="Footer Placeholder 6">
            <a:extLst>
              <a:ext uri="{FF2B5EF4-FFF2-40B4-BE49-F238E27FC236}">
                <a16:creationId xmlns:a16="http://schemas.microsoft.com/office/drawing/2014/main" id="{14002325-B9D9-8652-2249-CA5DA7B761A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1688821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92B56-E9F7-5213-A664-ACE25EE3A1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C7003B-7DA4-162E-1B78-EED9B0CC6CB6}"/>
              </a:ext>
            </a:extLst>
          </p:cNvPr>
          <p:cNvSpPr>
            <a:spLocks noGrp="1"/>
          </p:cNvSpPr>
          <p:nvPr>
            <p:ph type="title"/>
          </p:nvPr>
        </p:nvSpPr>
        <p:spPr/>
        <p:txBody>
          <a:bodyPr/>
          <a:lstStyle/>
          <a:p>
            <a:r>
              <a:rPr lang="en-GB">
                <a:cs typeface="Calibri Light"/>
              </a:rPr>
              <a:t>CMMI Level 4: Managed</a:t>
            </a:r>
            <a:endParaRPr lang="en-US"/>
          </a:p>
        </p:txBody>
      </p:sp>
      <p:sp>
        <p:nvSpPr>
          <p:cNvPr id="3" name="Content Placeholder 2">
            <a:extLst>
              <a:ext uri="{FF2B5EF4-FFF2-40B4-BE49-F238E27FC236}">
                <a16:creationId xmlns:a16="http://schemas.microsoft.com/office/drawing/2014/main" id="{18A59819-9C14-E9D1-EDC5-EF31E3F3624B}"/>
              </a:ext>
            </a:extLst>
          </p:cNvPr>
          <p:cNvSpPr>
            <a:spLocks noGrp="1"/>
          </p:cNvSpPr>
          <p:nvPr>
            <p:ph idx="1"/>
          </p:nvPr>
        </p:nvSpPr>
        <p:spPr>
          <a:xfrm>
            <a:off x="838200" y="1704705"/>
            <a:ext cx="10515600" cy="5122003"/>
          </a:xfrm>
        </p:spPr>
        <p:txBody>
          <a:bodyPr vert="horz" lIns="91440" tIns="45720" rIns="91440" bIns="45720" rtlCol="0" anchor="t">
            <a:normAutofit/>
          </a:bodyPr>
          <a:lstStyle/>
          <a:p>
            <a:r>
              <a:rPr lang="en-US" u="sng" dirty="0">
                <a:ea typeface="+mn-lt"/>
                <a:cs typeface="+mn-lt"/>
              </a:rPr>
              <a:t>Detailed measures of the software process</a:t>
            </a:r>
            <a:r>
              <a:rPr lang="en-US" dirty="0">
                <a:ea typeface="+mn-lt"/>
                <a:cs typeface="+mn-lt"/>
              </a:rPr>
              <a:t> and </a:t>
            </a:r>
            <a:r>
              <a:rPr lang="en-US" u="sng" dirty="0">
                <a:ea typeface="+mn-lt"/>
                <a:cs typeface="+mn-lt"/>
              </a:rPr>
              <a:t>product quality</a:t>
            </a:r>
            <a:r>
              <a:rPr lang="en-US" dirty="0">
                <a:ea typeface="+mn-lt"/>
                <a:cs typeface="+mn-lt"/>
              </a:rPr>
              <a:t> are </a:t>
            </a:r>
            <a:r>
              <a:rPr lang="en-US" u="sng" dirty="0">
                <a:ea typeface="+mn-lt"/>
                <a:cs typeface="+mn-lt"/>
              </a:rPr>
              <a:t>collected</a:t>
            </a:r>
            <a:r>
              <a:rPr lang="en-US" dirty="0">
                <a:ea typeface="+mn-lt"/>
                <a:cs typeface="+mn-lt"/>
              </a:rPr>
              <a:t>. Both the software process and products are quantitatively understood and controlled</a:t>
            </a:r>
            <a:endParaRPr lang="en-US" dirty="0">
              <a:ea typeface="Calibri" panose="020F0502020204030204"/>
              <a:cs typeface="Calibri" panose="020F0502020204030204"/>
            </a:endParaRPr>
          </a:p>
          <a:p>
            <a:endParaRPr lang="en-US" dirty="0">
              <a:ea typeface="+mn-lt"/>
              <a:cs typeface="+mn-lt"/>
            </a:endParaRPr>
          </a:p>
          <a:p>
            <a:pPr lvl="1"/>
            <a:r>
              <a:rPr lang="en-US" dirty="0">
                <a:ea typeface="+mn-lt"/>
                <a:cs typeface="+mn-lt"/>
              </a:rPr>
              <a:t>Narrowing the variation in process performance to fall within acceptable quantitative bounds</a:t>
            </a:r>
          </a:p>
          <a:p>
            <a:pPr lvl="1"/>
            <a:r>
              <a:rPr lang="en-US" dirty="0">
                <a:ea typeface="+mn-lt"/>
                <a:cs typeface="+mn-lt"/>
              </a:rPr>
              <a:t>When known limits are exceeded, corrective action can be taken</a:t>
            </a:r>
          </a:p>
          <a:p>
            <a:pPr lvl="1"/>
            <a:r>
              <a:rPr lang="en-US" u="sng" dirty="0">
                <a:ea typeface="+mn-lt"/>
                <a:cs typeface="+mn-lt"/>
              </a:rPr>
              <a:t>Quantifiable</a:t>
            </a:r>
            <a:r>
              <a:rPr lang="en-US" dirty="0">
                <a:ea typeface="+mn-lt"/>
                <a:cs typeface="+mn-lt"/>
              </a:rPr>
              <a:t> and predictable</a:t>
            </a:r>
          </a:p>
          <a:p>
            <a:pPr lvl="1"/>
            <a:r>
              <a:rPr lang="en-US" dirty="0">
                <a:ea typeface="+mn-lt"/>
                <a:cs typeface="+mn-lt"/>
              </a:rPr>
              <a:t>Since </a:t>
            </a:r>
            <a:r>
              <a:rPr lang="en-US" dirty="0">
                <a:highlight>
                  <a:srgbClr val="FFFF00"/>
                </a:highlight>
                <a:ea typeface="+mn-lt"/>
                <a:cs typeface="+mn-lt"/>
              </a:rPr>
              <a:t>data is collected</a:t>
            </a:r>
            <a:r>
              <a:rPr lang="en-US" dirty="0">
                <a:ea typeface="+mn-lt"/>
                <a:cs typeface="+mn-lt"/>
              </a:rPr>
              <a:t>, this </a:t>
            </a:r>
            <a:r>
              <a:rPr lang="en-US" dirty="0">
                <a:highlight>
                  <a:srgbClr val="FFFF00"/>
                </a:highlight>
                <a:ea typeface="+mn-lt"/>
                <a:cs typeface="+mn-lt"/>
              </a:rPr>
              <a:t>data is then used to predict trends in process</a:t>
            </a:r>
            <a:r>
              <a:rPr lang="en-US" dirty="0">
                <a:ea typeface="+mn-lt"/>
                <a:cs typeface="+mn-lt"/>
              </a:rPr>
              <a:t> and </a:t>
            </a:r>
            <a:r>
              <a:rPr lang="en-US" dirty="0">
                <a:highlight>
                  <a:srgbClr val="FFFF00"/>
                </a:highlight>
                <a:ea typeface="+mn-lt"/>
                <a:cs typeface="+mn-lt"/>
              </a:rPr>
              <a:t>product quality</a:t>
            </a:r>
            <a:endParaRPr lang="en-US" dirty="0">
              <a:highlight>
                <a:srgbClr val="FFFF00"/>
              </a:highlight>
              <a:ea typeface="Calibri" panose="020F0502020204030204"/>
              <a:cs typeface="Calibri" panose="020F0502020204030204"/>
            </a:endParaRPr>
          </a:p>
          <a:p>
            <a:pPr lvl="1"/>
            <a:r>
              <a:rPr lang="en-US" dirty="0">
                <a:highlight>
                  <a:srgbClr val="FFFF00"/>
                </a:highlight>
                <a:ea typeface="Calibri" panose="020F0502020204030204"/>
                <a:cs typeface="Calibri" panose="020F0502020204030204"/>
              </a:rPr>
              <a:t>Data is also used to improve process</a:t>
            </a: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3E0E781F-62DA-6C90-D4D4-90D2C050E1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A190A9-351F-5C92-4ED2-B86A532CB066}"/>
              </a:ext>
            </a:extLst>
          </p:cNvPr>
          <p:cNvSpPr>
            <a:spLocks noGrp="1"/>
          </p:cNvSpPr>
          <p:nvPr>
            <p:ph type="sldNum" sz="quarter" idx="12"/>
          </p:nvPr>
        </p:nvSpPr>
        <p:spPr/>
        <p:txBody>
          <a:bodyPr/>
          <a:lstStyle/>
          <a:p>
            <a:fld id="{008559AE-1842-40A5-A2A9-0518F39FD1A9}" type="slidenum">
              <a:rPr lang="en-US" smtClean="0"/>
              <a:t>28</a:t>
            </a:fld>
            <a:endParaRPr lang="en-GB"/>
          </a:p>
        </p:txBody>
      </p:sp>
      <p:sp>
        <p:nvSpPr>
          <p:cNvPr id="7" name="Footer Placeholder 6">
            <a:extLst>
              <a:ext uri="{FF2B5EF4-FFF2-40B4-BE49-F238E27FC236}">
                <a16:creationId xmlns:a16="http://schemas.microsoft.com/office/drawing/2014/main" id="{381A7010-31FE-7022-B492-818EE72177C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9623692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1ED40-B05E-DE83-5547-237F5F70C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669A0-4461-F458-7035-40954C99A821}"/>
              </a:ext>
            </a:extLst>
          </p:cNvPr>
          <p:cNvSpPr>
            <a:spLocks noGrp="1"/>
          </p:cNvSpPr>
          <p:nvPr>
            <p:ph type="title"/>
          </p:nvPr>
        </p:nvSpPr>
        <p:spPr/>
        <p:txBody>
          <a:bodyPr/>
          <a:lstStyle/>
          <a:p>
            <a:r>
              <a:rPr lang="en-GB">
                <a:cs typeface="Calibri Light"/>
              </a:rPr>
              <a:t>CMMI Level 5: Optimizing</a:t>
            </a:r>
            <a:endParaRPr lang="en-US"/>
          </a:p>
        </p:txBody>
      </p:sp>
      <p:sp>
        <p:nvSpPr>
          <p:cNvPr id="3" name="Content Placeholder 2">
            <a:extLst>
              <a:ext uri="{FF2B5EF4-FFF2-40B4-BE49-F238E27FC236}">
                <a16:creationId xmlns:a16="http://schemas.microsoft.com/office/drawing/2014/main" id="{4D92B53F-8F14-4630-6331-23ABD75149F0}"/>
              </a:ext>
            </a:extLst>
          </p:cNvPr>
          <p:cNvSpPr>
            <a:spLocks noGrp="1"/>
          </p:cNvSpPr>
          <p:nvPr>
            <p:ph idx="1"/>
          </p:nvPr>
        </p:nvSpPr>
        <p:spPr>
          <a:xfrm>
            <a:off x="838200" y="1704705"/>
            <a:ext cx="10515600" cy="5122003"/>
          </a:xfrm>
        </p:spPr>
        <p:txBody>
          <a:bodyPr vert="horz" lIns="91440" tIns="45720" rIns="91440" bIns="45720" rtlCol="0" anchor="t">
            <a:normAutofit/>
          </a:bodyPr>
          <a:lstStyle/>
          <a:p>
            <a:r>
              <a:rPr lang="en-US" u="sng" dirty="0">
                <a:ea typeface="+mn-lt"/>
                <a:cs typeface="+mn-lt"/>
              </a:rPr>
              <a:t>Continuous process improvement</a:t>
            </a:r>
            <a:r>
              <a:rPr lang="en-US" dirty="0">
                <a:ea typeface="+mn-lt"/>
                <a:cs typeface="+mn-lt"/>
              </a:rPr>
              <a:t> is enabled by </a:t>
            </a:r>
            <a:r>
              <a:rPr lang="en-US" u="sng" dirty="0">
                <a:ea typeface="+mn-lt"/>
                <a:cs typeface="+mn-lt"/>
              </a:rPr>
              <a:t>quantitative feedback</a:t>
            </a:r>
            <a:r>
              <a:rPr lang="en-US" dirty="0">
                <a:ea typeface="+mn-lt"/>
                <a:cs typeface="+mn-lt"/>
              </a:rPr>
              <a:t> from the process and from piloting innovative ideas and technologies</a:t>
            </a:r>
            <a:endParaRPr lang="en-US" dirty="0">
              <a:ea typeface="Calibri" panose="020F0502020204030204"/>
              <a:cs typeface="Calibri" panose="020F0502020204030204"/>
            </a:endParaRPr>
          </a:p>
          <a:p>
            <a:r>
              <a:rPr lang="en-US" dirty="0">
                <a:ea typeface="+mn-lt"/>
                <a:cs typeface="+mn-lt"/>
              </a:rPr>
              <a:t>Data on process effectiveness used for cost benefit analysis of new technologies and proposed process change</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7535DF0D-0739-F496-9401-1E52F58A15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E7B6B6C-B3DF-032B-EB45-3EBC3317ACCC}"/>
              </a:ext>
            </a:extLst>
          </p:cNvPr>
          <p:cNvSpPr>
            <a:spLocks noGrp="1"/>
          </p:cNvSpPr>
          <p:nvPr>
            <p:ph type="sldNum" sz="quarter" idx="12"/>
          </p:nvPr>
        </p:nvSpPr>
        <p:spPr/>
        <p:txBody>
          <a:bodyPr/>
          <a:lstStyle/>
          <a:p>
            <a:fld id="{008559AE-1842-40A5-A2A9-0518F39FD1A9}" type="slidenum">
              <a:rPr lang="en-US" smtClean="0"/>
              <a:t>29</a:t>
            </a:fld>
            <a:endParaRPr lang="en-GB"/>
          </a:p>
        </p:txBody>
      </p:sp>
      <p:sp>
        <p:nvSpPr>
          <p:cNvPr id="7" name="Footer Placeholder 6">
            <a:extLst>
              <a:ext uri="{FF2B5EF4-FFF2-40B4-BE49-F238E27FC236}">
                <a16:creationId xmlns:a16="http://schemas.microsoft.com/office/drawing/2014/main" id="{0EA7429A-5AE6-A017-C642-40F91A8BC7CF}"/>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7027043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EF948-DECB-2642-01DC-34C5A112EA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633CC-C6EF-7E41-C019-7EA767AB26B7}"/>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25A10F4E-B9D3-7A40-AC4E-828001327A96}"/>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dirty="0">
                <a:ea typeface="Calibri" panose="020F0502020204030204"/>
                <a:cs typeface="Calibri"/>
              </a:rPr>
              <a:t>Continuous CMMI</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D8B30E0-7078-35A8-C0D9-26B342BE8B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65845F4-D839-0F34-4722-A691EB90BD63}"/>
              </a:ext>
            </a:extLst>
          </p:cNvPr>
          <p:cNvSpPr>
            <a:spLocks noGrp="1"/>
          </p:cNvSpPr>
          <p:nvPr>
            <p:ph type="sldNum" sz="quarter" idx="12"/>
          </p:nvPr>
        </p:nvSpPr>
        <p:spPr/>
        <p:txBody>
          <a:bodyPr/>
          <a:lstStyle/>
          <a:p>
            <a:fld id="{008559AE-1842-40A5-A2A9-0518F39FD1A9}" type="slidenum">
              <a:rPr lang="en-US" smtClean="0"/>
              <a:t>30</a:t>
            </a:fld>
            <a:endParaRPr lang="en-GB"/>
          </a:p>
        </p:txBody>
      </p:sp>
      <p:sp>
        <p:nvSpPr>
          <p:cNvPr id="7" name="Footer Placeholder 6">
            <a:extLst>
              <a:ext uri="{FF2B5EF4-FFF2-40B4-BE49-F238E27FC236}">
                <a16:creationId xmlns:a16="http://schemas.microsoft.com/office/drawing/2014/main" id="{6FF79CD3-0069-0CC8-2631-436CFA30B47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9400212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9CE66-AA39-701C-969A-8FAB6246A1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194EB-DA50-71DA-C612-2BCB1CB79AAE}"/>
              </a:ext>
            </a:extLst>
          </p:cNvPr>
          <p:cNvSpPr>
            <a:spLocks noGrp="1"/>
          </p:cNvSpPr>
          <p:nvPr>
            <p:ph type="title"/>
          </p:nvPr>
        </p:nvSpPr>
        <p:spPr/>
        <p:txBody>
          <a:bodyPr/>
          <a:lstStyle/>
          <a:p>
            <a:r>
              <a:rPr lang="en-GB">
                <a:cs typeface="Calibri Light"/>
              </a:rPr>
              <a:t>Continuous CMMI</a:t>
            </a:r>
            <a:endParaRPr lang="en-US"/>
          </a:p>
        </p:txBody>
      </p:sp>
      <p:sp>
        <p:nvSpPr>
          <p:cNvPr id="3" name="Content Placeholder 2">
            <a:extLst>
              <a:ext uri="{FF2B5EF4-FFF2-40B4-BE49-F238E27FC236}">
                <a16:creationId xmlns:a16="http://schemas.microsoft.com/office/drawing/2014/main" id="{2B4C8F19-813F-1F26-E8C9-DE5B8CF327EE}"/>
              </a:ext>
            </a:extLst>
          </p:cNvPr>
          <p:cNvSpPr>
            <a:spLocks noGrp="1"/>
          </p:cNvSpPr>
          <p:nvPr>
            <p:ph idx="1"/>
          </p:nvPr>
        </p:nvSpPr>
        <p:spPr>
          <a:xfrm>
            <a:off x="838200" y="1474668"/>
            <a:ext cx="10515600" cy="4877587"/>
          </a:xfrm>
        </p:spPr>
        <p:txBody>
          <a:bodyPr vert="horz" lIns="91440" tIns="45720" rIns="91440" bIns="45720" rtlCol="0" anchor="t">
            <a:normAutofit lnSpcReduction="10000"/>
          </a:bodyPr>
          <a:lstStyle/>
          <a:p>
            <a:r>
              <a:rPr lang="en-US" sz="2400" dirty="0">
                <a:ea typeface="+mn-lt"/>
                <a:cs typeface="+mn-lt"/>
              </a:rPr>
              <a:t>The continuous CMMI meta-model (fancy word for framework) describes a process in two dimensions</a:t>
            </a:r>
            <a:endParaRPr lang="en-US" sz="2400" dirty="0">
              <a:ea typeface="Calibri" panose="020F0502020204030204"/>
              <a:cs typeface="Calibri"/>
            </a:endParaRPr>
          </a:p>
          <a:p>
            <a:endParaRPr lang="en-US" sz="2400" dirty="0">
              <a:ea typeface="Calibri" panose="020F0502020204030204"/>
              <a:cs typeface="Calibri"/>
            </a:endParaRPr>
          </a:p>
          <a:p>
            <a:endParaRPr lang="en-US" sz="2400" dirty="0">
              <a:ea typeface="Calibri" panose="020F0502020204030204"/>
              <a:cs typeface="Calibri"/>
            </a:endParaRPr>
          </a:p>
          <a:p>
            <a:endParaRPr lang="en-US" sz="2400" dirty="0">
              <a:ea typeface="Calibri" panose="020F0502020204030204"/>
              <a:cs typeface="Calibri"/>
            </a:endParaRPr>
          </a:p>
          <a:p>
            <a:endParaRPr lang="en-US" sz="2400" dirty="0">
              <a:ea typeface="Calibri" panose="020F0502020204030204"/>
              <a:cs typeface="Calibri"/>
            </a:endParaRPr>
          </a:p>
          <a:p>
            <a:endParaRPr lang="en-US" sz="2400" dirty="0">
              <a:ea typeface="Calibri" panose="020F0502020204030204"/>
              <a:cs typeface="Calibri"/>
            </a:endParaRPr>
          </a:p>
          <a:p>
            <a:endParaRPr lang="en-US" sz="2400" dirty="0">
              <a:ea typeface="Calibri" panose="020F0502020204030204"/>
              <a:cs typeface="Calibri"/>
            </a:endParaRPr>
          </a:p>
          <a:p>
            <a:endParaRPr lang="en-US" sz="2400" dirty="0">
              <a:ea typeface="+mn-lt"/>
              <a:cs typeface="+mn-lt"/>
            </a:endParaRPr>
          </a:p>
          <a:p>
            <a:endParaRPr lang="en-US" sz="2400" dirty="0">
              <a:ea typeface="+mn-lt"/>
              <a:cs typeface="+mn-lt"/>
            </a:endParaRPr>
          </a:p>
          <a:p>
            <a:r>
              <a:rPr lang="en-US" sz="2400" dirty="0">
                <a:ea typeface="+mn-lt"/>
                <a:cs typeface="+mn-lt"/>
              </a:rPr>
              <a:t>Each process area is </a:t>
            </a:r>
            <a:r>
              <a:rPr lang="en-US" sz="2400" u="sng" dirty="0">
                <a:ea typeface="+mn-lt"/>
                <a:cs typeface="+mn-lt"/>
              </a:rPr>
              <a:t>formally assessed against specific goals and practices</a:t>
            </a:r>
            <a:r>
              <a:rPr lang="en-US" sz="2400" dirty="0">
                <a:ea typeface="+mn-lt"/>
                <a:cs typeface="+mn-lt"/>
              </a:rPr>
              <a:t> and is rated according to the following capability levels</a:t>
            </a:r>
            <a:endParaRPr lang="en-US" sz="2400" dirty="0">
              <a:ea typeface="Calibri" panose="020F0502020204030204"/>
              <a:cs typeface="Calibri"/>
            </a:endParaRPr>
          </a:p>
          <a:p>
            <a:endParaRPr lang="en-US" sz="2400" dirty="0">
              <a:ea typeface="Calibri" panose="020F0502020204030204"/>
              <a:cs typeface="Calibri"/>
            </a:endParaRPr>
          </a:p>
          <a:p>
            <a:endParaRPr lang="en-US" sz="2400"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87C64C0E-9D22-932B-EA3A-638FBAF2C7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F27CFAF-C9AB-A135-4762-8A123CB3BF5D}"/>
              </a:ext>
            </a:extLst>
          </p:cNvPr>
          <p:cNvSpPr>
            <a:spLocks noGrp="1"/>
          </p:cNvSpPr>
          <p:nvPr>
            <p:ph type="sldNum" sz="quarter" idx="12"/>
          </p:nvPr>
        </p:nvSpPr>
        <p:spPr/>
        <p:txBody>
          <a:bodyPr/>
          <a:lstStyle/>
          <a:p>
            <a:fld id="{008559AE-1842-40A5-A2A9-0518F39FD1A9}" type="slidenum">
              <a:rPr lang="en-US" smtClean="0"/>
              <a:t>31</a:t>
            </a:fld>
            <a:endParaRPr lang="en-GB"/>
          </a:p>
        </p:txBody>
      </p:sp>
      <p:sp>
        <p:nvSpPr>
          <p:cNvPr id="7" name="Footer Placeholder 6">
            <a:extLst>
              <a:ext uri="{FF2B5EF4-FFF2-40B4-BE49-F238E27FC236}">
                <a16:creationId xmlns:a16="http://schemas.microsoft.com/office/drawing/2014/main" id="{22CA6FBF-153D-5F02-06A2-3D634A087A4C}"/>
              </a:ext>
            </a:extLst>
          </p:cNvPr>
          <p:cNvSpPr>
            <a:spLocks noGrp="1"/>
          </p:cNvSpPr>
          <p:nvPr>
            <p:ph type="ftr" sz="quarter" idx="11"/>
          </p:nvPr>
        </p:nvSpPr>
        <p:spPr/>
        <p:txBody>
          <a:bodyPr/>
          <a:lstStyle/>
          <a:p>
            <a:r>
              <a:rPr lang="en-US"/>
              <a:t>Software Engineering</a:t>
            </a:r>
          </a:p>
        </p:txBody>
      </p:sp>
      <p:pic>
        <p:nvPicPr>
          <p:cNvPr id="4" name="Picture 3" descr="A graph with blue rectangles and black text&#10;&#10;AI-generated content may be incorrect.">
            <a:extLst>
              <a:ext uri="{FF2B5EF4-FFF2-40B4-BE49-F238E27FC236}">
                <a16:creationId xmlns:a16="http://schemas.microsoft.com/office/drawing/2014/main" id="{1B9E3364-A5EE-A480-0932-E9A460172B27}"/>
              </a:ext>
            </a:extLst>
          </p:cNvPr>
          <p:cNvPicPr>
            <a:picLocks noChangeAspect="1"/>
          </p:cNvPicPr>
          <p:nvPr/>
        </p:nvPicPr>
        <p:blipFill>
          <a:blip r:embed="rId4"/>
          <a:stretch>
            <a:fillRect/>
          </a:stretch>
        </p:blipFill>
        <p:spPr>
          <a:xfrm>
            <a:off x="5126307" y="1918240"/>
            <a:ext cx="5558646" cy="3465302"/>
          </a:xfrm>
          <a:prstGeom prst="rect">
            <a:avLst/>
          </a:prstGeom>
        </p:spPr>
      </p:pic>
    </p:spTree>
    <p:extLst>
      <p:ext uri="{BB962C8B-B14F-4D97-AF65-F5344CB8AC3E}">
        <p14:creationId xmlns:p14="http://schemas.microsoft.com/office/powerpoint/2010/main" val="6422814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B07AE-0212-2E72-09A5-06A49B0B7F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F3313-4A48-FF66-FD55-D41B1869A6C1}"/>
              </a:ext>
            </a:extLst>
          </p:cNvPr>
          <p:cNvSpPr>
            <a:spLocks noGrp="1"/>
          </p:cNvSpPr>
          <p:nvPr>
            <p:ph type="title"/>
          </p:nvPr>
        </p:nvSpPr>
        <p:spPr/>
        <p:txBody>
          <a:bodyPr/>
          <a:lstStyle/>
          <a:p>
            <a:r>
              <a:rPr lang="en-GB" dirty="0">
                <a:cs typeface="Calibri Light"/>
              </a:rPr>
              <a:t>Continuous CMMI (These levels define capability)</a:t>
            </a:r>
            <a:endParaRPr lang="en-US" dirty="0"/>
          </a:p>
        </p:txBody>
      </p:sp>
      <p:sp>
        <p:nvSpPr>
          <p:cNvPr id="3" name="Content Placeholder 2">
            <a:extLst>
              <a:ext uri="{FF2B5EF4-FFF2-40B4-BE49-F238E27FC236}">
                <a16:creationId xmlns:a16="http://schemas.microsoft.com/office/drawing/2014/main" id="{DF113B34-8895-9FBB-8E2E-495CF93382D7}"/>
              </a:ext>
            </a:extLst>
          </p:cNvPr>
          <p:cNvSpPr>
            <a:spLocks noGrp="1"/>
          </p:cNvSpPr>
          <p:nvPr>
            <p:ph idx="1"/>
          </p:nvPr>
        </p:nvSpPr>
        <p:spPr>
          <a:xfrm>
            <a:off x="838200" y="1977876"/>
            <a:ext cx="10515600" cy="4877587"/>
          </a:xfrm>
        </p:spPr>
        <p:txBody>
          <a:bodyPr vert="horz" lIns="91440" tIns="45720" rIns="91440" bIns="45720" rtlCol="0" anchor="t">
            <a:normAutofit/>
          </a:bodyPr>
          <a:lstStyle/>
          <a:p>
            <a:r>
              <a:rPr lang="en-US" sz="2400" dirty="0">
                <a:ea typeface="+mn-lt"/>
                <a:cs typeface="+mn-lt"/>
              </a:rPr>
              <a:t>Level 0: Incomplete — The process area (e.g., requirements management) is </a:t>
            </a:r>
            <a:r>
              <a:rPr lang="en-US" sz="2400" u="sng" dirty="0">
                <a:ea typeface="+mn-lt"/>
                <a:cs typeface="+mn-lt"/>
              </a:rPr>
              <a:t>either not performed</a:t>
            </a:r>
            <a:r>
              <a:rPr lang="en-US" sz="2400" dirty="0">
                <a:ea typeface="+mn-lt"/>
                <a:cs typeface="+mn-lt"/>
              </a:rPr>
              <a:t> or </a:t>
            </a:r>
            <a:r>
              <a:rPr lang="en-US" sz="2400" u="sng" dirty="0">
                <a:ea typeface="+mn-lt"/>
                <a:cs typeface="+mn-lt"/>
              </a:rPr>
              <a:t>does not achieve all goals and objectives</a:t>
            </a:r>
            <a:r>
              <a:rPr lang="en-US" sz="2400" dirty="0">
                <a:ea typeface="+mn-lt"/>
                <a:cs typeface="+mn-lt"/>
              </a:rPr>
              <a:t> defined by the CMMI for level 1 capability for the process area</a:t>
            </a:r>
            <a:endParaRPr lang="en-US" sz="2400" dirty="0">
              <a:ea typeface="Calibri" panose="020F0502020204030204"/>
              <a:cs typeface="Calibri" panose="020F0502020204030204"/>
            </a:endParaRPr>
          </a:p>
          <a:p>
            <a:r>
              <a:rPr lang="en-US" sz="2400" dirty="0">
                <a:ea typeface="+mn-lt"/>
                <a:cs typeface="+mn-lt"/>
              </a:rPr>
              <a:t>Level 1: Performed— All of the </a:t>
            </a:r>
            <a:r>
              <a:rPr lang="en-US" sz="2400" u="sng" dirty="0">
                <a:ea typeface="+mn-lt"/>
                <a:cs typeface="+mn-lt"/>
              </a:rPr>
              <a:t>specific goals</a:t>
            </a:r>
            <a:r>
              <a:rPr lang="en-US" sz="2400" dirty="0">
                <a:ea typeface="+mn-lt"/>
                <a:cs typeface="+mn-lt"/>
              </a:rPr>
              <a:t> of the process area (as defined by the CMMI) have been </a:t>
            </a:r>
            <a:r>
              <a:rPr lang="en-US" sz="2400" u="sng" dirty="0">
                <a:ea typeface="+mn-lt"/>
                <a:cs typeface="+mn-lt"/>
              </a:rPr>
              <a:t>satisfied</a:t>
            </a:r>
            <a:r>
              <a:rPr lang="en-US" sz="2400" dirty="0">
                <a:ea typeface="+mn-lt"/>
                <a:cs typeface="+mn-lt"/>
              </a:rPr>
              <a:t>. Work tasks required to produce defined work products are being conducted</a:t>
            </a:r>
            <a:endParaRPr lang="en-US" sz="2400" dirty="0">
              <a:ea typeface="Calibri" panose="020F0502020204030204"/>
              <a:cs typeface="Calibri" panose="020F0502020204030204"/>
            </a:endParaRPr>
          </a:p>
          <a:p>
            <a:r>
              <a:rPr lang="en-US" sz="2400" dirty="0">
                <a:ea typeface="+mn-lt"/>
                <a:cs typeface="+mn-lt"/>
              </a:rPr>
              <a:t>Level 2: Managed— All capability level 1 criteria have been satisfied. In addition, </a:t>
            </a:r>
            <a:r>
              <a:rPr lang="en-US" sz="2400" u="sng" dirty="0">
                <a:ea typeface="+mn-lt"/>
                <a:cs typeface="+mn-lt"/>
              </a:rPr>
              <a:t>all work associated with the process area conforms to an organizationally defined policy</a:t>
            </a:r>
            <a:r>
              <a:rPr lang="en-US" sz="2400" dirty="0">
                <a:ea typeface="+mn-lt"/>
                <a:cs typeface="+mn-lt"/>
              </a:rPr>
              <a:t>; all people doing the work have access to adequate resources to get the job done; stakeholders are actively involved, all work tasks and work products are monitored, controlled, and reviewed</a:t>
            </a:r>
            <a:endParaRPr lang="en-US" dirty="0">
              <a:ea typeface="Calibri" panose="020F0502020204030204"/>
              <a:cs typeface="Calibri" panose="020F0502020204030204"/>
            </a:endParaRPr>
          </a:p>
          <a:p>
            <a:endParaRPr lang="en-US" sz="2400" dirty="0">
              <a:ea typeface="Calibri" panose="020F0502020204030204"/>
              <a:cs typeface="Calibri"/>
            </a:endParaRPr>
          </a:p>
          <a:p>
            <a:endParaRPr lang="en-US" sz="2400"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96C9BCB-25EE-BD53-C11B-0022135B63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2586E1A-E2D8-9C6B-01D3-5CCB490110B3}"/>
              </a:ext>
            </a:extLst>
          </p:cNvPr>
          <p:cNvSpPr>
            <a:spLocks noGrp="1"/>
          </p:cNvSpPr>
          <p:nvPr>
            <p:ph type="sldNum" sz="quarter" idx="12"/>
          </p:nvPr>
        </p:nvSpPr>
        <p:spPr/>
        <p:txBody>
          <a:bodyPr/>
          <a:lstStyle/>
          <a:p>
            <a:fld id="{008559AE-1842-40A5-A2A9-0518F39FD1A9}" type="slidenum">
              <a:rPr lang="en-US" smtClean="0"/>
              <a:t>32</a:t>
            </a:fld>
            <a:endParaRPr lang="en-GB"/>
          </a:p>
        </p:txBody>
      </p:sp>
      <p:sp>
        <p:nvSpPr>
          <p:cNvPr id="7" name="Footer Placeholder 6">
            <a:extLst>
              <a:ext uri="{FF2B5EF4-FFF2-40B4-BE49-F238E27FC236}">
                <a16:creationId xmlns:a16="http://schemas.microsoft.com/office/drawing/2014/main" id="{6F4D664C-6F76-FC0B-02DE-93A4160AEC1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4906342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FC0E-EC2A-88F0-B6DE-78D693843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44D75-3866-8258-B12D-89A1C389DF44}"/>
              </a:ext>
            </a:extLst>
          </p:cNvPr>
          <p:cNvSpPr>
            <a:spLocks noGrp="1"/>
          </p:cNvSpPr>
          <p:nvPr>
            <p:ph type="title"/>
          </p:nvPr>
        </p:nvSpPr>
        <p:spPr/>
        <p:txBody>
          <a:bodyPr/>
          <a:lstStyle/>
          <a:p>
            <a:r>
              <a:rPr lang="en-GB">
                <a:cs typeface="Calibri Light"/>
              </a:rPr>
              <a:t>Continuous CMMI</a:t>
            </a:r>
            <a:endParaRPr lang="en-US"/>
          </a:p>
        </p:txBody>
      </p:sp>
      <p:sp>
        <p:nvSpPr>
          <p:cNvPr id="3" name="Content Placeholder 2">
            <a:extLst>
              <a:ext uri="{FF2B5EF4-FFF2-40B4-BE49-F238E27FC236}">
                <a16:creationId xmlns:a16="http://schemas.microsoft.com/office/drawing/2014/main" id="{0621135F-25C9-782C-454C-B7C67AB6EEA5}"/>
              </a:ext>
            </a:extLst>
          </p:cNvPr>
          <p:cNvSpPr>
            <a:spLocks noGrp="1"/>
          </p:cNvSpPr>
          <p:nvPr>
            <p:ph idx="1"/>
          </p:nvPr>
        </p:nvSpPr>
        <p:spPr>
          <a:xfrm>
            <a:off x="838200" y="1675951"/>
            <a:ext cx="10515600" cy="4877587"/>
          </a:xfrm>
        </p:spPr>
        <p:txBody>
          <a:bodyPr vert="horz" lIns="91440" tIns="45720" rIns="91440" bIns="45720" rtlCol="0" anchor="t">
            <a:normAutofit lnSpcReduction="10000"/>
          </a:bodyPr>
          <a:lstStyle/>
          <a:p>
            <a:r>
              <a:rPr lang="en-US" sz="2400" dirty="0">
                <a:ea typeface="+mn-lt"/>
                <a:cs typeface="+mn-lt"/>
              </a:rPr>
              <a:t>Level 3: Defined— All capability level 2 criteria have been achieved. In addition, the process is “</a:t>
            </a:r>
            <a:r>
              <a:rPr lang="en-US" sz="2400" u="sng" dirty="0">
                <a:ea typeface="+mn-lt"/>
                <a:cs typeface="+mn-lt"/>
              </a:rPr>
              <a:t>tailored from the organization’s set of standard processes</a:t>
            </a:r>
            <a:r>
              <a:rPr lang="en-US" sz="2400" dirty="0">
                <a:ea typeface="+mn-lt"/>
                <a:cs typeface="+mn-lt"/>
              </a:rPr>
              <a:t> according to the organization’s tailoring guidelines, and contributes work products, measures, and other process-improvement information to the organizational process assets” </a:t>
            </a:r>
            <a:endParaRPr lang="en-US" dirty="0"/>
          </a:p>
          <a:p>
            <a:r>
              <a:rPr lang="en-US" sz="2400" dirty="0">
                <a:ea typeface="+mn-lt"/>
                <a:cs typeface="+mn-lt"/>
              </a:rPr>
              <a:t>Level 4: Quantitatively managed — All capability level 3 criteria have been achieved. In addition, </a:t>
            </a:r>
            <a:r>
              <a:rPr lang="en-US" sz="2400" u="sng" dirty="0">
                <a:ea typeface="+mn-lt"/>
                <a:cs typeface="+mn-lt"/>
              </a:rPr>
              <a:t>the process area is controlled and improved using measurement and quantitative assessment</a:t>
            </a:r>
            <a:r>
              <a:rPr lang="en-US" sz="2400" dirty="0">
                <a:ea typeface="+mn-lt"/>
                <a:cs typeface="+mn-lt"/>
              </a:rPr>
              <a:t>. “Quantitative objectives for quality and process performance are established and used as criteria in managing the process”</a:t>
            </a:r>
            <a:endParaRPr lang="en-US" sz="2400" dirty="0">
              <a:ea typeface="Calibri"/>
              <a:cs typeface="Calibri"/>
            </a:endParaRPr>
          </a:p>
          <a:p>
            <a:r>
              <a:rPr lang="en-US" sz="2400" dirty="0">
                <a:ea typeface="+mn-lt"/>
                <a:cs typeface="+mn-lt"/>
              </a:rPr>
              <a:t>Level 5: Optimized— All capability level 4 criteria have been achieved. In addition, the </a:t>
            </a:r>
            <a:r>
              <a:rPr lang="en-US" sz="2400" u="sng" dirty="0">
                <a:ea typeface="+mn-lt"/>
                <a:cs typeface="+mn-lt"/>
              </a:rPr>
              <a:t>process area is adapted and optimized using quantitative (statistical) means</a:t>
            </a:r>
            <a:r>
              <a:rPr lang="en-US" sz="2400" dirty="0">
                <a:ea typeface="+mn-lt"/>
                <a:cs typeface="+mn-lt"/>
              </a:rPr>
              <a:t> to meet changing customer needs and to continually improve the efficacy of the process area under consideration</a:t>
            </a:r>
            <a:endParaRPr lang="en-US" dirty="0"/>
          </a:p>
          <a:p>
            <a:endParaRPr lang="en-US" sz="2400" dirty="0">
              <a:ea typeface="Calibri" panose="020F0502020204030204"/>
              <a:cs typeface="Calibri"/>
            </a:endParaRPr>
          </a:p>
          <a:p>
            <a:endParaRPr lang="en-US" sz="2400"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C746FD40-6C7D-DC47-3DD9-4D9ACFEB0F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E9BAF5E-3A6F-F148-35E8-B23F40BFDEEC}"/>
              </a:ext>
            </a:extLst>
          </p:cNvPr>
          <p:cNvSpPr>
            <a:spLocks noGrp="1"/>
          </p:cNvSpPr>
          <p:nvPr>
            <p:ph type="sldNum" sz="quarter" idx="12"/>
          </p:nvPr>
        </p:nvSpPr>
        <p:spPr/>
        <p:txBody>
          <a:bodyPr/>
          <a:lstStyle/>
          <a:p>
            <a:fld id="{008559AE-1842-40A5-A2A9-0518F39FD1A9}" type="slidenum">
              <a:rPr lang="en-US" smtClean="0"/>
              <a:t>33</a:t>
            </a:fld>
            <a:endParaRPr lang="en-GB"/>
          </a:p>
        </p:txBody>
      </p:sp>
      <p:sp>
        <p:nvSpPr>
          <p:cNvPr id="7" name="Footer Placeholder 6">
            <a:extLst>
              <a:ext uri="{FF2B5EF4-FFF2-40B4-BE49-F238E27FC236}">
                <a16:creationId xmlns:a16="http://schemas.microsoft.com/office/drawing/2014/main" id="{1B105773-6AAE-735D-7F4D-3C395AF7EF2C}"/>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4841152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2B148-5D86-5008-1E8B-992A880264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1842E1-A613-1926-9C95-70E40CD4A404}"/>
              </a:ext>
            </a:extLst>
          </p:cNvPr>
          <p:cNvSpPr>
            <a:spLocks noGrp="1"/>
          </p:cNvSpPr>
          <p:nvPr>
            <p:ph type="title"/>
          </p:nvPr>
        </p:nvSpPr>
        <p:spPr>
          <a:xfrm>
            <a:off x="4313" y="379503"/>
            <a:ext cx="10515600" cy="1325563"/>
          </a:xfrm>
        </p:spPr>
        <p:txBody>
          <a:bodyPr/>
          <a:lstStyle/>
          <a:p>
            <a:r>
              <a:rPr lang="en-GB" dirty="0">
                <a:cs typeface="Calibri Light"/>
              </a:rPr>
              <a:t>Continuous CMMI defines each process area in terms of specific goals</a:t>
            </a:r>
            <a:endParaRPr lang="en-US" dirty="0"/>
          </a:p>
        </p:txBody>
      </p:sp>
      <p:pic>
        <p:nvPicPr>
          <p:cNvPr id="6" name="Picture 5" descr="A black and white logo&#10;&#10;Description automatically generated">
            <a:extLst>
              <a:ext uri="{FF2B5EF4-FFF2-40B4-BE49-F238E27FC236}">
                <a16:creationId xmlns:a16="http://schemas.microsoft.com/office/drawing/2014/main" id="{9250208B-93AC-D9F9-E3EB-FAEB24BA91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2EFC27D-4899-82A8-2675-481BD309D9C6}"/>
              </a:ext>
            </a:extLst>
          </p:cNvPr>
          <p:cNvSpPr>
            <a:spLocks noGrp="1"/>
          </p:cNvSpPr>
          <p:nvPr>
            <p:ph type="sldNum" sz="quarter" idx="12"/>
          </p:nvPr>
        </p:nvSpPr>
        <p:spPr/>
        <p:txBody>
          <a:bodyPr/>
          <a:lstStyle/>
          <a:p>
            <a:fld id="{008559AE-1842-40A5-A2A9-0518F39FD1A9}" type="slidenum">
              <a:rPr lang="en-US" smtClean="0"/>
              <a:t>34</a:t>
            </a:fld>
            <a:endParaRPr lang="en-GB"/>
          </a:p>
        </p:txBody>
      </p:sp>
      <p:sp>
        <p:nvSpPr>
          <p:cNvPr id="7" name="Footer Placeholder 6">
            <a:extLst>
              <a:ext uri="{FF2B5EF4-FFF2-40B4-BE49-F238E27FC236}">
                <a16:creationId xmlns:a16="http://schemas.microsoft.com/office/drawing/2014/main" id="{C21A3806-48D9-141B-42BD-7A73DC1BBD70}"/>
              </a:ext>
            </a:extLst>
          </p:cNvPr>
          <p:cNvSpPr>
            <a:spLocks noGrp="1"/>
          </p:cNvSpPr>
          <p:nvPr>
            <p:ph type="ftr" sz="quarter" idx="11"/>
          </p:nvPr>
        </p:nvSpPr>
        <p:spPr/>
        <p:txBody>
          <a:bodyPr/>
          <a:lstStyle/>
          <a:p>
            <a:r>
              <a:rPr lang="en-US"/>
              <a:t>Software Engineering</a:t>
            </a:r>
          </a:p>
        </p:txBody>
      </p:sp>
      <p:pic>
        <p:nvPicPr>
          <p:cNvPr id="9" name="Picture 8" descr="A list of project plans&#10;&#10;AI-generated content may be incorrect.">
            <a:extLst>
              <a:ext uri="{FF2B5EF4-FFF2-40B4-BE49-F238E27FC236}">
                <a16:creationId xmlns:a16="http://schemas.microsoft.com/office/drawing/2014/main" id="{49F49A36-F5BE-671A-242F-B22D112D742F}"/>
              </a:ext>
            </a:extLst>
          </p:cNvPr>
          <p:cNvPicPr>
            <a:picLocks noChangeAspect="1"/>
          </p:cNvPicPr>
          <p:nvPr/>
        </p:nvPicPr>
        <p:blipFill>
          <a:blip r:embed="rId4"/>
          <a:stretch>
            <a:fillRect/>
          </a:stretch>
        </p:blipFill>
        <p:spPr>
          <a:xfrm>
            <a:off x="6464060" y="969664"/>
            <a:ext cx="5489275" cy="5752560"/>
          </a:xfrm>
          <a:prstGeom prst="rect">
            <a:avLst/>
          </a:prstGeom>
        </p:spPr>
      </p:pic>
      <p:sp>
        <p:nvSpPr>
          <p:cNvPr id="10" name="TextBox 9">
            <a:extLst>
              <a:ext uri="{FF2B5EF4-FFF2-40B4-BE49-F238E27FC236}">
                <a16:creationId xmlns:a16="http://schemas.microsoft.com/office/drawing/2014/main" id="{71FF9878-7C2A-6D17-21EF-439BE3336F0E}"/>
              </a:ext>
            </a:extLst>
          </p:cNvPr>
          <p:cNvSpPr txBox="1"/>
          <p:nvPr/>
        </p:nvSpPr>
        <p:spPr>
          <a:xfrm>
            <a:off x="452702" y="2288211"/>
            <a:ext cx="3571482"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Calibri"/>
                <a:cs typeface="Calibri"/>
              </a:rPr>
              <a:t>Example goals for a process area, in this case, the process area is 'Project Planning'. </a:t>
            </a:r>
          </a:p>
          <a:p>
            <a:endParaRPr lang="en-US" sz="2400" dirty="0">
              <a:ea typeface="Calibri"/>
              <a:cs typeface="Calibri"/>
            </a:endParaRPr>
          </a:p>
          <a:p>
            <a:r>
              <a:rPr lang="en-US" sz="2400" dirty="0">
                <a:ea typeface="Calibri"/>
                <a:cs typeface="Calibri"/>
              </a:rPr>
              <a:t>See a more elaborate example on 'Project planning' here: </a:t>
            </a:r>
            <a:r>
              <a:rPr lang="en-US" sz="2400" dirty="0">
                <a:ea typeface="+mn-lt"/>
                <a:cs typeface="+mn-lt"/>
                <a:hlinkClick r:id="rId5"/>
              </a:rPr>
              <a:t>CMMI_Project_Planning_Capability_Example.docx</a:t>
            </a:r>
            <a:endParaRPr lang="en-US" sz="2400" dirty="0">
              <a:ea typeface="Calibri"/>
              <a:cs typeface="Calibri"/>
            </a:endParaRPr>
          </a:p>
        </p:txBody>
      </p:sp>
    </p:spTree>
    <p:extLst>
      <p:ext uri="{BB962C8B-B14F-4D97-AF65-F5344CB8AC3E}">
        <p14:creationId xmlns:p14="http://schemas.microsoft.com/office/powerpoint/2010/main" val="6604631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8BBEB-3087-7B6A-7D31-C7F799BDE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1575A-A386-BB7F-8378-9CBD89EC3B5E}"/>
              </a:ext>
            </a:extLst>
          </p:cNvPr>
          <p:cNvSpPr>
            <a:spLocks noGrp="1"/>
          </p:cNvSpPr>
          <p:nvPr>
            <p:ph type="title"/>
          </p:nvPr>
        </p:nvSpPr>
        <p:spPr/>
        <p:txBody>
          <a:bodyPr/>
          <a:lstStyle/>
          <a:p>
            <a:r>
              <a:rPr lang="en-GB" dirty="0">
                <a:cs typeface="Calibri Light"/>
              </a:rPr>
              <a:t>The C in </a:t>
            </a:r>
            <a:r>
              <a:rPr lang="en-GB" u="sng" dirty="0">
                <a:cs typeface="Calibri Light"/>
              </a:rPr>
              <a:t>C</a:t>
            </a:r>
            <a:r>
              <a:rPr lang="en-GB" dirty="0">
                <a:cs typeface="Calibri Light"/>
              </a:rPr>
              <a:t>MMI - Capability</a:t>
            </a:r>
            <a:endParaRPr lang="en-GB" dirty="0">
              <a:ea typeface="Calibri Light"/>
              <a:cs typeface="Calibri Light"/>
            </a:endParaRPr>
          </a:p>
        </p:txBody>
      </p:sp>
      <p:sp>
        <p:nvSpPr>
          <p:cNvPr id="3" name="Content Placeholder 2">
            <a:extLst>
              <a:ext uri="{FF2B5EF4-FFF2-40B4-BE49-F238E27FC236}">
                <a16:creationId xmlns:a16="http://schemas.microsoft.com/office/drawing/2014/main" id="{E7DCC93D-5F1F-E370-F002-2D1182BA29FA}"/>
              </a:ext>
            </a:extLst>
          </p:cNvPr>
          <p:cNvSpPr>
            <a:spLocks noGrp="1"/>
          </p:cNvSpPr>
          <p:nvPr>
            <p:ph idx="1"/>
          </p:nvPr>
        </p:nvSpPr>
        <p:spPr>
          <a:xfrm>
            <a:off x="838200" y="1690328"/>
            <a:ext cx="10515600" cy="4633173"/>
          </a:xfrm>
        </p:spPr>
        <p:txBody>
          <a:bodyPr vert="horz" lIns="91440" tIns="45720" rIns="91440" bIns="45720" rtlCol="0" anchor="t">
            <a:normAutofit fontScale="92500" lnSpcReduction="20000"/>
          </a:bodyPr>
          <a:lstStyle/>
          <a:p>
            <a:r>
              <a:rPr lang="en-US" b="1" dirty="0">
                <a:ea typeface="+mn-lt"/>
                <a:cs typeface="+mn-lt"/>
              </a:rPr>
              <a:t>Capability</a:t>
            </a:r>
            <a:r>
              <a:rPr lang="en-US" dirty="0">
                <a:ea typeface="+mn-lt"/>
                <a:cs typeface="+mn-lt"/>
              </a:rPr>
              <a:t> refers to the level of performance a specific </a:t>
            </a:r>
            <a:r>
              <a:rPr lang="en-US" b="1" dirty="0">
                <a:ea typeface="+mn-lt"/>
                <a:cs typeface="+mn-lt"/>
              </a:rPr>
              <a:t>process area</a:t>
            </a:r>
            <a:r>
              <a:rPr lang="en-US" dirty="0">
                <a:ea typeface="+mn-lt"/>
                <a:cs typeface="+mn-lt"/>
              </a:rPr>
              <a:t> can achieve within an organization</a:t>
            </a:r>
            <a:endParaRPr lang="en-US" dirty="0"/>
          </a:p>
          <a:p>
            <a:pPr lvl="1"/>
            <a:r>
              <a:rPr lang="en-US" dirty="0">
                <a:ea typeface="Calibri" panose="020F0502020204030204"/>
                <a:cs typeface="Calibri"/>
              </a:rPr>
              <a:t>Process Area – Requirements gathering, etc.</a:t>
            </a:r>
          </a:p>
          <a:p>
            <a:r>
              <a:rPr lang="en-US" dirty="0">
                <a:ea typeface="+mn-lt"/>
                <a:cs typeface="+mn-lt"/>
              </a:rPr>
              <a:t>It measures how well a process is defined, managed, and optimized to produce predictable and high-quality results (each process area can have its own results; requirements phase will lead to SRS, for </a:t>
            </a:r>
            <a:r>
              <a:rPr lang="en-US" dirty="0" err="1">
                <a:ea typeface="+mn-lt"/>
                <a:cs typeface="+mn-lt"/>
              </a:rPr>
              <a:t>eg.</a:t>
            </a:r>
            <a:r>
              <a:rPr lang="en-US" dirty="0">
                <a:ea typeface="+mn-lt"/>
                <a:cs typeface="+mn-lt"/>
              </a:rPr>
              <a:t>)</a:t>
            </a:r>
            <a:endParaRPr lang="en-US" dirty="0">
              <a:ea typeface="Calibri" panose="020F0502020204030204"/>
              <a:cs typeface="Calibri"/>
            </a:endParaRPr>
          </a:p>
          <a:p>
            <a:r>
              <a:rPr lang="en-US" dirty="0">
                <a:highlight>
                  <a:srgbClr val="FFFF00"/>
                </a:highlight>
                <a:ea typeface="Calibri" panose="020F0502020204030204"/>
                <a:cs typeface="Calibri"/>
              </a:rPr>
              <a:t>An organization can be good in certain process areas and not so good in some other process areas</a:t>
            </a:r>
            <a:r>
              <a:rPr lang="en-US" dirty="0">
                <a:ea typeface="Calibri" panose="020F0502020204030204"/>
                <a:cs typeface="Calibri"/>
              </a:rPr>
              <a:t> (from introductory analogy, you can be good in time management, but bad at listening to class)</a:t>
            </a:r>
          </a:p>
          <a:p>
            <a:endParaRPr lang="en-US" dirty="0">
              <a:ea typeface="Calibri" panose="020F0502020204030204"/>
              <a:cs typeface="Calibri"/>
            </a:endParaRPr>
          </a:p>
          <a:p>
            <a:r>
              <a:rPr lang="en-US" dirty="0">
                <a:ea typeface="Calibri" panose="020F0502020204030204"/>
                <a:cs typeface="Calibri"/>
              </a:rPr>
              <a:t>Capability versus Maturity - </a:t>
            </a:r>
            <a:r>
              <a:rPr lang="en-US" b="1" dirty="0">
                <a:ea typeface="+mn-lt"/>
                <a:cs typeface="+mn-lt"/>
              </a:rPr>
              <a:t>Capability is measured at the individual process level</a:t>
            </a:r>
            <a:r>
              <a:rPr lang="en-US" dirty="0">
                <a:ea typeface="+mn-lt"/>
                <a:cs typeface="+mn-lt"/>
              </a:rPr>
              <a:t>, unlike </a:t>
            </a:r>
            <a:r>
              <a:rPr lang="en-US" b="1" dirty="0">
                <a:ea typeface="+mn-lt"/>
                <a:cs typeface="+mn-lt"/>
              </a:rPr>
              <a:t>maturity</a:t>
            </a:r>
            <a:r>
              <a:rPr lang="en-US" dirty="0">
                <a:ea typeface="+mn-lt"/>
                <a:cs typeface="+mn-lt"/>
              </a:rPr>
              <a:t>, which is assessed at the organizational level (overall process level)</a:t>
            </a:r>
            <a:endParaRPr lang="en-US" dirty="0">
              <a:ea typeface="Calibri" panose="020F0502020204030204"/>
              <a:cs typeface="Calibri"/>
            </a:endParaRPr>
          </a:p>
          <a:p>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38D8D4EE-88FF-0250-89C3-E1C6DBA960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340358F-BA49-6A9B-979A-B548D7A6836C}"/>
              </a:ext>
            </a:extLst>
          </p:cNvPr>
          <p:cNvSpPr>
            <a:spLocks noGrp="1"/>
          </p:cNvSpPr>
          <p:nvPr>
            <p:ph type="sldNum" sz="quarter" idx="12"/>
          </p:nvPr>
        </p:nvSpPr>
        <p:spPr/>
        <p:txBody>
          <a:bodyPr/>
          <a:lstStyle/>
          <a:p>
            <a:fld id="{008559AE-1842-40A5-A2A9-0518F39FD1A9}" type="slidenum">
              <a:rPr lang="en-US" smtClean="0"/>
              <a:t>35</a:t>
            </a:fld>
            <a:endParaRPr lang="en-GB"/>
          </a:p>
        </p:txBody>
      </p:sp>
      <p:sp>
        <p:nvSpPr>
          <p:cNvPr id="7" name="Footer Placeholder 6">
            <a:extLst>
              <a:ext uri="{FF2B5EF4-FFF2-40B4-BE49-F238E27FC236}">
                <a16:creationId xmlns:a16="http://schemas.microsoft.com/office/drawing/2014/main" id="{2E0F7196-52CE-7F6C-902E-92F9CAB7606D}"/>
              </a:ext>
            </a:extLst>
          </p:cNvPr>
          <p:cNvSpPr>
            <a:spLocks noGrp="1"/>
          </p:cNvSpPr>
          <p:nvPr>
            <p:ph type="ftr" sz="quarter" idx="11"/>
          </p:nvPr>
        </p:nvSpPr>
        <p:spPr/>
        <p:txBody>
          <a:bodyPr/>
          <a:lstStyle/>
          <a:p>
            <a:r>
              <a:rPr lang="en-US"/>
              <a:t>Software Engineering</a:t>
            </a:r>
          </a:p>
        </p:txBody>
      </p:sp>
      <p:sp>
        <p:nvSpPr>
          <p:cNvPr id="5" name="TextBox 4">
            <a:extLst>
              <a:ext uri="{FF2B5EF4-FFF2-40B4-BE49-F238E27FC236}">
                <a16:creationId xmlns:a16="http://schemas.microsoft.com/office/drawing/2014/main" id="{CFC72D37-376C-B296-0BEC-D1FD5EE99937}"/>
              </a:ext>
            </a:extLst>
          </p:cNvPr>
          <p:cNvSpPr txBox="1"/>
          <p:nvPr/>
        </p:nvSpPr>
        <p:spPr>
          <a:xfrm>
            <a:off x="8502770" y="897466"/>
            <a:ext cx="369146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Calibri"/>
                <a:cs typeface="Calibri"/>
              </a:rPr>
              <a:t>Like Maturity, Capability is also defined in terms of different levels.</a:t>
            </a:r>
            <a:endParaRPr lang="en-GB" dirty="0"/>
          </a:p>
        </p:txBody>
      </p:sp>
    </p:spTree>
    <p:extLst>
      <p:ext uri="{BB962C8B-B14F-4D97-AF65-F5344CB8AC3E}">
        <p14:creationId xmlns:p14="http://schemas.microsoft.com/office/powerpoint/2010/main" val="23672491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B0E3-725D-C667-8357-C0B2090AD0EB}"/>
              </a:ext>
            </a:extLst>
          </p:cNvPr>
          <p:cNvSpPr>
            <a:spLocks noGrp="1"/>
          </p:cNvSpPr>
          <p:nvPr>
            <p:ph type="title"/>
          </p:nvPr>
        </p:nvSpPr>
        <p:spPr/>
        <p:txBody>
          <a:bodyPr/>
          <a:lstStyle/>
          <a:p>
            <a:r>
              <a:rPr lang="en-GB" dirty="0">
                <a:cs typeface="Calibri Light"/>
              </a:rPr>
              <a:t>The M in C</a:t>
            </a:r>
            <a:r>
              <a:rPr lang="en-GB" u="sng" dirty="0">
                <a:cs typeface="Calibri Light"/>
              </a:rPr>
              <a:t>M</a:t>
            </a:r>
            <a:r>
              <a:rPr lang="en-GB" dirty="0">
                <a:cs typeface="Calibri Light"/>
              </a:rPr>
              <a:t>MI - Maturity</a:t>
            </a:r>
            <a:endParaRPr lang="en-GB" dirty="0">
              <a:ea typeface="Calibri Light"/>
              <a:cs typeface="Calibri Light"/>
            </a:endParaRPr>
          </a:p>
        </p:txBody>
      </p:sp>
      <p:sp>
        <p:nvSpPr>
          <p:cNvPr id="3" name="Content Placeholder 2">
            <a:extLst>
              <a:ext uri="{FF2B5EF4-FFF2-40B4-BE49-F238E27FC236}">
                <a16:creationId xmlns:a16="http://schemas.microsoft.com/office/drawing/2014/main" id="{712CE3DE-516D-536F-B692-856904E12035}"/>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dirty="0">
                <a:ea typeface="+mn-lt"/>
                <a:cs typeface="+mn-lt"/>
              </a:rPr>
              <a:t>Helps improve software process performance</a:t>
            </a:r>
            <a:endParaRPr lang="en-US" dirty="0">
              <a:ea typeface="Calibri" panose="020F0502020204030204"/>
              <a:cs typeface="Calibri"/>
            </a:endParaRPr>
          </a:p>
          <a:p>
            <a:pPr lvl="1"/>
            <a:r>
              <a:rPr lang="en-US" dirty="0">
                <a:ea typeface="+mn-lt"/>
                <a:cs typeface="+mn-lt"/>
              </a:rPr>
              <a:t>Better results (product) achieved by following a software process</a:t>
            </a:r>
            <a:endParaRPr lang="en-US" dirty="0">
              <a:ea typeface="Calibri" panose="020F0502020204030204"/>
              <a:cs typeface="Calibri" panose="020F0502020204030204"/>
            </a:endParaRPr>
          </a:p>
          <a:p>
            <a:endParaRPr lang="en-US" dirty="0">
              <a:ea typeface="+mn-lt"/>
              <a:cs typeface="+mn-lt"/>
            </a:endParaRPr>
          </a:p>
          <a:p>
            <a:r>
              <a:rPr lang="en-US" dirty="0">
                <a:ea typeface="+mn-lt"/>
                <a:cs typeface="+mn-lt"/>
              </a:rPr>
              <a:t>Software Process Maturity (how </a:t>
            </a:r>
            <a:r>
              <a:rPr lang="en-US" b="1" dirty="0">
                <a:ea typeface="+mn-lt"/>
                <a:cs typeface="+mn-lt"/>
              </a:rPr>
              <a:t>good (=mature)</a:t>
            </a:r>
            <a:r>
              <a:rPr lang="en-US" dirty="0">
                <a:ea typeface="+mn-lt"/>
                <a:cs typeface="+mn-lt"/>
              </a:rPr>
              <a:t> is your process?)</a:t>
            </a:r>
          </a:p>
          <a:p>
            <a:pPr lvl="1"/>
            <a:r>
              <a:rPr lang="en-US" dirty="0">
                <a:ea typeface="+mn-lt"/>
                <a:cs typeface="+mn-lt"/>
              </a:rPr>
              <a:t>Extent to which a specific process is </a:t>
            </a:r>
            <a:r>
              <a:rPr lang="en-US" u="sng" dirty="0">
                <a:ea typeface="+mn-lt"/>
                <a:cs typeface="+mn-lt"/>
              </a:rPr>
              <a:t>explicitly defined, managed, measured, controlled and effective</a:t>
            </a:r>
          </a:p>
          <a:p>
            <a:pPr lvl="1"/>
            <a:r>
              <a:rPr lang="en-US" dirty="0">
                <a:ea typeface="+mn-lt"/>
                <a:cs typeface="+mn-lt"/>
              </a:rPr>
              <a:t>Indicates </a:t>
            </a:r>
            <a:r>
              <a:rPr lang="en-US" u="sng" dirty="0">
                <a:ea typeface="+mn-lt"/>
                <a:cs typeface="+mn-lt"/>
              </a:rPr>
              <a:t>good practices in process</a:t>
            </a:r>
            <a:r>
              <a:rPr lang="en-US" dirty="0">
                <a:ea typeface="+mn-lt"/>
                <a:cs typeface="+mn-lt"/>
              </a:rPr>
              <a:t> and </a:t>
            </a:r>
            <a:r>
              <a:rPr lang="en-US" u="sng" dirty="0">
                <a:ea typeface="+mn-lt"/>
                <a:cs typeface="+mn-lt"/>
              </a:rPr>
              <a:t>consistency with which they are applied</a:t>
            </a:r>
            <a:r>
              <a:rPr lang="en-US" dirty="0">
                <a:ea typeface="+mn-lt"/>
                <a:cs typeface="+mn-lt"/>
              </a:rPr>
              <a:t> in projects throughout the organization</a:t>
            </a:r>
            <a:endParaRPr lang="en-US" dirty="0">
              <a:ea typeface="Calibri" panose="020F0502020204030204"/>
              <a:cs typeface="Calibri" panose="020F0502020204030204"/>
            </a:endParaRPr>
          </a:p>
          <a:p>
            <a:pPr marL="457200" lvl="1" indent="0">
              <a:buNone/>
            </a:pPr>
            <a:endParaRPr lang="en-US" dirty="0">
              <a:ea typeface="+mn-lt"/>
              <a:cs typeface="+mn-lt"/>
            </a:endParaRPr>
          </a:p>
          <a:p>
            <a:r>
              <a:rPr lang="en-US" dirty="0">
                <a:ea typeface="+mn-lt"/>
                <a:cs typeface="+mn-lt"/>
              </a:rPr>
              <a:t>Product Vs Process debate</a:t>
            </a:r>
            <a:endParaRPr lang="en-US" dirty="0"/>
          </a:p>
          <a:p>
            <a:endParaRPr lang="en-US" dirty="0">
              <a:ea typeface="Calibri" panose="020F0502020204030204"/>
              <a:cs typeface="Calibri"/>
            </a:endParaRPr>
          </a:p>
          <a:p>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555E800-2223-AF22-E951-44D69BACA0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8C99DEC-B44B-1624-CFBC-9DF6B8ADF208}"/>
              </a:ext>
            </a:extLst>
          </p:cNvPr>
          <p:cNvSpPr>
            <a:spLocks noGrp="1"/>
          </p:cNvSpPr>
          <p:nvPr>
            <p:ph type="sldNum" sz="quarter" idx="12"/>
          </p:nvPr>
        </p:nvSpPr>
        <p:spPr/>
        <p:txBody>
          <a:bodyPr/>
          <a:lstStyle/>
          <a:p>
            <a:fld id="{008559AE-1842-40A5-A2A9-0518F39FD1A9}" type="slidenum">
              <a:rPr lang="en-US" smtClean="0"/>
              <a:t>36</a:t>
            </a:fld>
            <a:endParaRPr lang="en-GB"/>
          </a:p>
        </p:txBody>
      </p:sp>
      <p:sp>
        <p:nvSpPr>
          <p:cNvPr id="7" name="Footer Placeholder 6">
            <a:extLst>
              <a:ext uri="{FF2B5EF4-FFF2-40B4-BE49-F238E27FC236}">
                <a16:creationId xmlns:a16="http://schemas.microsoft.com/office/drawing/2014/main" id="{A811D016-3943-EBA3-F0C3-BEF56A19A53C}"/>
              </a:ext>
            </a:extLst>
          </p:cNvPr>
          <p:cNvSpPr>
            <a:spLocks noGrp="1"/>
          </p:cNvSpPr>
          <p:nvPr>
            <p:ph type="ftr" sz="quarter" idx="11"/>
          </p:nvPr>
        </p:nvSpPr>
        <p:spPr/>
        <p:txBody>
          <a:bodyPr/>
          <a:lstStyle/>
          <a:p>
            <a:r>
              <a:rPr lang="en-US"/>
              <a:t>Software Engineering</a:t>
            </a:r>
          </a:p>
        </p:txBody>
      </p:sp>
      <p:sp>
        <p:nvSpPr>
          <p:cNvPr id="4" name="TextBox 3">
            <a:extLst>
              <a:ext uri="{FF2B5EF4-FFF2-40B4-BE49-F238E27FC236}">
                <a16:creationId xmlns:a16="http://schemas.microsoft.com/office/drawing/2014/main" id="{C61824DB-C716-A62F-0A97-C2A64BDE63BF}"/>
              </a:ext>
            </a:extLst>
          </p:cNvPr>
          <p:cNvSpPr txBox="1"/>
          <p:nvPr/>
        </p:nvSpPr>
        <p:spPr>
          <a:xfrm>
            <a:off x="6443293" y="5678417"/>
            <a:ext cx="56864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Calibri"/>
                <a:cs typeface="Calibri"/>
              </a:rPr>
              <a:t>Note: Maturity is measured at an organizational level, at a level where all the steps (process) can be evaluated.</a:t>
            </a:r>
          </a:p>
        </p:txBody>
      </p:sp>
    </p:spTree>
    <p:extLst>
      <p:ext uri="{BB962C8B-B14F-4D97-AF65-F5344CB8AC3E}">
        <p14:creationId xmlns:p14="http://schemas.microsoft.com/office/powerpoint/2010/main" val="33799290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B0903-8154-7986-4C9E-985B59CC9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B99957-2C9E-9322-8C44-88A0981254D3}"/>
              </a:ext>
            </a:extLst>
          </p:cNvPr>
          <p:cNvSpPr>
            <a:spLocks noGrp="1"/>
          </p:cNvSpPr>
          <p:nvPr>
            <p:ph type="title"/>
          </p:nvPr>
        </p:nvSpPr>
        <p:spPr/>
        <p:txBody>
          <a:bodyPr/>
          <a:lstStyle/>
          <a:p>
            <a:r>
              <a:rPr lang="en-GB" dirty="0">
                <a:cs typeface="Calibri Light"/>
              </a:rPr>
              <a:t>Why measure software process?</a:t>
            </a:r>
            <a:endParaRPr lang="en-US" dirty="0"/>
          </a:p>
        </p:txBody>
      </p:sp>
      <p:sp>
        <p:nvSpPr>
          <p:cNvPr id="3" name="Content Placeholder 2">
            <a:extLst>
              <a:ext uri="{FF2B5EF4-FFF2-40B4-BE49-F238E27FC236}">
                <a16:creationId xmlns:a16="http://schemas.microsoft.com/office/drawing/2014/main" id="{028A81A7-8DEB-904C-89E3-6D94C9959E2B}"/>
              </a:ext>
            </a:extLst>
          </p:cNvPr>
          <p:cNvSpPr>
            <a:spLocks noGrp="1"/>
          </p:cNvSpPr>
          <p:nvPr>
            <p:ph idx="1"/>
          </p:nvPr>
        </p:nvSpPr>
        <p:spPr>
          <a:xfrm>
            <a:off x="838200" y="1690328"/>
            <a:ext cx="10515600" cy="4633173"/>
          </a:xfrm>
        </p:spPr>
        <p:txBody>
          <a:bodyPr vert="horz" lIns="91440" tIns="45720" rIns="91440" bIns="45720" rtlCol="0" anchor="t">
            <a:normAutofit/>
          </a:bodyPr>
          <a:lstStyle/>
          <a:p>
            <a:r>
              <a:rPr lang="en-US" dirty="0">
                <a:ea typeface="+mn-lt"/>
                <a:cs typeface="+mn-lt"/>
              </a:rPr>
              <a:t>Obtain data that helps us to better control</a:t>
            </a:r>
          </a:p>
          <a:p>
            <a:pPr lvl="1">
              <a:buFont typeface="Courier New" panose="020B0604020202020204" pitchFamily="34" charset="0"/>
              <a:buChar char="o"/>
            </a:pPr>
            <a:r>
              <a:rPr lang="en-US" dirty="0">
                <a:ea typeface="+mn-lt"/>
                <a:cs typeface="+mn-lt"/>
              </a:rPr>
              <a:t>Schedule</a:t>
            </a:r>
            <a:endParaRPr lang="en-US" dirty="0">
              <a:ea typeface="Calibri" panose="020F0502020204030204"/>
              <a:cs typeface="Calibri" panose="020F0502020204030204"/>
            </a:endParaRPr>
          </a:p>
          <a:p>
            <a:pPr lvl="1">
              <a:buFont typeface="Courier New" panose="020B0604020202020204" pitchFamily="34" charset="0"/>
              <a:buChar char="o"/>
            </a:pPr>
            <a:r>
              <a:rPr lang="en-US" dirty="0">
                <a:ea typeface="+mn-lt"/>
                <a:cs typeface="+mn-lt"/>
              </a:rPr>
              <a:t>Cost</a:t>
            </a:r>
            <a:endParaRPr lang="en-US" dirty="0">
              <a:ea typeface="Calibri" panose="020F0502020204030204"/>
              <a:cs typeface="Calibri" panose="020F0502020204030204"/>
            </a:endParaRPr>
          </a:p>
          <a:p>
            <a:pPr lvl="1">
              <a:buFont typeface="Courier New" panose="020B0604020202020204" pitchFamily="34" charset="0"/>
              <a:buChar char="o"/>
            </a:pPr>
            <a:r>
              <a:rPr lang="en-US" dirty="0">
                <a:ea typeface="+mn-lt"/>
                <a:cs typeface="+mn-lt"/>
              </a:rPr>
              <a:t>Quality of software products</a:t>
            </a:r>
            <a:endParaRPr lang="en-US" dirty="0">
              <a:ea typeface="Calibri" panose="020F0502020204030204"/>
              <a:cs typeface="Calibri" panose="020F0502020204030204"/>
            </a:endParaRPr>
          </a:p>
          <a:p>
            <a:r>
              <a:rPr lang="en-US" dirty="0">
                <a:ea typeface="+mn-lt"/>
                <a:cs typeface="+mn-lt"/>
              </a:rPr>
              <a:t>You can’t improve something that you can’t measure</a:t>
            </a:r>
            <a:endParaRPr lang="en-US" dirty="0">
              <a:ea typeface="Calibri"/>
              <a:cs typeface="Calibri"/>
            </a:endParaRPr>
          </a:p>
          <a:p>
            <a:r>
              <a:rPr lang="en-US" dirty="0">
                <a:ea typeface="+mn-lt"/>
                <a:cs typeface="+mn-lt"/>
              </a:rPr>
              <a:t>Benefits of measurement:</a:t>
            </a:r>
          </a:p>
          <a:p>
            <a:pPr lvl="1">
              <a:buFont typeface="Courier New" panose="020B0604020202020204" pitchFamily="34" charset="0"/>
              <a:buChar char="o"/>
            </a:pPr>
            <a:r>
              <a:rPr lang="en-US" dirty="0">
                <a:ea typeface="+mn-lt"/>
                <a:cs typeface="+mn-lt"/>
              </a:rPr>
              <a:t>Quantitatively expressing requirements, goals, and acceptance criteria</a:t>
            </a:r>
            <a:endParaRPr lang="en-US">
              <a:ea typeface="Calibri"/>
              <a:cs typeface="Calibri"/>
            </a:endParaRPr>
          </a:p>
          <a:p>
            <a:pPr lvl="1">
              <a:buFont typeface="Courier New" panose="020B0604020202020204" pitchFamily="34" charset="0"/>
              <a:buChar char="o"/>
            </a:pPr>
            <a:r>
              <a:rPr lang="en-US" dirty="0">
                <a:ea typeface="+mn-lt"/>
                <a:cs typeface="+mn-lt"/>
              </a:rPr>
              <a:t>Monitoring progress and anticipating problems</a:t>
            </a:r>
          </a:p>
          <a:p>
            <a:pPr lvl="1">
              <a:buFont typeface="Courier New" panose="020B0604020202020204" pitchFamily="34" charset="0"/>
              <a:buChar char="o"/>
            </a:pPr>
            <a:r>
              <a:rPr lang="en-US" dirty="0">
                <a:ea typeface="+mn-lt"/>
                <a:cs typeface="+mn-lt"/>
              </a:rPr>
              <a:t>Quantifying tradeoffs used in allocating resources</a:t>
            </a:r>
          </a:p>
          <a:p>
            <a:pPr lvl="1">
              <a:buFont typeface="Courier New" panose="020B0604020202020204" pitchFamily="34" charset="0"/>
              <a:buChar char="o"/>
            </a:pPr>
            <a:r>
              <a:rPr lang="en-US" dirty="0">
                <a:ea typeface="+mn-lt"/>
                <a:cs typeface="+mn-lt"/>
              </a:rPr>
              <a:t>Predicting schedule, cost and quality</a:t>
            </a:r>
            <a:endParaRPr lang="en-US">
              <a:ea typeface="Calibri"/>
              <a:cs typeface="Calibri"/>
            </a:endParaRPr>
          </a:p>
          <a:p>
            <a:endParaRPr lang="en-US" dirty="0">
              <a:ea typeface="+mn-lt"/>
              <a:cs typeface="+mn-lt"/>
            </a:endParaRPr>
          </a:p>
        </p:txBody>
      </p:sp>
      <p:pic>
        <p:nvPicPr>
          <p:cNvPr id="6" name="Picture 5" descr="A black and white logo&#10;&#10;Description automatically generated">
            <a:extLst>
              <a:ext uri="{FF2B5EF4-FFF2-40B4-BE49-F238E27FC236}">
                <a16:creationId xmlns:a16="http://schemas.microsoft.com/office/drawing/2014/main" id="{2C542ADA-DB39-E0F1-A9D7-878565AB7C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449546F-0A94-4C45-C6F8-9D2FEEC0EBE9}"/>
              </a:ext>
            </a:extLst>
          </p:cNvPr>
          <p:cNvSpPr>
            <a:spLocks noGrp="1"/>
          </p:cNvSpPr>
          <p:nvPr>
            <p:ph type="sldNum" sz="quarter" idx="12"/>
          </p:nvPr>
        </p:nvSpPr>
        <p:spPr/>
        <p:txBody>
          <a:bodyPr/>
          <a:lstStyle/>
          <a:p>
            <a:fld id="{008559AE-1842-40A5-A2A9-0518F39FD1A9}" type="slidenum">
              <a:rPr lang="en-US" smtClean="0"/>
              <a:t>37</a:t>
            </a:fld>
            <a:endParaRPr lang="en-GB"/>
          </a:p>
        </p:txBody>
      </p:sp>
      <p:sp>
        <p:nvSpPr>
          <p:cNvPr id="7" name="Footer Placeholder 6">
            <a:extLst>
              <a:ext uri="{FF2B5EF4-FFF2-40B4-BE49-F238E27FC236}">
                <a16:creationId xmlns:a16="http://schemas.microsoft.com/office/drawing/2014/main" id="{10BFECF5-F7E0-3B9D-C13F-0A463924FA5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671488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AA017-5C34-3418-DDB4-390B120A82F3}"/>
            </a:ext>
          </a:extLst>
        </p:cNvPr>
        <p:cNvGrpSpPr/>
        <p:nvPr/>
      </p:nvGrpSpPr>
      <p:grpSpPr>
        <a:xfrm>
          <a:off x="0" y="0"/>
          <a:ext cx="0" cy="0"/>
          <a:chOff x="0" y="0"/>
          <a:chExt cx="0" cy="0"/>
        </a:xfrm>
      </p:grpSpPr>
      <p:pic>
        <p:nvPicPr>
          <p:cNvPr id="6" name="Picture 5" descr="A black and white logo&#10;&#10;Description automatically generated">
            <a:extLst>
              <a:ext uri="{FF2B5EF4-FFF2-40B4-BE49-F238E27FC236}">
                <a16:creationId xmlns:a16="http://schemas.microsoft.com/office/drawing/2014/main" id="{4B1E47ED-7F93-5E7F-8FE9-34D8D77910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CA7EBC6-D5A3-DE5B-E573-437795B78449}"/>
              </a:ext>
            </a:extLst>
          </p:cNvPr>
          <p:cNvSpPr>
            <a:spLocks noGrp="1"/>
          </p:cNvSpPr>
          <p:nvPr>
            <p:ph type="sldNum" sz="quarter" idx="12"/>
          </p:nvPr>
        </p:nvSpPr>
        <p:spPr/>
        <p:txBody>
          <a:bodyPr/>
          <a:lstStyle/>
          <a:p>
            <a:fld id="{008559AE-1842-40A5-A2A9-0518F39FD1A9}" type="slidenum">
              <a:rPr lang="en-US" smtClean="0"/>
              <a:t>38</a:t>
            </a:fld>
            <a:endParaRPr lang="en-GB"/>
          </a:p>
        </p:txBody>
      </p:sp>
      <p:sp>
        <p:nvSpPr>
          <p:cNvPr id="7" name="Footer Placeholder 6">
            <a:extLst>
              <a:ext uri="{FF2B5EF4-FFF2-40B4-BE49-F238E27FC236}">
                <a16:creationId xmlns:a16="http://schemas.microsoft.com/office/drawing/2014/main" id="{64DCE4F8-EBF3-31A0-2AFD-F7B1DECBB693}"/>
              </a:ext>
            </a:extLst>
          </p:cNvPr>
          <p:cNvSpPr>
            <a:spLocks noGrp="1"/>
          </p:cNvSpPr>
          <p:nvPr>
            <p:ph type="ftr" sz="quarter" idx="11"/>
          </p:nvPr>
        </p:nvSpPr>
        <p:spPr/>
        <p:txBody>
          <a:bodyPr/>
          <a:lstStyle/>
          <a:p>
            <a:r>
              <a:rPr lang="en-US"/>
              <a:t>Software Engineering</a:t>
            </a:r>
          </a:p>
        </p:txBody>
      </p:sp>
      <p:sp>
        <p:nvSpPr>
          <p:cNvPr id="3" name="TextBox 2">
            <a:extLst>
              <a:ext uri="{FF2B5EF4-FFF2-40B4-BE49-F238E27FC236}">
                <a16:creationId xmlns:a16="http://schemas.microsoft.com/office/drawing/2014/main" id="{C47A61CD-6F02-6FAA-88A2-67571DD749F7}"/>
              </a:ext>
            </a:extLst>
          </p:cNvPr>
          <p:cNvSpPr txBox="1"/>
          <p:nvPr/>
        </p:nvSpPr>
        <p:spPr>
          <a:xfrm>
            <a:off x="7411050" y="5595986"/>
            <a:ext cx="478031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dirty="0">
                <a:ea typeface="Calibri"/>
                <a:cs typeface="Calibri"/>
              </a:rPr>
              <a:t>Image source: </a:t>
            </a:r>
            <a:r>
              <a:rPr lang="en-GB" dirty="0">
                <a:ea typeface="+mn-lt"/>
                <a:cs typeface="+mn-lt"/>
                <a:hlinkClick r:id="rId4"/>
              </a:rPr>
              <a:t>https://sprinto.com/blog/compliance-memes/</a:t>
            </a:r>
            <a:br>
              <a:rPr lang="en-GB" dirty="0">
                <a:ea typeface="+mn-lt"/>
                <a:cs typeface="+mn-lt"/>
              </a:rPr>
            </a:br>
            <a:r>
              <a:rPr lang="en-GB" dirty="0">
                <a:ea typeface="+mn-lt"/>
                <a:cs typeface="+mn-lt"/>
                <a:hlinkClick r:id="rId5"/>
              </a:rPr>
              <a:t>https://www.memecreator.org/meme/agile-scrum-or-cmmi-8/</a:t>
            </a:r>
            <a:r>
              <a:rPr lang="en-GB" dirty="0">
                <a:ea typeface="+mn-lt"/>
                <a:cs typeface="+mn-lt"/>
              </a:rPr>
              <a:t>  </a:t>
            </a:r>
            <a:endParaRPr lang="en-GB" dirty="0">
              <a:ea typeface="Calibri"/>
              <a:cs typeface="Calibri"/>
            </a:endParaRPr>
          </a:p>
        </p:txBody>
      </p:sp>
      <p:sp>
        <p:nvSpPr>
          <p:cNvPr id="5" name="TextBox 4">
            <a:extLst>
              <a:ext uri="{FF2B5EF4-FFF2-40B4-BE49-F238E27FC236}">
                <a16:creationId xmlns:a16="http://schemas.microsoft.com/office/drawing/2014/main" id="{9C08BD44-E251-FDD9-C47B-40C6B20CD099}"/>
              </a:ext>
            </a:extLst>
          </p:cNvPr>
          <p:cNvSpPr txBox="1"/>
          <p:nvPr/>
        </p:nvSpPr>
        <p:spPr>
          <a:xfrm>
            <a:off x="7507857" y="938042"/>
            <a:ext cx="4392122"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ea typeface="Calibri"/>
                <a:cs typeface="Calibri"/>
              </a:rPr>
              <a:t>Closing Point:</a:t>
            </a:r>
          </a:p>
          <a:p>
            <a:r>
              <a:rPr lang="en-GB" sz="2400" dirty="0">
                <a:ea typeface="Calibri"/>
                <a:cs typeface="Calibri"/>
              </a:rPr>
              <a:t>Understand difference between:</a:t>
            </a:r>
          </a:p>
          <a:p>
            <a:pPr marL="342900" indent="-342900">
              <a:buAutoNum type="arabicPeriod"/>
            </a:pPr>
            <a:r>
              <a:rPr lang="en-GB" sz="2400" dirty="0">
                <a:ea typeface="Calibri"/>
                <a:cs typeface="Calibri"/>
              </a:rPr>
              <a:t>Process and Process Areas</a:t>
            </a:r>
          </a:p>
          <a:p>
            <a:pPr marL="342900" indent="-342900">
              <a:buAutoNum type="arabicPeriod"/>
            </a:pPr>
            <a:r>
              <a:rPr lang="en-GB" sz="2400" dirty="0">
                <a:ea typeface="Calibri"/>
                <a:cs typeface="Calibri"/>
              </a:rPr>
              <a:t>Capability and Maturity</a:t>
            </a:r>
          </a:p>
        </p:txBody>
      </p:sp>
      <p:pic>
        <p:nvPicPr>
          <p:cNvPr id="2" name="Picture 1" descr="A person sitting at a desk&#10;&#10;AI-generated content may be incorrect.">
            <a:extLst>
              <a:ext uri="{FF2B5EF4-FFF2-40B4-BE49-F238E27FC236}">
                <a16:creationId xmlns:a16="http://schemas.microsoft.com/office/drawing/2014/main" id="{31C7863C-FC97-701C-6321-44CA9787C03C}"/>
              </a:ext>
            </a:extLst>
          </p:cNvPr>
          <p:cNvPicPr>
            <a:picLocks noChangeAspect="1"/>
          </p:cNvPicPr>
          <p:nvPr/>
        </p:nvPicPr>
        <p:blipFill>
          <a:blip r:embed="rId6"/>
          <a:stretch>
            <a:fillRect/>
          </a:stretch>
        </p:blipFill>
        <p:spPr>
          <a:xfrm>
            <a:off x="225545" y="986737"/>
            <a:ext cx="6622570" cy="5272716"/>
          </a:xfrm>
          <a:prstGeom prst="rect">
            <a:avLst/>
          </a:prstGeom>
        </p:spPr>
      </p:pic>
      <p:pic>
        <p:nvPicPr>
          <p:cNvPr id="9" name="Picture 8" descr="A person in a suit&#10;&#10;AI-generated content may be incorrect.">
            <a:extLst>
              <a:ext uri="{FF2B5EF4-FFF2-40B4-BE49-F238E27FC236}">
                <a16:creationId xmlns:a16="http://schemas.microsoft.com/office/drawing/2014/main" id="{2978E318-C219-B624-71A1-746CC1C5F1E2}"/>
              </a:ext>
            </a:extLst>
          </p:cNvPr>
          <p:cNvPicPr>
            <a:picLocks noChangeAspect="1"/>
          </p:cNvPicPr>
          <p:nvPr/>
        </p:nvPicPr>
        <p:blipFill>
          <a:blip r:embed="rId7"/>
          <a:stretch>
            <a:fillRect/>
          </a:stretch>
        </p:blipFill>
        <p:spPr>
          <a:xfrm>
            <a:off x="7513068" y="2503189"/>
            <a:ext cx="4584580" cy="3073699"/>
          </a:xfrm>
          <a:prstGeom prst="rect">
            <a:avLst/>
          </a:prstGeom>
        </p:spPr>
      </p:pic>
    </p:spTree>
    <p:extLst>
      <p:ext uri="{BB962C8B-B14F-4D97-AF65-F5344CB8AC3E}">
        <p14:creationId xmlns:p14="http://schemas.microsoft.com/office/powerpoint/2010/main" val="11616225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1834713A0238B47A82B49BB61910BB7" ma:contentTypeVersion="4" ma:contentTypeDescription="Create a new document." ma:contentTypeScope="" ma:versionID="6d4706a53c2ea577fa6530616b401942">
  <xsd:schema xmlns:xsd="http://www.w3.org/2001/XMLSchema" xmlns:xs="http://www.w3.org/2001/XMLSchema" xmlns:p="http://schemas.microsoft.com/office/2006/metadata/properties" xmlns:ns3="5036cfa6-d0e1-4902-a771-3c3912700344" targetNamespace="http://schemas.microsoft.com/office/2006/metadata/properties" ma:root="true" ma:fieldsID="a1d272197f808f89f8a24a3fbeb7e316" ns3:_="">
    <xsd:import namespace="5036cfa6-d0e1-4902-a771-3c39127003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36cfa6-d0e1-4902-a771-3c39127003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2CE482-82E1-495F-A096-31F88599D290}">
  <ds:schemaRefs>
    <ds:schemaRef ds:uri="5036cfa6-d0e1-4902-a771-3c39127003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0ED4F75-3CD7-45A8-9549-E613B31DDB2A}">
  <ds:schemaRefs>
    <ds:schemaRef ds:uri="5036cfa6-d0e1-4902-a771-3c39127003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4292D93-FF2A-4DA5-8E8B-A42F52EE7A2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38</Slides>
  <Notes>37</Notes>
  <HiddenSlides>0</HiddenSlide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Software Engineering (CS3201) CMMI </vt:lpstr>
      <vt:lpstr>Why is Software Development difficult?</vt:lpstr>
      <vt:lpstr>Process and Process Maturity</vt:lpstr>
      <vt:lpstr>Introduction – Process Areas and succinct summary of all the slides in this lecture</vt:lpstr>
      <vt:lpstr> </vt:lpstr>
      <vt:lpstr>CMMI – Introduction (A café cum library)</vt:lpstr>
      <vt:lpstr>Café setting: CMMI Level 1: Initial (Chaotic)</vt:lpstr>
      <vt:lpstr>Café setting: CMMI Level 2: Managed (Basic)</vt:lpstr>
      <vt:lpstr>Café setting: CMMI Level 3: Defined (Standardized and Documented)</vt:lpstr>
      <vt:lpstr>Café setting: CMMI Level 4: Quantitatively Managed (Data-Driven Decisions)</vt:lpstr>
      <vt:lpstr>Café setting: CMMI Level 5: Optimizing (Continuous Improvement &amp; Innovation)</vt:lpstr>
      <vt:lpstr>So... 1901 CMMI</vt:lpstr>
      <vt:lpstr>CMMI 2 versus CMMI 3</vt:lpstr>
      <vt:lpstr>Why is CMMI important?</vt:lpstr>
      <vt:lpstr>CMMI domains (where is it applied)</vt:lpstr>
      <vt:lpstr>CMMI (a more formal introduction) * because textbook *</vt:lpstr>
      <vt:lpstr>CMMI (Pressman, pg. 828)</vt:lpstr>
      <vt:lpstr>Staged? Continous? (eh?)</vt:lpstr>
      <vt:lpstr>What are process areas?</vt:lpstr>
      <vt:lpstr> </vt:lpstr>
      <vt:lpstr>Staged CMMI</vt:lpstr>
      <vt:lpstr>Relationship between process areas and maturity levels</vt:lpstr>
      <vt:lpstr>CMMI Levels</vt:lpstr>
      <vt:lpstr>CMMI Maturity Levels</vt:lpstr>
      <vt:lpstr>CMMI Level 1: Initial</vt:lpstr>
      <vt:lpstr>CMMI Level 2: Repeatable</vt:lpstr>
      <vt:lpstr>CMMI Level 3: Defined</vt:lpstr>
      <vt:lpstr>CMMI Level 4: Managed</vt:lpstr>
      <vt:lpstr>CMMI Level 5: Optimizing</vt:lpstr>
      <vt:lpstr> </vt:lpstr>
      <vt:lpstr>Continuous CMMI</vt:lpstr>
      <vt:lpstr>Continuous CMMI (These levels define capability)</vt:lpstr>
      <vt:lpstr>Continuous CMMI</vt:lpstr>
      <vt:lpstr>Continuous CMMI defines each process area in terms of specific goals</vt:lpstr>
      <vt:lpstr>The C in CMMI - Capability</vt:lpstr>
      <vt:lpstr>The M in CMMI - Maturity</vt:lpstr>
      <vt:lpstr>Why measure software process?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  CS 475</dc:title>
  <dc:creator>Avinash Arun Chauhan</dc:creator>
  <cp:revision>2366</cp:revision>
  <dcterms:created xsi:type="dcterms:W3CDTF">2022-08-02T06:42:39Z</dcterms:created>
  <dcterms:modified xsi:type="dcterms:W3CDTF">2026-02-10T10:34:53Z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0x01010051834713A0238B47A82B49BB61910BB7</vt:lpwstr>
  </property>
</Properties>
</file>