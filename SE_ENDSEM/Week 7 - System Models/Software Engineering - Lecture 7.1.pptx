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23"/>
  </p:notesMasterIdLst>
  <p:sldIdLst>
    <p:sldId id="256" r:id="rId5"/>
    <p:sldId id="426" r:id="rId6"/>
    <p:sldId id="508" r:id="rId7"/>
    <p:sldId id="505" r:id="rId8"/>
    <p:sldId id="536" r:id="rId9"/>
    <p:sldId id="520" r:id="rId10"/>
    <p:sldId id="521" r:id="rId11"/>
    <p:sldId id="522" r:id="rId12"/>
    <p:sldId id="523" r:id="rId13"/>
    <p:sldId id="524" r:id="rId14"/>
    <p:sldId id="525" r:id="rId15"/>
    <p:sldId id="526" r:id="rId16"/>
    <p:sldId id="527" r:id="rId17"/>
    <p:sldId id="529" r:id="rId18"/>
    <p:sldId id="528" r:id="rId19"/>
    <p:sldId id="530" r:id="rId20"/>
    <p:sldId id="531" r:id="rId21"/>
    <p:sldId id="53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17CD21-E620-0E98-F692-16B7E53ADFB9}" v="6" dt="2026-03-10T06:50:34.307"/>
    <p1510:client id="{630F07CA-05C5-79CE-86CE-0E1F5D926E51}" v="12" dt="2026-03-11T04:23:55.518"/>
    <p1510:client id="{E7169623-9766-AB7B-CC92-7E2696EC4FFC}" v="124" dt="2026-03-10T09:32:53.9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vinash Arun Chauhan" userId="S::avinash.chauhan@mahindrauniversity.edu.in::241b5f3e-36f4-4c61-9553-90e6a1c1b8a6" providerId="AD" clId="Web-{1617CD21-E620-0E98-F692-16B7E53ADFB9}"/>
    <pc:docChg chg="addSld delSld">
      <pc:chgData name="Avinash Arun Chauhan" userId="S::avinash.chauhan@mahindrauniversity.edu.in::241b5f3e-36f4-4c61-9553-90e6a1c1b8a6" providerId="AD" clId="Web-{1617CD21-E620-0E98-F692-16B7E53ADFB9}" dt="2026-03-10T06:50:34.307" v="5"/>
      <pc:docMkLst>
        <pc:docMk/>
      </pc:docMkLst>
      <pc:sldChg chg="add del">
        <pc:chgData name="Avinash Arun Chauhan" userId="S::avinash.chauhan@mahindrauniversity.edu.in::241b5f3e-36f4-4c61-9553-90e6a1c1b8a6" providerId="AD" clId="Web-{1617CD21-E620-0E98-F692-16B7E53ADFB9}" dt="2026-03-10T06:50:34.307" v="5"/>
        <pc:sldMkLst>
          <pc:docMk/>
          <pc:sldMk cId="4032944436" sldId="532"/>
        </pc:sldMkLst>
      </pc:sldChg>
      <pc:sldChg chg="add del">
        <pc:chgData name="Avinash Arun Chauhan" userId="S::avinash.chauhan@mahindrauniversity.edu.in::241b5f3e-36f4-4c61-9553-90e6a1c1b8a6" providerId="AD" clId="Web-{1617CD21-E620-0E98-F692-16B7E53ADFB9}" dt="2026-03-10T06:50:31.963" v="4"/>
        <pc:sldMkLst>
          <pc:docMk/>
          <pc:sldMk cId="1554376908" sldId="534"/>
        </pc:sldMkLst>
      </pc:sldChg>
    </pc:docChg>
  </pc:docChgLst>
  <pc:docChgLst>
    <pc:chgData name="Avinash Arun Chauhan" userId="S::avinash.chauhan@mahindrauniversity.edu.in::241b5f3e-36f4-4c61-9553-90e6a1c1b8a6" providerId="AD" clId="Web-{630F07CA-05C5-79CE-86CE-0E1F5D926E51}"/>
    <pc:docChg chg="modSld">
      <pc:chgData name="Avinash Arun Chauhan" userId="S::avinash.chauhan@mahindrauniversity.edu.in::241b5f3e-36f4-4c61-9553-90e6a1c1b8a6" providerId="AD" clId="Web-{630F07CA-05C5-79CE-86CE-0E1F5D926E51}" dt="2026-03-11T04:23:55.518" v="11" actId="20577"/>
      <pc:docMkLst>
        <pc:docMk/>
      </pc:docMkLst>
      <pc:sldChg chg="modSp">
        <pc:chgData name="Avinash Arun Chauhan" userId="S::avinash.chauhan@mahindrauniversity.edu.in::241b5f3e-36f4-4c61-9553-90e6a1c1b8a6" providerId="AD" clId="Web-{630F07CA-05C5-79CE-86CE-0E1F5D926E51}" dt="2026-03-11T04:21:21.735" v="6" actId="20577"/>
        <pc:sldMkLst>
          <pc:docMk/>
          <pc:sldMk cId="883900188" sldId="505"/>
        </pc:sldMkLst>
        <pc:spChg chg="mod">
          <ac:chgData name="Avinash Arun Chauhan" userId="S::avinash.chauhan@mahindrauniversity.edu.in::241b5f3e-36f4-4c61-9553-90e6a1c1b8a6" providerId="AD" clId="Web-{630F07CA-05C5-79CE-86CE-0E1F5D926E51}" dt="2026-03-11T04:21:21.735" v="6" actId="20577"/>
          <ac:spMkLst>
            <pc:docMk/>
            <pc:sldMk cId="883900188" sldId="505"/>
            <ac:spMk id="3" creationId="{29BD426B-01FE-6A79-FB41-404DC71E5937}"/>
          </ac:spMkLst>
        </pc:spChg>
      </pc:sldChg>
      <pc:sldChg chg="modSp">
        <pc:chgData name="Avinash Arun Chauhan" userId="S::avinash.chauhan@mahindrauniversity.edu.in::241b5f3e-36f4-4c61-9553-90e6a1c1b8a6" providerId="AD" clId="Web-{630F07CA-05C5-79CE-86CE-0E1F5D926E51}" dt="2026-03-11T04:22:36.861" v="8" actId="20577"/>
        <pc:sldMkLst>
          <pc:docMk/>
          <pc:sldMk cId="2210816079" sldId="520"/>
        </pc:sldMkLst>
        <pc:spChg chg="mod">
          <ac:chgData name="Avinash Arun Chauhan" userId="S::avinash.chauhan@mahindrauniversity.edu.in::241b5f3e-36f4-4c61-9553-90e6a1c1b8a6" providerId="AD" clId="Web-{630F07CA-05C5-79CE-86CE-0E1F5D926E51}" dt="2026-03-11T04:22:36.861" v="8" actId="20577"/>
          <ac:spMkLst>
            <pc:docMk/>
            <pc:sldMk cId="2210816079" sldId="520"/>
            <ac:spMk id="3" creationId="{D6046B0B-6CD7-2EDE-775F-436266772719}"/>
          </ac:spMkLst>
        </pc:spChg>
      </pc:sldChg>
      <pc:sldChg chg="modSp">
        <pc:chgData name="Avinash Arun Chauhan" userId="S::avinash.chauhan@mahindrauniversity.edu.in::241b5f3e-36f4-4c61-9553-90e6a1c1b8a6" providerId="AD" clId="Web-{630F07CA-05C5-79CE-86CE-0E1F5D926E51}" dt="2026-03-11T04:23:14.252" v="10" actId="20577"/>
        <pc:sldMkLst>
          <pc:docMk/>
          <pc:sldMk cId="2459760131" sldId="524"/>
        </pc:sldMkLst>
        <pc:spChg chg="mod">
          <ac:chgData name="Avinash Arun Chauhan" userId="S::avinash.chauhan@mahindrauniversity.edu.in::241b5f3e-36f4-4c61-9553-90e6a1c1b8a6" providerId="AD" clId="Web-{630F07CA-05C5-79CE-86CE-0E1F5D926E51}" dt="2026-03-11T04:23:14.252" v="10" actId="20577"/>
          <ac:spMkLst>
            <pc:docMk/>
            <pc:sldMk cId="2459760131" sldId="524"/>
            <ac:spMk id="3" creationId="{D66A1C91-2CFA-F0AE-799D-FBEE34CD89C2}"/>
          </ac:spMkLst>
        </pc:spChg>
      </pc:sldChg>
      <pc:sldChg chg="modSp">
        <pc:chgData name="Avinash Arun Chauhan" userId="S::avinash.chauhan@mahindrauniversity.edu.in::241b5f3e-36f4-4c61-9553-90e6a1c1b8a6" providerId="AD" clId="Web-{630F07CA-05C5-79CE-86CE-0E1F5D926E51}" dt="2026-03-11T04:23:55.518" v="11" actId="20577"/>
        <pc:sldMkLst>
          <pc:docMk/>
          <pc:sldMk cId="2759698473" sldId="527"/>
        </pc:sldMkLst>
        <pc:spChg chg="mod">
          <ac:chgData name="Avinash Arun Chauhan" userId="S::avinash.chauhan@mahindrauniversity.edu.in::241b5f3e-36f4-4c61-9553-90e6a1c1b8a6" providerId="AD" clId="Web-{630F07CA-05C5-79CE-86CE-0E1F5D926E51}" dt="2026-03-11T04:23:55.518" v="11" actId="20577"/>
          <ac:spMkLst>
            <pc:docMk/>
            <pc:sldMk cId="2759698473" sldId="527"/>
            <ac:spMk id="3" creationId="{B9657582-A812-E808-9D17-E270286AA099}"/>
          </ac:spMkLst>
        </pc:spChg>
      </pc:sldChg>
    </pc:docChg>
  </pc:docChgLst>
  <pc:docChgLst>
    <pc:chgData name="Avinash Arun Chauhan" userId="S::avinash.chauhan@mahindrauniversity.edu.in::241b5f3e-36f4-4c61-9553-90e6a1c1b8a6" providerId="AD" clId="Web-{E7169623-9766-AB7B-CC92-7E2696EC4FFC}"/>
    <pc:docChg chg="addSld modSld">
      <pc:chgData name="Avinash Arun Chauhan" userId="S::avinash.chauhan@mahindrauniversity.edu.in::241b5f3e-36f4-4c61-9553-90e6a1c1b8a6" providerId="AD" clId="Web-{E7169623-9766-AB7B-CC92-7E2696EC4FFC}" dt="2026-03-10T09:32:53.931" v="125" actId="20577"/>
      <pc:docMkLst>
        <pc:docMk/>
      </pc:docMkLst>
      <pc:sldChg chg="modSp">
        <pc:chgData name="Avinash Arun Chauhan" userId="S::avinash.chauhan@mahindrauniversity.edu.in::241b5f3e-36f4-4c61-9553-90e6a1c1b8a6" providerId="AD" clId="Web-{E7169623-9766-AB7B-CC92-7E2696EC4FFC}" dt="2026-03-10T09:30:52.180" v="122" actId="20577"/>
        <pc:sldMkLst>
          <pc:docMk/>
          <pc:sldMk cId="3811169343" sldId="426"/>
        </pc:sldMkLst>
        <pc:spChg chg="mod">
          <ac:chgData name="Avinash Arun Chauhan" userId="S::avinash.chauhan@mahindrauniversity.edu.in::241b5f3e-36f4-4c61-9553-90e6a1c1b8a6" providerId="AD" clId="Web-{E7169623-9766-AB7B-CC92-7E2696EC4FFC}" dt="2026-03-10T09:30:52.180" v="122" actId="20577"/>
          <ac:spMkLst>
            <pc:docMk/>
            <pc:sldMk cId="3811169343" sldId="426"/>
            <ac:spMk id="3" creationId="{31932857-BFC7-D9FE-C8F3-E1C975AD4542}"/>
          </ac:spMkLst>
        </pc:spChg>
      </pc:sldChg>
      <pc:sldChg chg="modSp">
        <pc:chgData name="Avinash Arun Chauhan" userId="S::avinash.chauhan@mahindrauniversity.edu.in::241b5f3e-36f4-4c61-9553-90e6a1c1b8a6" providerId="AD" clId="Web-{E7169623-9766-AB7B-CC92-7E2696EC4FFC}" dt="2026-03-10T09:24:21.988" v="16" actId="20577"/>
        <pc:sldMkLst>
          <pc:docMk/>
          <pc:sldMk cId="883900188" sldId="505"/>
        </pc:sldMkLst>
        <pc:spChg chg="mod">
          <ac:chgData name="Avinash Arun Chauhan" userId="S::avinash.chauhan@mahindrauniversity.edu.in::241b5f3e-36f4-4c61-9553-90e6a1c1b8a6" providerId="AD" clId="Web-{E7169623-9766-AB7B-CC92-7E2696EC4FFC}" dt="2026-03-10T09:24:21.988" v="16" actId="20577"/>
          <ac:spMkLst>
            <pc:docMk/>
            <pc:sldMk cId="883900188" sldId="505"/>
            <ac:spMk id="3" creationId="{29BD426B-01FE-6A79-FB41-404DC71E5937}"/>
          </ac:spMkLst>
        </pc:spChg>
      </pc:sldChg>
      <pc:sldChg chg="modSp">
        <pc:chgData name="Avinash Arun Chauhan" userId="S::avinash.chauhan@mahindrauniversity.edu.in::241b5f3e-36f4-4c61-9553-90e6a1c1b8a6" providerId="AD" clId="Web-{E7169623-9766-AB7B-CC92-7E2696EC4FFC}" dt="2026-03-10T09:32:53.931" v="125" actId="20577"/>
        <pc:sldMkLst>
          <pc:docMk/>
          <pc:sldMk cId="1001124138" sldId="523"/>
        </pc:sldMkLst>
        <pc:spChg chg="mod">
          <ac:chgData name="Avinash Arun Chauhan" userId="S::avinash.chauhan@mahindrauniversity.edu.in::241b5f3e-36f4-4c61-9553-90e6a1c1b8a6" providerId="AD" clId="Web-{E7169623-9766-AB7B-CC92-7E2696EC4FFC}" dt="2026-03-10T09:31:04.258" v="123" actId="20577"/>
          <ac:spMkLst>
            <pc:docMk/>
            <pc:sldMk cId="1001124138" sldId="523"/>
            <ac:spMk id="2" creationId="{2A534C11-36B3-9490-EC7F-9988C7961814}"/>
          </ac:spMkLst>
        </pc:spChg>
        <pc:spChg chg="mod">
          <ac:chgData name="Avinash Arun Chauhan" userId="S::avinash.chauhan@mahindrauniversity.edu.in::241b5f3e-36f4-4c61-9553-90e6a1c1b8a6" providerId="AD" clId="Web-{E7169623-9766-AB7B-CC92-7E2696EC4FFC}" dt="2026-03-10T09:32:53.931" v="125" actId="20577"/>
          <ac:spMkLst>
            <pc:docMk/>
            <pc:sldMk cId="1001124138" sldId="523"/>
            <ac:spMk id="3" creationId="{EC674E00-65C0-78DB-7888-BC087220702C}"/>
          </ac:spMkLst>
        </pc:spChg>
      </pc:sldChg>
      <pc:sldChg chg="modSp add replId">
        <pc:chgData name="Avinash Arun Chauhan" userId="S::avinash.chauhan@mahindrauniversity.edu.in::241b5f3e-36f4-4c61-9553-90e6a1c1b8a6" providerId="AD" clId="Web-{E7169623-9766-AB7B-CC92-7E2696EC4FFC}" dt="2026-03-10T09:29:41.822" v="120" actId="20577"/>
        <pc:sldMkLst>
          <pc:docMk/>
          <pc:sldMk cId="3746804217" sldId="536"/>
        </pc:sldMkLst>
        <pc:spChg chg="mod">
          <ac:chgData name="Avinash Arun Chauhan" userId="S::avinash.chauhan@mahindrauniversity.edu.in::241b5f3e-36f4-4c61-9553-90e6a1c1b8a6" providerId="AD" clId="Web-{E7169623-9766-AB7B-CC92-7E2696EC4FFC}" dt="2026-03-10T09:27:24.085" v="37" actId="20577"/>
          <ac:spMkLst>
            <pc:docMk/>
            <pc:sldMk cId="3746804217" sldId="536"/>
            <ac:spMk id="2" creationId="{FEBE48C3-7DC4-25AF-409F-C51E417FAB45}"/>
          </ac:spMkLst>
        </pc:spChg>
        <pc:spChg chg="mod">
          <ac:chgData name="Avinash Arun Chauhan" userId="S::avinash.chauhan@mahindrauniversity.edu.in::241b5f3e-36f4-4c61-9553-90e6a1c1b8a6" providerId="AD" clId="Web-{E7169623-9766-AB7B-CC92-7E2696EC4FFC}" dt="2026-03-10T09:29:41.822" v="120" actId="20577"/>
          <ac:spMkLst>
            <pc:docMk/>
            <pc:sldMk cId="3746804217" sldId="536"/>
            <ac:spMk id="3" creationId="{20B07C33-2711-CBAF-07A2-9E2C57027E9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28A5F4-8A54-40B7-994C-7C13036E170D}" type="datetimeFigureOut">
              <a:rPr lang="en-US" smtClean="0"/>
              <a:t>3/10/2026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5A36BE-6307-4311-8670-04B167AD63B7}" type="slidenum">
              <a:rPr lang="en-US" smtClean="0"/>
              <a:t>‹#›</a:t>
            </a:fld>
            <a:endParaRPr lang="en-US"/>
          </a:p>
        </p:txBody>
      </p:sp>
    </p:spTree>
    <p:extLst>
      <p:ext uri="{BB962C8B-B14F-4D97-AF65-F5344CB8AC3E}">
        <p14:creationId xmlns:p14="http://schemas.microsoft.com/office/powerpoint/2010/main" val="2101858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347B8-6047-F690-3391-B31B17E1D6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F480AD-EBF4-A183-201A-351DE332D3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60C49A-C78C-234E-221D-B12F4B96112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ECD145E-3EC6-CFA1-B19D-EA470B7AA6DC}"/>
              </a:ext>
            </a:extLst>
          </p:cNvPr>
          <p:cNvSpPr>
            <a:spLocks noGrp="1"/>
          </p:cNvSpPr>
          <p:nvPr>
            <p:ph type="sldNum" sz="quarter" idx="5"/>
          </p:nvPr>
        </p:nvSpPr>
        <p:spPr/>
        <p:txBody>
          <a:bodyPr/>
          <a:lstStyle/>
          <a:p>
            <a:fld id="{2E5A36BE-6307-4311-8670-04B167AD63B7}" type="slidenum">
              <a:rPr lang="en-US" smtClean="0"/>
              <a:t>2</a:t>
            </a:fld>
            <a:endParaRPr lang="en-US"/>
          </a:p>
        </p:txBody>
      </p:sp>
    </p:spTree>
    <p:extLst>
      <p:ext uri="{BB962C8B-B14F-4D97-AF65-F5344CB8AC3E}">
        <p14:creationId xmlns:p14="http://schemas.microsoft.com/office/powerpoint/2010/main" val="7622349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59418-856A-7904-74AD-CC826E0425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983295-A536-683F-3A8D-91BFC3A852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1FA3A7-515B-40A7-7E56-F869D000FA8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0147153-92B1-5A41-F2B9-761E48FCA4F6}"/>
              </a:ext>
            </a:extLst>
          </p:cNvPr>
          <p:cNvSpPr>
            <a:spLocks noGrp="1"/>
          </p:cNvSpPr>
          <p:nvPr>
            <p:ph type="sldNum" sz="quarter" idx="5"/>
          </p:nvPr>
        </p:nvSpPr>
        <p:spPr/>
        <p:txBody>
          <a:bodyPr/>
          <a:lstStyle/>
          <a:p>
            <a:fld id="{2E5A36BE-6307-4311-8670-04B167AD63B7}" type="slidenum">
              <a:rPr lang="en-US" smtClean="0"/>
              <a:t>3</a:t>
            </a:fld>
            <a:endParaRPr lang="en-US"/>
          </a:p>
        </p:txBody>
      </p:sp>
    </p:spTree>
    <p:extLst>
      <p:ext uri="{BB962C8B-B14F-4D97-AF65-F5344CB8AC3E}">
        <p14:creationId xmlns:p14="http://schemas.microsoft.com/office/powerpoint/2010/main" val="8960406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5CE37-4634-B3BF-E0F9-59144EF805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E6487F-0E4A-3B99-88FD-7BE6A5D9F5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D48EE2-3BD7-1BF8-25A6-2B888F0E2B8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52D5C3C-57AB-3F5A-ADA4-18E50C4965D1}"/>
              </a:ext>
            </a:extLst>
          </p:cNvPr>
          <p:cNvSpPr>
            <a:spLocks noGrp="1"/>
          </p:cNvSpPr>
          <p:nvPr>
            <p:ph type="sldNum" sz="quarter" idx="5"/>
          </p:nvPr>
        </p:nvSpPr>
        <p:spPr/>
        <p:txBody>
          <a:bodyPr/>
          <a:lstStyle/>
          <a:p>
            <a:fld id="{2E5A36BE-6307-4311-8670-04B167AD63B7}" type="slidenum">
              <a:rPr lang="en-US" smtClean="0"/>
              <a:t>4</a:t>
            </a:fld>
            <a:endParaRPr lang="en-US"/>
          </a:p>
        </p:txBody>
      </p:sp>
    </p:spTree>
    <p:extLst>
      <p:ext uri="{BB962C8B-B14F-4D97-AF65-F5344CB8AC3E}">
        <p14:creationId xmlns:p14="http://schemas.microsoft.com/office/powerpoint/2010/main" val="32098196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3FCC4-00CA-EF2A-B7F2-9DA0CA2294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D6C9F3-F00A-6A9B-2CAD-29CB47B6AA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5F5F1C-9858-33EF-2426-8181AE2AC48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7157F51-0553-F6DB-7BE1-38AD6C5D441D}"/>
              </a:ext>
            </a:extLst>
          </p:cNvPr>
          <p:cNvSpPr>
            <a:spLocks noGrp="1"/>
          </p:cNvSpPr>
          <p:nvPr>
            <p:ph type="sldNum" sz="quarter" idx="5"/>
          </p:nvPr>
        </p:nvSpPr>
        <p:spPr/>
        <p:txBody>
          <a:bodyPr/>
          <a:lstStyle/>
          <a:p>
            <a:fld id="{2E5A36BE-6307-4311-8670-04B167AD63B7}" type="slidenum">
              <a:rPr lang="en-US" smtClean="0"/>
              <a:t>5</a:t>
            </a:fld>
            <a:endParaRPr lang="en-US"/>
          </a:p>
        </p:txBody>
      </p:sp>
    </p:spTree>
    <p:extLst>
      <p:ext uri="{BB962C8B-B14F-4D97-AF65-F5344CB8AC3E}">
        <p14:creationId xmlns:p14="http://schemas.microsoft.com/office/powerpoint/2010/main" val="1894676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19900-A7DF-D61D-ADBA-504083F857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227327-C3E0-7BF0-0374-57F502421F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92E465-CBAD-2711-3C32-4A38F880A0A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9402F74-55FE-39E0-260C-0CCABBEF8BEA}"/>
              </a:ext>
            </a:extLst>
          </p:cNvPr>
          <p:cNvSpPr>
            <a:spLocks noGrp="1"/>
          </p:cNvSpPr>
          <p:nvPr>
            <p:ph type="sldNum" sz="quarter" idx="5"/>
          </p:nvPr>
        </p:nvSpPr>
        <p:spPr/>
        <p:txBody>
          <a:bodyPr/>
          <a:lstStyle/>
          <a:p>
            <a:fld id="{2E5A36BE-6307-4311-8670-04B167AD63B7}" type="slidenum">
              <a:rPr lang="en-US" smtClean="0"/>
              <a:t>6</a:t>
            </a:fld>
            <a:endParaRPr lang="en-US"/>
          </a:p>
        </p:txBody>
      </p:sp>
    </p:spTree>
    <p:extLst>
      <p:ext uri="{BB962C8B-B14F-4D97-AF65-F5344CB8AC3E}">
        <p14:creationId xmlns:p14="http://schemas.microsoft.com/office/powerpoint/2010/main" val="2790800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0E2A6-C024-B47B-AE0A-E4998DB8FA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6B779D-FF46-4A6B-B9C2-0417E562D1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8946FB-5908-8B6F-882A-13CE739ECAE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0E4269-5C04-C5E4-6C73-C0E61A845EB2}"/>
              </a:ext>
            </a:extLst>
          </p:cNvPr>
          <p:cNvSpPr>
            <a:spLocks noGrp="1"/>
          </p:cNvSpPr>
          <p:nvPr>
            <p:ph type="sldNum" sz="quarter" idx="5"/>
          </p:nvPr>
        </p:nvSpPr>
        <p:spPr/>
        <p:txBody>
          <a:bodyPr/>
          <a:lstStyle/>
          <a:p>
            <a:fld id="{2E5A36BE-6307-4311-8670-04B167AD63B7}" type="slidenum">
              <a:rPr lang="en-US" smtClean="0"/>
              <a:t>7</a:t>
            </a:fld>
            <a:endParaRPr lang="en-US"/>
          </a:p>
        </p:txBody>
      </p:sp>
    </p:spTree>
    <p:extLst>
      <p:ext uri="{BB962C8B-B14F-4D97-AF65-F5344CB8AC3E}">
        <p14:creationId xmlns:p14="http://schemas.microsoft.com/office/powerpoint/2010/main" val="24920499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01CF1-04C1-1EF7-98A1-D9B1CB18FC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E388F5-4860-22D4-908C-7ADA4770F2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1291E4-4A9A-A3AC-0F21-48D7324AE28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8D6C6E4-7401-86BF-2ECA-8F096C5F9EA5}"/>
              </a:ext>
            </a:extLst>
          </p:cNvPr>
          <p:cNvSpPr>
            <a:spLocks noGrp="1"/>
          </p:cNvSpPr>
          <p:nvPr>
            <p:ph type="sldNum" sz="quarter" idx="5"/>
          </p:nvPr>
        </p:nvSpPr>
        <p:spPr/>
        <p:txBody>
          <a:bodyPr/>
          <a:lstStyle/>
          <a:p>
            <a:fld id="{2E5A36BE-6307-4311-8670-04B167AD63B7}" type="slidenum">
              <a:rPr lang="en-US" smtClean="0"/>
              <a:t>8</a:t>
            </a:fld>
            <a:endParaRPr lang="en-US"/>
          </a:p>
        </p:txBody>
      </p:sp>
    </p:spTree>
    <p:extLst>
      <p:ext uri="{BB962C8B-B14F-4D97-AF65-F5344CB8AC3E}">
        <p14:creationId xmlns:p14="http://schemas.microsoft.com/office/powerpoint/2010/main" val="9639938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9B905-143E-7825-5E3A-0D3B23BF8A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DFF4C4-988D-52EC-9B1D-3E477B0C7D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3E2DE5-35D8-3C9D-C0F3-145F6487700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840E1F0-3E9B-1B74-5335-A5756A42585B}"/>
              </a:ext>
            </a:extLst>
          </p:cNvPr>
          <p:cNvSpPr>
            <a:spLocks noGrp="1"/>
          </p:cNvSpPr>
          <p:nvPr>
            <p:ph type="sldNum" sz="quarter" idx="5"/>
          </p:nvPr>
        </p:nvSpPr>
        <p:spPr/>
        <p:txBody>
          <a:bodyPr/>
          <a:lstStyle/>
          <a:p>
            <a:fld id="{2E5A36BE-6307-4311-8670-04B167AD63B7}" type="slidenum">
              <a:rPr lang="en-US" smtClean="0"/>
              <a:t>9</a:t>
            </a:fld>
            <a:endParaRPr lang="en-US"/>
          </a:p>
        </p:txBody>
      </p:sp>
    </p:spTree>
    <p:extLst>
      <p:ext uri="{BB962C8B-B14F-4D97-AF65-F5344CB8AC3E}">
        <p14:creationId xmlns:p14="http://schemas.microsoft.com/office/powerpoint/2010/main" val="33349930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60FD2-920E-17D4-1928-D066113449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70828F-98CB-AC43-4872-3D06DFF1C1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18A819-41E4-7A95-8C12-74BAFB4485D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F4B7FE6-15F6-1961-7F2D-FCD52498D265}"/>
              </a:ext>
            </a:extLst>
          </p:cNvPr>
          <p:cNvSpPr>
            <a:spLocks noGrp="1"/>
          </p:cNvSpPr>
          <p:nvPr>
            <p:ph type="sldNum" sz="quarter" idx="5"/>
          </p:nvPr>
        </p:nvSpPr>
        <p:spPr/>
        <p:txBody>
          <a:bodyPr/>
          <a:lstStyle/>
          <a:p>
            <a:fld id="{2E5A36BE-6307-4311-8670-04B167AD63B7}" type="slidenum">
              <a:rPr lang="en-US" smtClean="0"/>
              <a:t>10</a:t>
            </a:fld>
            <a:endParaRPr lang="en-US"/>
          </a:p>
        </p:txBody>
      </p:sp>
    </p:spTree>
    <p:extLst>
      <p:ext uri="{BB962C8B-B14F-4D97-AF65-F5344CB8AC3E}">
        <p14:creationId xmlns:p14="http://schemas.microsoft.com/office/powerpoint/2010/main" val="27733679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87CA0-797A-7BD7-F232-FBF1AD8B61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D4D3BA-CC20-7B7C-C488-C95AFA33CC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34802D-C416-92AC-D47E-D8783334ACA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1BA6A34-5870-2A59-4C30-5EC421782A8F}"/>
              </a:ext>
            </a:extLst>
          </p:cNvPr>
          <p:cNvSpPr>
            <a:spLocks noGrp="1"/>
          </p:cNvSpPr>
          <p:nvPr>
            <p:ph type="sldNum" sz="quarter" idx="5"/>
          </p:nvPr>
        </p:nvSpPr>
        <p:spPr/>
        <p:txBody>
          <a:bodyPr/>
          <a:lstStyle/>
          <a:p>
            <a:fld id="{2E5A36BE-6307-4311-8670-04B167AD63B7}" type="slidenum">
              <a:rPr lang="en-US" smtClean="0"/>
              <a:t>11</a:t>
            </a:fld>
            <a:endParaRPr lang="en-US"/>
          </a:p>
        </p:txBody>
      </p:sp>
    </p:spTree>
    <p:extLst>
      <p:ext uri="{BB962C8B-B14F-4D97-AF65-F5344CB8AC3E}">
        <p14:creationId xmlns:p14="http://schemas.microsoft.com/office/powerpoint/2010/main" val="36582298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D37EB-16E5-D56F-519A-7E605C600D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9C2FF8-8B85-9E21-3932-2F9C09B838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0755B1-EB00-754E-1482-A1A99F72E6E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82F9335-DFBE-9358-C228-A3D93EBA12AD}"/>
              </a:ext>
            </a:extLst>
          </p:cNvPr>
          <p:cNvSpPr>
            <a:spLocks noGrp="1"/>
          </p:cNvSpPr>
          <p:nvPr>
            <p:ph type="sldNum" sz="quarter" idx="5"/>
          </p:nvPr>
        </p:nvSpPr>
        <p:spPr/>
        <p:txBody>
          <a:bodyPr/>
          <a:lstStyle/>
          <a:p>
            <a:fld id="{2E5A36BE-6307-4311-8670-04B167AD63B7}" type="slidenum">
              <a:rPr lang="en-US" smtClean="0"/>
              <a:t>12</a:t>
            </a:fld>
            <a:endParaRPr lang="en-US"/>
          </a:p>
        </p:txBody>
      </p:sp>
    </p:spTree>
    <p:extLst>
      <p:ext uri="{BB962C8B-B14F-4D97-AF65-F5344CB8AC3E}">
        <p14:creationId xmlns:p14="http://schemas.microsoft.com/office/powerpoint/2010/main" val="11469366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0A55F-48F8-0102-59CE-D61AC04C12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EB793C-378D-900B-691C-BC23F29268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4E56AF-F35B-3F14-2D20-79AC73EEEB0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86D5554-B3D9-3C68-F36B-36D26DA7FF0C}"/>
              </a:ext>
            </a:extLst>
          </p:cNvPr>
          <p:cNvSpPr>
            <a:spLocks noGrp="1"/>
          </p:cNvSpPr>
          <p:nvPr>
            <p:ph type="sldNum" sz="quarter" idx="5"/>
          </p:nvPr>
        </p:nvSpPr>
        <p:spPr/>
        <p:txBody>
          <a:bodyPr/>
          <a:lstStyle/>
          <a:p>
            <a:fld id="{2E5A36BE-6307-4311-8670-04B167AD63B7}" type="slidenum">
              <a:rPr lang="en-US" smtClean="0"/>
              <a:t>13</a:t>
            </a:fld>
            <a:endParaRPr lang="en-US"/>
          </a:p>
        </p:txBody>
      </p:sp>
    </p:spTree>
    <p:extLst>
      <p:ext uri="{BB962C8B-B14F-4D97-AF65-F5344CB8AC3E}">
        <p14:creationId xmlns:p14="http://schemas.microsoft.com/office/powerpoint/2010/main" val="26001766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389D6-B5AC-AE13-1EFE-F2D30C99BF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D9F058-8A6C-3ECB-6547-7DD7871773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3B6706-A44B-C6A5-A7A7-94D96BDA1AF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7ACD180-8829-1A00-39FF-90151722821F}"/>
              </a:ext>
            </a:extLst>
          </p:cNvPr>
          <p:cNvSpPr>
            <a:spLocks noGrp="1"/>
          </p:cNvSpPr>
          <p:nvPr>
            <p:ph type="sldNum" sz="quarter" idx="5"/>
          </p:nvPr>
        </p:nvSpPr>
        <p:spPr/>
        <p:txBody>
          <a:bodyPr/>
          <a:lstStyle/>
          <a:p>
            <a:fld id="{2E5A36BE-6307-4311-8670-04B167AD63B7}" type="slidenum">
              <a:rPr lang="en-US" smtClean="0"/>
              <a:t>14</a:t>
            </a:fld>
            <a:endParaRPr lang="en-US"/>
          </a:p>
        </p:txBody>
      </p:sp>
    </p:spTree>
    <p:extLst>
      <p:ext uri="{BB962C8B-B14F-4D97-AF65-F5344CB8AC3E}">
        <p14:creationId xmlns:p14="http://schemas.microsoft.com/office/powerpoint/2010/main" val="41537574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69D4A-C4DB-ABD6-E115-FA23F211A6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38CC42-37DE-36A7-3CEC-E4D41FEADC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686812-1BF2-DEB3-6CE9-5EAD33FEB38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E6884-8B34-BD73-F459-B68A50434399}"/>
              </a:ext>
            </a:extLst>
          </p:cNvPr>
          <p:cNvSpPr>
            <a:spLocks noGrp="1"/>
          </p:cNvSpPr>
          <p:nvPr>
            <p:ph type="sldNum" sz="quarter" idx="5"/>
          </p:nvPr>
        </p:nvSpPr>
        <p:spPr/>
        <p:txBody>
          <a:bodyPr/>
          <a:lstStyle/>
          <a:p>
            <a:fld id="{2E5A36BE-6307-4311-8670-04B167AD63B7}" type="slidenum">
              <a:rPr lang="en-US" smtClean="0"/>
              <a:t>15</a:t>
            </a:fld>
            <a:endParaRPr lang="en-US"/>
          </a:p>
        </p:txBody>
      </p:sp>
    </p:spTree>
    <p:extLst>
      <p:ext uri="{BB962C8B-B14F-4D97-AF65-F5344CB8AC3E}">
        <p14:creationId xmlns:p14="http://schemas.microsoft.com/office/powerpoint/2010/main" val="34283008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A2EEF-5526-2E69-42CC-5F06E142CF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5526BC-D49D-EDB8-B4B7-CCDF7A93D1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CC272C-5B00-5739-10C0-B4BEA5D069F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7477C4E-64F0-9840-C175-27A7C3BC09D2}"/>
              </a:ext>
            </a:extLst>
          </p:cNvPr>
          <p:cNvSpPr>
            <a:spLocks noGrp="1"/>
          </p:cNvSpPr>
          <p:nvPr>
            <p:ph type="sldNum" sz="quarter" idx="5"/>
          </p:nvPr>
        </p:nvSpPr>
        <p:spPr/>
        <p:txBody>
          <a:bodyPr/>
          <a:lstStyle/>
          <a:p>
            <a:fld id="{2E5A36BE-6307-4311-8670-04B167AD63B7}" type="slidenum">
              <a:rPr lang="en-US" smtClean="0"/>
              <a:t>16</a:t>
            </a:fld>
            <a:endParaRPr lang="en-US"/>
          </a:p>
        </p:txBody>
      </p:sp>
    </p:spTree>
    <p:extLst>
      <p:ext uri="{BB962C8B-B14F-4D97-AF65-F5344CB8AC3E}">
        <p14:creationId xmlns:p14="http://schemas.microsoft.com/office/powerpoint/2010/main" val="23678329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8D74A-2115-97B1-C77D-B2B8DEDC78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5C8B78-0C97-8C20-1284-DD01788BC6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F2143E-EA64-FE67-507C-2EE4D14AD54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7D641F5-99B0-4F2C-2626-CA71E294C975}"/>
              </a:ext>
            </a:extLst>
          </p:cNvPr>
          <p:cNvSpPr>
            <a:spLocks noGrp="1"/>
          </p:cNvSpPr>
          <p:nvPr>
            <p:ph type="sldNum" sz="quarter" idx="5"/>
          </p:nvPr>
        </p:nvSpPr>
        <p:spPr/>
        <p:txBody>
          <a:bodyPr/>
          <a:lstStyle/>
          <a:p>
            <a:fld id="{2E5A36BE-6307-4311-8670-04B167AD63B7}" type="slidenum">
              <a:rPr lang="en-US" smtClean="0"/>
              <a:t>17</a:t>
            </a:fld>
            <a:endParaRPr lang="en-US"/>
          </a:p>
        </p:txBody>
      </p:sp>
    </p:spTree>
    <p:extLst>
      <p:ext uri="{BB962C8B-B14F-4D97-AF65-F5344CB8AC3E}">
        <p14:creationId xmlns:p14="http://schemas.microsoft.com/office/powerpoint/2010/main" val="9521898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80F99-8CB6-F0A6-3B4D-C15C8500BC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66DF95-3F46-CA84-4A05-1E731FE5A0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E81D8D-8EA9-D067-7CCD-65621532D17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FE20535-A81B-55EA-B4FB-A65F7AA078FC}"/>
              </a:ext>
            </a:extLst>
          </p:cNvPr>
          <p:cNvSpPr>
            <a:spLocks noGrp="1"/>
          </p:cNvSpPr>
          <p:nvPr>
            <p:ph type="sldNum" sz="quarter" idx="5"/>
          </p:nvPr>
        </p:nvSpPr>
        <p:spPr/>
        <p:txBody>
          <a:bodyPr/>
          <a:lstStyle/>
          <a:p>
            <a:fld id="{2E5A36BE-6307-4311-8670-04B167AD63B7}" type="slidenum">
              <a:rPr lang="en-US" smtClean="0"/>
              <a:t>18</a:t>
            </a:fld>
            <a:endParaRPr lang="en-US"/>
          </a:p>
        </p:txBody>
      </p:sp>
    </p:spTree>
    <p:extLst>
      <p:ext uri="{BB962C8B-B14F-4D97-AF65-F5344CB8AC3E}">
        <p14:creationId xmlns:p14="http://schemas.microsoft.com/office/powerpoint/2010/main" val="507013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159E9-470B-4B8D-A9EB-CE8AF5FBB5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AB98EB-266D-4DF3-A1C8-8FFFE70454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C3AD7FD-8146-4C92-B9C4-ABE3EDEB16D9}"/>
              </a:ext>
            </a:extLst>
          </p:cNvPr>
          <p:cNvSpPr>
            <a:spLocks noGrp="1"/>
          </p:cNvSpPr>
          <p:nvPr>
            <p:ph type="dt" sz="half" idx="10"/>
          </p:nvPr>
        </p:nvSpPr>
        <p:spPr/>
        <p:txBody>
          <a:bodyPr/>
          <a:lstStyle/>
          <a:p>
            <a:fld id="{9C4DCD19-635A-4F0C-A4D6-DCB11EE4711D}" type="datetime1">
              <a:rPr lang="en-US" smtClean="0"/>
              <a:t>3/10/2026</a:t>
            </a:fld>
            <a:endParaRPr lang="en-US"/>
          </a:p>
        </p:txBody>
      </p:sp>
      <p:sp>
        <p:nvSpPr>
          <p:cNvPr id="5" name="Footer Placeholder 4">
            <a:extLst>
              <a:ext uri="{FF2B5EF4-FFF2-40B4-BE49-F238E27FC236}">
                <a16:creationId xmlns:a16="http://schemas.microsoft.com/office/drawing/2014/main" id="{559E42B6-D644-4AA7-B4E2-53DBAD7EFAFB}"/>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C07AC68A-C2CE-47FA-BD3B-6AD5EDA234CA}"/>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879593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50891-51D6-4C6E-8AB0-50690D5D43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3F29A5-AEEE-446F-B62D-BD46C6B0CC4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A43C36-C898-4C6E-97BC-0AE2998EBA25}"/>
              </a:ext>
            </a:extLst>
          </p:cNvPr>
          <p:cNvSpPr>
            <a:spLocks noGrp="1"/>
          </p:cNvSpPr>
          <p:nvPr>
            <p:ph type="dt" sz="half" idx="10"/>
          </p:nvPr>
        </p:nvSpPr>
        <p:spPr/>
        <p:txBody>
          <a:bodyPr/>
          <a:lstStyle/>
          <a:p>
            <a:fld id="{645470BA-D41E-437D-A225-B0D8986DE2C4}" type="datetime1">
              <a:rPr lang="en-US" smtClean="0"/>
              <a:t>3/10/2026</a:t>
            </a:fld>
            <a:endParaRPr lang="en-US"/>
          </a:p>
        </p:txBody>
      </p:sp>
      <p:sp>
        <p:nvSpPr>
          <p:cNvPr id="5" name="Footer Placeholder 4">
            <a:extLst>
              <a:ext uri="{FF2B5EF4-FFF2-40B4-BE49-F238E27FC236}">
                <a16:creationId xmlns:a16="http://schemas.microsoft.com/office/drawing/2014/main" id="{44AE89BF-AA6A-4CD1-AA42-45937EB05802}"/>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ECB5DC2B-9622-4D9B-A836-9C9CE22A7DB9}"/>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537992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0BC1F-CD2C-49A7-870C-07CC917605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9C7702-4100-4CC3-A19F-474F035648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C59C34D-B46E-470D-AD50-B9B038ABFFAD}"/>
              </a:ext>
            </a:extLst>
          </p:cNvPr>
          <p:cNvSpPr>
            <a:spLocks noGrp="1"/>
          </p:cNvSpPr>
          <p:nvPr>
            <p:ph type="dt" sz="half" idx="10"/>
          </p:nvPr>
        </p:nvSpPr>
        <p:spPr/>
        <p:txBody>
          <a:bodyPr/>
          <a:lstStyle/>
          <a:p>
            <a:fld id="{20878E2B-208F-4B34-9A15-6955A3621029}" type="datetime1">
              <a:rPr lang="en-US" smtClean="0"/>
              <a:t>3/10/2026</a:t>
            </a:fld>
            <a:endParaRPr lang="en-US"/>
          </a:p>
        </p:txBody>
      </p:sp>
      <p:sp>
        <p:nvSpPr>
          <p:cNvPr id="5" name="Footer Placeholder 4">
            <a:extLst>
              <a:ext uri="{FF2B5EF4-FFF2-40B4-BE49-F238E27FC236}">
                <a16:creationId xmlns:a16="http://schemas.microsoft.com/office/drawing/2014/main" id="{8D0D28AE-EBFC-4649-8128-2B57674BC3DC}"/>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852C87D2-79FD-40C2-B5D3-73BEFDD63BD7}"/>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003285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F8DF4-CC57-4331-BAB2-274B7F4FD1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D4484E-6336-4F19-9BD1-3B91D85B75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D92305B-61F6-40D5-8511-22A203F9B23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4A3351C-4BD8-4A76-A84D-D27D42D70EB2}"/>
              </a:ext>
            </a:extLst>
          </p:cNvPr>
          <p:cNvSpPr>
            <a:spLocks noGrp="1"/>
          </p:cNvSpPr>
          <p:nvPr>
            <p:ph type="dt" sz="half" idx="10"/>
          </p:nvPr>
        </p:nvSpPr>
        <p:spPr/>
        <p:txBody>
          <a:bodyPr/>
          <a:lstStyle/>
          <a:p>
            <a:fld id="{A35B34A0-0F7C-4A42-A80B-69A32453D234}" type="datetime1">
              <a:rPr lang="en-US" smtClean="0"/>
              <a:t>3/10/2026</a:t>
            </a:fld>
            <a:endParaRPr lang="en-US"/>
          </a:p>
        </p:txBody>
      </p:sp>
      <p:sp>
        <p:nvSpPr>
          <p:cNvPr id="6" name="Footer Placeholder 5">
            <a:extLst>
              <a:ext uri="{FF2B5EF4-FFF2-40B4-BE49-F238E27FC236}">
                <a16:creationId xmlns:a16="http://schemas.microsoft.com/office/drawing/2014/main" id="{4456FA23-7C56-4373-97A9-C1E426909D83}"/>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7FB55C23-B74E-4564-83EB-E0801197213B}"/>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2218285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EF3C4-0090-4478-811F-9CEEEDF30C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F55BC3-728A-4215-938B-9F1E55DDA7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39E5F37-172D-4DDD-8695-70423D07916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6C32F7-387C-48A9-8ED2-88A2E7CD45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3A15BBF-7552-4D05-B395-22949E22337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9303D83-2EA3-43C4-8C34-C2EEB16DB25B}"/>
              </a:ext>
            </a:extLst>
          </p:cNvPr>
          <p:cNvSpPr>
            <a:spLocks noGrp="1"/>
          </p:cNvSpPr>
          <p:nvPr>
            <p:ph type="dt" sz="half" idx="10"/>
          </p:nvPr>
        </p:nvSpPr>
        <p:spPr/>
        <p:txBody>
          <a:bodyPr/>
          <a:lstStyle/>
          <a:p>
            <a:fld id="{9C05126E-3B88-4036-9F2D-FB7969B45F4A}" type="datetime1">
              <a:rPr lang="en-US" smtClean="0"/>
              <a:t>3/10/2026</a:t>
            </a:fld>
            <a:endParaRPr lang="en-US"/>
          </a:p>
        </p:txBody>
      </p:sp>
      <p:sp>
        <p:nvSpPr>
          <p:cNvPr id="8" name="Footer Placeholder 7">
            <a:extLst>
              <a:ext uri="{FF2B5EF4-FFF2-40B4-BE49-F238E27FC236}">
                <a16:creationId xmlns:a16="http://schemas.microsoft.com/office/drawing/2014/main" id="{7AED1FE8-F889-4A72-BCC1-50806FA11DFF}"/>
              </a:ext>
            </a:extLst>
          </p:cNvPr>
          <p:cNvSpPr>
            <a:spLocks noGrp="1"/>
          </p:cNvSpPr>
          <p:nvPr>
            <p:ph type="ftr" sz="quarter" idx="11"/>
          </p:nvPr>
        </p:nvSpPr>
        <p:spPr/>
        <p:txBody>
          <a:bodyPr/>
          <a:lstStyle/>
          <a:p>
            <a:r>
              <a:rPr lang="en-US"/>
              <a:t>Operating Systems</a:t>
            </a:r>
          </a:p>
        </p:txBody>
      </p:sp>
      <p:sp>
        <p:nvSpPr>
          <p:cNvPr id="9" name="Slide Number Placeholder 8">
            <a:extLst>
              <a:ext uri="{FF2B5EF4-FFF2-40B4-BE49-F238E27FC236}">
                <a16:creationId xmlns:a16="http://schemas.microsoft.com/office/drawing/2014/main" id="{7C3B86BC-226A-4A98-951A-01BC13DB05CA}"/>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146176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21E2B-54B4-4FD9-BC1F-9E86C9F08C7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BDDD7E-C2A1-425A-9C02-69453F7A5E87}"/>
              </a:ext>
            </a:extLst>
          </p:cNvPr>
          <p:cNvSpPr>
            <a:spLocks noGrp="1"/>
          </p:cNvSpPr>
          <p:nvPr>
            <p:ph type="dt" sz="half" idx="10"/>
          </p:nvPr>
        </p:nvSpPr>
        <p:spPr/>
        <p:txBody>
          <a:bodyPr/>
          <a:lstStyle/>
          <a:p>
            <a:fld id="{046584BB-C434-4F3E-BD0C-56FCD0B24816}" type="datetime1">
              <a:rPr lang="en-US" smtClean="0"/>
              <a:t>3/10/2026</a:t>
            </a:fld>
            <a:endParaRPr lang="en-US"/>
          </a:p>
        </p:txBody>
      </p:sp>
      <p:sp>
        <p:nvSpPr>
          <p:cNvPr id="4" name="Footer Placeholder 3">
            <a:extLst>
              <a:ext uri="{FF2B5EF4-FFF2-40B4-BE49-F238E27FC236}">
                <a16:creationId xmlns:a16="http://schemas.microsoft.com/office/drawing/2014/main" id="{A32E4A64-28DA-4BCB-903B-0C2AB5DD43F0}"/>
              </a:ext>
            </a:extLst>
          </p:cNvPr>
          <p:cNvSpPr>
            <a:spLocks noGrp="1"/>
          </p:cNvSpPr>
          <p:nvPr>
            <p:ph type="ftr" sz="quarter" idx="11"/>
          </p:nvPr>
        </p:nvSpPr>
        <p:spPr/>
        <p:txBody>
          <a:bodyPr/>
          <a:lstStyle/>
          <a:p>
            <a:r>
              <a:rPr lang="en-US"/>
              <a:t>Operating Systems</a:t>
            </a:r>
          </a:p>
        </p:txBody>
      </p:sp>
      <p:sp>
        <p:nvSpPr>
          <p:cNvPr id="5" name="Slide Number Placeholder 4">
            <a:extLst>
              <a:ext uri="{FF2B5EF4-FFF2-40B4-BE49-F238E27FC236}">
                <a16:creationId xmlns:a16="http://schemas.microsoft.com/office/drawing/2014/main" id="{1362EF47-4BAF-438E-BFF8-6C806F186CFC}"/>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29767900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42DD21-4658-405D-B2C3-9B85D3D77813}"/>
              </a:ext>
            </a:extLst>
          </p:cNvPr>
          <p:cNvSpPr>
            <a:spLocks noGrp="1"/>
          </p:cNvSpPr>
          <p:nvPr>
            <p:ph type="dt" sz="half" idx="10"/>
          </p:nvPr>
        </p:nvSpPr>
        <p:spPr/>
        <p:txBody>
          <a:bodyPr/>
          <a:lstStyle/>
          <a:p>
            <a:fld id="{E76BBA68-3361-4BBC-8467-F2FA7738ABD3}" type="datetime1">
              <a:rPr lang="en-US" smtClean="0"/>
              <a:t>3/10/2026</a:t>
            </a:fld>
            <a:endParaRPr lang="en-US"/>
          </a:p>
        </p:txBody>
      </p:sp>
      <p:sp>
        <p:nvSpPr>
          <p:cNvPr id="3" name="Footer Placeholder 2">
            <a:extLst>
              <a:ext uri="{FF2B5EF4-FFF2-40B4-BE49-F238E27FC236}">
                <a16:creationId xmlns:a16="http://schemas.microsoft.com/office/drawing/2014/main" id="{0B8F90DF-D196-4982-9379-A12FD1999FB9}"/>
              </a:ext>
            </a:extLst>
          </p:cNvPr>
          <p:cNvSpPr>
            <a:spLocks noGrp="1"/>
          </p:cNvSpPr>
          <p:nvPr>
            <p:ph type="ftr" sz="quarter" idx="11"/>
          </p:nvPr>
        </p:nvSpPr>
        <p:spPr/>
        <p:txBody>
          <a:bodyPr/>
          <a:lstStyle/>
          <a:p>
            <a:r>
              <a:rPr lang="en-US"/>
              <a:t>Operating Systems</a:t>
            </a:r>
          </a:p>
        </p:txBody>
      </p:sp>
      <p:sp>
        <p:nvSpPr>
          <p:cNvPr id="4" name="Slide Number Placeholder 3">
            <a:extLst>
              <a:ext uri="{FF2B5EF4-FFF2-40B4-BE49-F238E27FC236}">
                <a16:creationId xmlns:a16="http://schemas.microsoft.com/office/drawing/2014/main" id="{D9CC7654-80F7-4116-966D-2D3D2BC2ACFC}"/>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27915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29B0E-9BD9-44D9-9399-CB449D112C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4051D0-651F-4845-8890-5B610674DD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582CB8-8E30-4092-BCE6-75EE6CE567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78DC2B3-BBD0-4E62-99CD-DCB9D3F5E479}"/>
              </a:ext>
            </a:extLst>
          </p:cNvPr>
          <p:cNvSpPr>
            <a:spLocks noGrp="1"/>
          </p:cNvSpPr>
          <p:nvPr>
            <p:ph type="dt" sz="half" idx="10"/>
          </p:nvPr>
        </p:nvSpPr>
        <p:spPr/>
        <p:txBody>
          <a:bodyPr/>
          <a:lstStyle/>
          <a:p>
            <a:fld id="{91E3D98D-6704-4670-8FDC-09111D656BD4}" type="datetime1">
              <a:rPr lang="en-US" smtClean="0"/>
              <a:t>3/10/2026</a:t>
            </a:fld>
            <a:endParaRPr lang="en-US"/>
          </a:p>
        </p:txBody>
      </p:sp>
      <p:sp>
        <p:nvSpPr>
          <p:cNvPr id="6" name="Footer Placeholder 5">
            <a:extLst>
              <a:ext uri="{FF2B5EF4-FFF2-40B4-BE49-F238E27FC236}">
                <a16:creationId xmlns:a16="http://schemas.microsoft.com/office/drawing/2014/main" id="{D21A16E1-26F2-4022-9090-75A0FEB23F99}"/>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99AF83AA-1CE6-4EEA-8163-A440E285C78D}"/>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314790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22C12-A56B-46B7-9523-4E7765EBAF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6818F4B-7FBD-449C-9D81-7D29213753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9D3098B-08EB-4860-ACC2-E8D7BEB693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AAD0008-6CA4-4B93-8BDC-7B7AA42F6380}"/>
              </a:ext>
            </a:extLst>
          </p:cNvPr>
          <p:cNvSpPr>
            <a:spLocks noGrp="1"/>
          </p:cNvSpPr>
          <p:nvPr>
            <p:ph type="dt" sz="half" idx="10"/>
          </p:nvPr>
        </p:nvSpPr>
        <p:spPr/>
        <p:txBody>
          <a:bodyPr/>
          <a:lstStyle/>
          <a:p>
            <a:fld id="{04EA7458-5FA4-458B-AACF-1E599ACFA24A}" type="datetime1">
              <a:rPr lang="en-US" smtClean="0"/>
              <a:t>3/10/2026</a:t>
            </a:fld>
            <a:endParaRPr lang="en-US"/>
          </a:p>
        </p:txBody>
      </p:sp>
      <p:sp>
        <p:nvSpPr>
          <p:cNvPr id="6" name="Footer Placeholder 5">
            <a:extLst>
              <a:ext uri="{FF2B5EF4-FFF2-40B4-BE49-F238E27FC236}">
                <a16:creationId xmlns:a16="http://schemas.microsoft.com/office/drawing/2014/main" id="{19E3AF11-361E-4FC8-B142-5CFE9169A0FA}"/>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4BA3C41B-7EB8-4600-BEBB-0A45CF654E57}"/>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540128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47D78-2A6F-4D0E-822D-7539139C55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D071C0-3DC6-4B14-9F13-2FB2DD4268F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AB5082-8A34-496B-8055-45C8486F18A9}"/>
              </a:ext>
            </a:extLst>
          </p:cNvPr>
          <p:cNvSpPr>
            <a:spLocks noGrp="1"/>
          </p:cNvSpPr>
          <p:nvPr>
            <p:ph type="dt" sz="half" idx="10"/>
          </p:nvPr>
        </p:nvSpPr>
        <p:spPr/>
        <p:txBody>
          <a:bodyPr/>
          <a:lstStyle/>
          <a:p>
            <a:fld id="{99A94FA3-AC9C-4633-82C6-62F4B42E9A78}" type="datetime1">
              <a:rPr lang="en-US" smtClean="0"/>
              <a:t>3/10/2026</a:t>
            </a:fld>
            <a:endParaRPr lang="en-US"/>
          </a:p>
        </p:txBody>
      </p:sp>
      <p:sp>
        <p:nvSpPr>
          <p:cNvPr id="5" name="Footer Placeholder 4">
            <a:extLst>
              <a:ext uri="{FF2B5EF4-FFF2-40B4-BE49-F238E27FC236}">
                <a16:creationId xmlns:a16="http://schemas.microsoft.com/office/drawing/2014/main" id="{B2FC4C49-FC80-44C6-AC99-7EF245F8F8A5}"/>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344B58D9-582A-4781-9C1A-4D75E5074D26}"/>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1241642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AB2E5F-7BB4-42F5-B4AA-7F999C225F6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4130C69-8C0C-4E02-AB30-8518634C9F9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E9A658-BB07-4BF1-B2A6-B1BA2897B3F9}"/>
              </a:ext>
            </a:extLst>
          </p:cNvPr>
          <p:cNvSpPr>
            <a:spLocks noGrp="1"/>
          </p:cNvSpPr>
          <p:nvPr>
            <p:ph type="dt" sz="half" idx="10"/>
          </p:nvPr>
        </p:nvSpPr>
        <p:spPr/>
        <p:txBody>
          <a:bodyPr/>
          <a:lstStyle/>
          <a:p>
            <a:fld id="{91274142-9EFA-4C85-84A3-BE41724A2D18}" type="datetime1">
              <a:rPr lang="en-US" smtClean="0"/>
              <a:t>3/10/2026</a:t>
            </a:fld>
            <a:endParaRPr lang="en-US"/>
          </a:p>
        </p:txBody>
      </p:sp>
      <p:sp>
        <p:nvSpPr>
          <p:cNvPr id="5" name="Footer Placeholder 4">
            <a:extLst>
              <a:ext uri="{FF2B5EF4-FFF2-40B4-BE49-F238E27FC236}">
                <a16:creationId xmlns:a16="http://schemas.microsoft.com/office/drawing/2014/main" id="{6F6DF58F-2272-487B-A973-40A781C314D5}"/>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73302C37-591F-410C-B5AA-8C515F26CE14}"/>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919061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61D8EC-B3EC-45B8-80A9-EB2955321E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BE5CB1-9A52-407D-9714-6B719FE978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07748-238B-4EDD-8118-BD7336FFF0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5EB07D-1FD2-40D5-B059-0935C37A919D}" type="datetime1">
              <a:rPr lang="en-US" smtClean="0"/>
              <a:t>3/10/2026</a:t>
            </a:fld>
            <a:endParaRPr lang="en-US"/>
          </a:p>
        </p:txBody>
      </p:sp>
      <p:sp>
        <p:nvSpPr>
          <p:cNvPr id="5" name="Footer Placeholder 4">
            <a:extLst>
              <a:ext uri="{FF2B5EF4-FFF2-40B4-BE49-F238E27FC236}">
                <a16:creationId xmlns:a16="http://schemas.microsoft.com/office/drawing/2014/main" id="{109277D7-910E-4130-B9EE-C5EFBB05E5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Operating Systems</a:t>
            </a:r>
          </a:p>
        </p:txBody>
      </p:sp>
      <p:sp>
        <p:nvSpPr>
          <p:cNvPr id="6" name="Slide Number Placeholder 5">
            <a:extLst>
              <a:ext uri="{FF2B5EF4-FFF2-40B4-BE49-F238E27FC236}">
                <a16:creationId xmlns:a16="http://schemas.microsoft.com/office/drawing/2014/main" id="{62CDCC63-9F16-4EEB-858E-FC2CFC17CF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8559AE-1842-40A5-A2A9-0518F39FD1A9}" type="slidenum">
              <a:rPr lang="en-US" smtClean="0"/>
              <a:t>‹#›</a:t>
            </a:fld>
            <a:endParaRPr lang="en-US"/>
          </a:p>
        </p:txBody>
      </p:sp>
    </p:spTree>
    <p:extLst>
      <p:ext uri="{BB962C8B-B14F-4D97-AF65-F5344CB8AC3E}">
        <p14:creationId xmlns:p14="http://schemas.microsoft.com/office/powerpoint/2010/main" val="34217283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870F2-A17E-4535-8ECE-F608007055B7}"/>
              </a:ext>
            </a:extLst>
          </p:cNvPr>
          <p:cNvSpPr>
            <a:spLocks noGrp="1"/>
          </p:cNvSpPr>
          <p:nvPr>
            <p:ph type="ctrTitle"/>
          </p:nvPr>
        </p:nvSpPr>
        <p:spPr>
          <a:xfrm>
            <a:off x="1524000" y="1711835"/>
            <a:ext cx="9144000" cy="2387600"/>
          </a:xfrm>
        </p:spPr>
        <p:txBody>
          <a:bodyPr>
            <a:normAutofit/>
          </a:bodyPr>
          <a:lstStyle/>
          <a:p>
            <a:r>
              <a:rPr lang="en-US"/>
              <a:t>Software Engineering</a:t>
            </a:r>
            <a:br>
              <a:rPr lang="en-US"/>
            </a:br>
            <a:r>
              <a:rPr lang="en-US" sz="4000"/>
              <a:t>(CS3201)</a:t>
            </a:r>
            <a:br>
              <a:rPr lang="en-US" sz="4000">
                <a:ea typeface="Calibri Light"/>
                <a:cs typeface="Calibri Light"/>
              </a:rPr>
            </a:br>
            <a:r>
              <a:rPr lang="en-US" sz="2400">
                <a:ea typeface="Calibri Light"/>
                <a:cs typeface="Calibri Light"/>
              </a:rPr>
              <a:t>System Models</a:t>
            </a:r>
            <a:br>
              <a:rPr lang="en-US"/>
            </a:br>
            <a:endParaRPr lang="en-US" sz="4000">
              <a:cs typeface="Calibri Light"/>
            </a:endParaRPr>
          </a:p>
        </p:txBody>
      </p:sp>
      <p:sp>
        <p:nvSpPr>
          <p:cNvPr id="3" name="Subtitle 2">
            <a:extLst>
              <a:ext uri="{FF2B5EF4-FFF2-40B4-BE49-F238E27FC236}">
                <a16:creationId xmlns:a16="http://schemas.microsoft.com/office/drawing/2014/main" id="{445A8E92-73AA-4E3A-9516-63C46A8A4304}"/>
              </a:ext>
            </a:extLst>
          </p:cNvPr>
          <p:cNvSpPr>
            <a:spLocks noGrp="1"/>
          </p:cNvSpPr>
          <p:nvPr>
            <p:ph type="subTitle" idx="1"/>
          </p:nvPr>
        </p:nvSpPr>
        <p:spPr>
          <a:xfrm>
            <a:off x="1524000" y="3960626"/>
            <a:ext cx="9144000" cy="1655762"/>
          </a:xfrm>
        </p:spPr>
        <p:txBody>
          <a:bodyPr/>
          <a:lstStyle/>
          <a:p>
            <a:r>
              <a:rPr lang="en-US"/>
              <a:t>Avinash</a:t>
            </a:r>
          </a:p>
        </p:txBody>
      </p:sp>
      <p:pic>
        <p:nvPicPr>
          <p:cNvPr id="5" name="Picture 4">
            <a:extLst>
              <a:ext uri="{FF2B5EF4-FFF2-40B4-BE49-F238E27FC236}">
                <a16:creationId xmlns:a16="http://schemas.microsoft.com/office/drawing/2014/main" id="{ED6C0CC1-7E7A-46BB-AEDF-E956EA6F04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7575" y="5235388"/>
            <a:ext cx="5276850" cy="762000"/>
          </a:xfrm>
          <a:prstGeom prst="rect">
            <a:avLst/>
          </a:prstGeom>
        </p:spPr>
      </p:pic>
    </p:spTree>
    <p:extLst>
      <p:ext uri="{BB962C8B-B14F-4D97-AF65-F5344CB8AC3E}">
        <p14:creationId xmlns:p14="http://schemas.microsoft.com/office/powerpoint/2010/main" val="1540275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DDFA2-0F4C-0EA2-798F-D6A5311D5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EA47B4-E3C2-3296-7380-E7CEADD60F53}"/>
              </a:ext>
            </a:extLst>
          </p:cNvPr>
          <p:cNvSpPr>
            <a:spLocks noGrp="1"/>
          </p:cNvSpPr>
          <p:nvPr>
            <p:ph type="title"/>
          </p:nvPr>
        </p:nvSpPr>
        <p:spPr/>
        <p:txBody>
          <a:bodyPr/>
          <a:lstStyle/>
          <a:p>
            <a:r>
              <a:rPr lang="en-GB">
                <a:ea typeface="Calibri Light"/>
                <a:cs typeface="Calibri Light"/>
              </a:rPr>
              <a:t>Recap</a:t>
            </a:r>
            <a:endParaRPr lang="en-US"/>
          </a:p>
        </p:txBody>
      </p:sp>
      <p:sp>
        <p:nvSpPr>
          <p:cNvPr id="3" name="Content Placeholder 2">
            <a:extLst>
              <a:ext uri="{FF2B5EF4-FFF2-40B4-BE49-F238E27FC236}">
                <a16:creationId xmlns:a16="http://schemas.microsoft.com/office/drawing/2014/main" id="{31932857-BFC7-D9FE-C8F3-E1C975AD4542}"/>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Calibri" panose="020F0502020204030204"/>
                <a:cs typeface="Calibri"/>
              </a:rPr>
              <a:t>In last week's lectures, we looked at Context models and Structural models</a:t>
            </a:r>
            <a:endParaRPr lang="en-US" dirty="0"/>
          </a:p>
          <a:p>
            <a:r>
              <a:rPr lang="en-US" b="1" dirty="0">
                <a:ea typeface="Calibri" panose="020F0502020204030204"/>
                <a:cs typeface="Calibri"/>
              </a:rPr>
              <a:t>Context model</a:t>
            </a:r>
            <a:r>
              <a:rPr lang="en-US" dirty="0">
                <a:ea typeface="Calibri" panose="020F0502020204030204"/>
                <a:cs typeface="Calibri"/>
              </a:rPr>
              <a:t>: Helps decide system boundaries, what is and what is not part of a system</a:t>
            </a:r>
          </a:p>
          <a:p>
            <a:r>
              <a:rPr lang="en-US" b="1" dirty="0">
                <a:ea typeface="Calibri" panose="020F0502020204030204"/>
                <a:cs typeface="Calibri"/>
              </a:rPr>
              <a:t>Structural model</a:t>
            </a:r>
            <a:r>
              <a:rPr lang="en-US" dirty="0">
                <a:ea typeface="Calibri" panose="020F0502020204030204"/>
                <a:cs typeface="Calibri"/>
              </a:rPr>
              <a:t>: Helps display the organization of the system in terms of the components that make up the system and their relationships</a:t>
            </a:r>
          </a:p>
          <a:p>
            <a:endParaRPr lang="en-US">
              <a:ea typeface="Calibri" panose="020F0502020204030204"/>
              <a:cs typeface="Calibri"/>
            </a:endParaRPr>
          </a:p>
          <a:p>
            <a:r>
              <a:rPr lang="en-US" dirty="0">
                <a:ea typeface="Calibri" panose="020F0502020204030204"/>
                <a:cs typeface="Calibri"/>
              </a:rPr>
              <a:t>Today, we will look at the remaining models (</a:t>
            </a:r>
            <a:r>
              <a:rPr lang="en-US" dirty="0">
                <a:highlight>
                  <a:srgbClr val="FFFF00"/>
                </a:highlight>
                <a:ea typeface="Calibri" panose="020F0502020204030204"/>
                <a:cs typeface="Calibri"/>
              </a:rPr>
              <a:t>interaction</a:t>
            </a:r>
            <a:r>
              <a:rPr lang="en-US" dirty="0">
                <a:ea typeface="Calibri" panose="020F0502020204030204"/>
                <a:cs typeface="Calibri"/>
              </a:rPr>
              <a:t> and </a:t>
            </a:r>
            <a:r>
              <a:rPr lang="en-US" dirty="0">
                <a:highlight>
                  <a:srgbClr val="FFFF00"/>
                </a:highlight>
                <a:ea typeface="Calibri" panose="020F0502020204030204"/>
                <a:cs typeface="Calibri"/>
              </a:rPr>
              <a:t>behavioral</a:t>
            </a:r>
            <a:r>
              <a:rPr lang="en-US" dirty="0">
                <a:ea typeface="Calibri" panose="020F0502020204030204"/>
                <a:cs typeface="Calibri"/>
              </a:rPr>
              <a:t> models)</a:t>
            </a:r>
          </a:p>
          <a:p>
            <a:endParaRPr lang="en-US">
              <a:ea typeface="Calibri" panose="020F0502020204030204"/>
              <a:cs typeface="Calibri"/>
            </a:endParaRPr>
          </a:p>
          <a:p>
            <a:endParaRPr lang="en-US">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194D6C0C-ECEF-4AD0-EAFC-A8CB3D65F3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24B2F9D8-B663-DF0A-85E9-E59838CF14AA}"/>
              </a:ext>
            </a:extLst>
          </p:cNvPr>
          <p:cNvSpPr>
            <a:spLocks noGrp="1"/>
          </p:cNvSpPr>
          <p:nvPr>
            <p:ph type="sldNum" sz="quarter" idx="12"/>
          </p:nvPr>
        </p:nvSpPr>
        <p:spPr/>
        <p:txBody>
          <a:bodyPr/>
          <a:lstStyle/>
          <a:p>
            <a:fld id="{008559AE-1842-40A5-A2A9-0518F39FD1A9}" type="slidenum">
              <a:rPr lang="en-US" smtClean="0"/>
              <a:t>2</a:t>
            </a:fld>
            <a:endParaRPr lang="en-GB"/>
          </a:p>
        </p:txBody>
      </p:sp>
      <p:sp>
        <p:nvSpPr>
          <p:cNvPr id="7" name="Footer Placeholder 6">
            <a:extLst>
              <a:ext uri="{FF2B5EF4-FFF2-40B4-BE49-F238E27FC236}">
                <a16:creationId xmlns:a16="http://schemas.microsoft.com/office/drawing/2014/main" id="{7257817C-3D36-9987-7EA5-CA8E3617F915}"/>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8111693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CA91A-26FF-7479-9D95-ABFD5F4DDA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7432CB-8EEB-212A-37CE-13EEEEAD8DAF}"/>
              </a:ext>
            </a:extLst>
          </p:cNvPr>
          <p:cNvSpPr>
            <a:spLocks noGrp="1"/>
          </p:cNvSpPr>
          <p:nvPr>
            <p:ph type="title"/>
          </p:nvPr>
        </p:nvSpPr>
        <p:spPr/>
        <p:txBody>
          <a:bodyPr/>
          <a:lstStyle/>
          <a:p>
            <a:r>
              <a:rPr lang="en-US"/>
              <a:t> </a:t>
            </a:r>
          </a:p>
        </p:txBody>
      </p:sp>
      <p:sp>
        <p:nvSpPr>
          <p:cNvPr id="3" name="Content Placeholder 2">
            <a:extLst>
              <a:ext uri="{FF2B5EF4-FFF2-40B4-BE49-F238E27FC236}">
                <a16:creationId xmlns:a16="http://schemas.microsoft.com/office/drawing/2014/main" id="{96E9C779-DF31-3741-3B77-D003BD44266C}"/>
              </a:ext>
            </a:extLst>
          </p:cNvPr>
          <p:cNvSpPr>
            <a:spLocks noGrp="1"/>
          </p:cNvSpPr>
          <p:nvPr>
            <p:ph idx="1"/>
          </p:nvPr>
        </p:nvSpPr>
        <p:spPr>
          <a:xfrm>
            <a:off x="838200" y="1690328"/>
            <a:ext cx="10515600" cy="4633173"/>
          </a:xfrm>
        </p:spPr>
        <p:txBody>
          <a:bodyPr vert="horz" lIns="91440" tIns="45720" rIns="91440" bIns="45720" rtlCol="0" anchor="t">
            <a:normAutofit/>
          </a:bodyPr>
          <a:lstStyle/>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r>
              <a:rPr lang="en-US" sz="4000">
                <a:ea typeface="Calibri"/>
                <a:cs typeface="Calibri"/>
              </a:rPr>
              <a:t>System Models continued...</a:t>
            </a: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FE5B61B7-1E3A-26A3-8BAF-21276D72B5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551A60A3-6232-A32F-85ED-8C6CFAADF69A}"/>
              </a:ext>
            </a:extLst>
          </p:cNvPr>
          <p:cNvSpPr>
            <a:spLocks noGrp="1"/>
          </p:cNvSpPr>
          <p:nvPr>
            <p:ph type="sldNum" sz="quarter" idx="12"/>
          </p:nvPr>
        </p:nvSpPr>
        <p:spPr/>
        <p:txBody>
          <a:bodyPr/>
          <a:lstStyle/>
          <a:p>
            <a:fld id="{008559AE-1842-40A5-A2A9-0518F39FD1A9}" type="slidenum">
              <a:rPr lang="en-US" smtClean="0"/>
              <a:t>3</a:t>
            </a:fld>
            <a:endParaRPr lang="en-GB"/>
          </a:p>
        </p:txBody>
      </p:sp>
      <p:sp>
        <p:nvSpPr>
          <p:cNvPr id="7" name="Footer Placeholder 6">
            <a:extLst>
              <a:ext uri="{FF2B5EF4-FFF2-40B4-BE49-F238E27FC236}">
                <a16:creationId xmlns:a16="http://schemas.microsoft.com/office/drawing/2014/main" id="{495DC561-4971-43EF-A66B-151AC6DF05B1}"/>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012470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444F7-BDCB-95FE-E590-28879ABE31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ED248E-235C-2C9F-86E6-FFE7D5586919}"/>
              </a:ext>
            </a:extLst>
          </p:cNvPr>
          <p:cNvSpPr>
            <a:spLocks noGrp="1"/>
          </p:cNvSpPr>
          <p:nvPr>
            <p:ph type="title"/>
          </p:nvPr>
        </p:nvSpPr>
        <p:spPr/>
        <p:txBody>
          <a:bodyPr/>
          <a:lstStyle/>
          <a:p>
            <a:r>
              <a:rPr lang="en-GB">
                <a:ea typeface="Calibri Light"/>
                <a:cs typeface="Calibri Light"/>
              </a:rPr>
              <a:t>Interaction Models</a:t>
            </a:r>
            <a:endParaRPr lang="en-US"/>
          </a:p>
        </p:txBody>
      </p:sp>
      <p:sp>
        <p:nvSpPr>
          <p:cNvPr id="3" name="Content Placeholder 2">
            <a:extLst>
              <a:ext uri="{FF2B5EF4-FFF2-40B4-BE49-F238E27FC236}">
                <a16:creationId xmlns:a16="http://schemas.microsoft.com/office/drawing/2014/main" id="{29BD426B-01FE-6A79-FB41-404DC71E5937}"/>
              </a:ext>
            </a:extLst>
          </p:cNvPr>
          <p:cNvSpPr>
            <a:spLocks noGrp="1"/>
          </p:cNvSpPr>
          <p:nvPr>
            <p:ph idx="1"/>
          </p:nvPr>
        </p:nvSpPr>
        <p:spPr>
          <a:xfrm>
            <a:off x="838200" y="1510219"/>
            <a:ext cx="10515600" cy="5031147"/>
          </a:xfrm>
        </p:spPr>
        <p:txBody>
          <a:bodyPr vert="horz" lIns="91440" tIns="45720" rIns="91440" bIns="45720" rtlCol="0" anchor="t">
            <a:normAutofit lnSpcReduction="10000"/>
          </a:bodyPr>
          <a:lstStyle/>
          <a:p>
            <a:r>
              <a:rPr lang="en-US" dirty="0">
                <a:ea typeface="+mn-lt"/>
                <a:cs typeface="+mn-lt"/>
              </a:rPr>
              <a:t>All systems involve interaction of some kind</a:t>
            </a:r>
            <a:endParaRPr lang="en-US" dirty="0">
              <a:ea typeface="Calibri" panose="020F0502020204030204"/>
              <a:cs typeface="Calibri"/>
            </a:endParaRPr>
          </a:p>
          <a:p>
            <a:r>
              <a:rPr lang="en-US" dirty="0">
                <a:ea typeface="Calibri" panose="020F0502020204030204"/>
                <a:cs typeface="Calibri"/>
              </a:rPr>
              <a:t>Types:</a:t>
            </a:r>
          </a:p>
          <a:p>
            <a:pPr lvl="1"/>
            <a:r>
              <a:rPr lang="en-US">
                <a:ea typeface="Calibri" panose="020F0502020204030204"/>
                <a:cs typeface="Calibri"/>
              </a:rPr>
              <a:t>User interaction (involves user inputs and outputs)</a:t>
            </a:r>
          </a:p>
          <a:p>
            <a:pPr lvl="1"/>
            <a:r>
              <a:rPr lang="en-US" dirty="0">
                <a:ea typeface="Calibri" panose="020F0502020204030204"/>
                <a:cs typeface="Calibri"/>
              </a:rPr>
              <a:t>Between system and environment (other systems)</a:t>
            </a:r>
          </a:p>
          <a:p>
            <a:pPr lvl="1"/>
            <a:r>
              <a:rPr lang="en-US" dirty="0">
                <a:ea typeface="Calibri" panose="020F0502020204030204"/>
                <a:cs typeface="Calibri"/>
              </a:rPr>
              <a:t>Between components of a software system</a:t>
            </a:r>
          </a:p>
          <a:p>
            <a:r>
              <a:rPr lang="en-US" dirty="0">
                <a:ea typeface="+mn-lt"/>
                <a:cs typeface="+mn-lt"/>
              </a:rPr>
              <a:t>Importance:</a:t>
            </a:r>
          </a:p>
          <a:p>
            <a:pPr lvl="1"/>
            <a:r>
              <a:rPr lang="en-US" dirty="0">
                <a:highlight>
                  <a:srgbClr val="FFFF00"/>
                </a:highlight>
                <a:ea typeface="+mn-lt"/>
                <a:cs typeface="+mn-lt"/>
              </a:rPr>
              <a:t>User interaction modeling</a:t>
            </a:r>
            <a:r>
              <a:rPr lang="en-US" dirty="0">
                <a:ea typeface="+mn-lt"/>
                <a:cs typeface="+mn-lt"/>
              </a:rPr>
              <a:t> is important as it helps identify user requirements – </a:t>
            </a:r>
            <a:r>
              <a:rPr lang="en-US" dirty="0">
                <a:highlight>
                  <a:srgbClr val="FFFF00"/>
                </a:highlight>
                <a:ea typeface="+mn-lt"/>
                <a:cs typeface="+mn-lt"/>
              </a:rPr>
              <a:t>what user wants to achieve from interaction, how they will interact</a:t>
            </a:r>
            <a:endParaRPr lang="en-US">
              <a:highlight>
                <a:srgbClr val="FFFF00"/>
              </a:highlight>
              <a:ea typeface="Calibri" panose="020F0502020204030204"/>
              <a:cs typeface="Calibri"/>
            </a:endParaRPr>
          </a:p>
          <a:p>
            <a:pPr lvl="1"/>
            <a:r>
              <a:rPr lang="en-US" dirty="0">
                <a:ea typeface="+mn-lt"/>
                <a:cs typeface="+mn-lt"/>
              </a:rPr>
              <a:t>Modeling </a:t>
            </a:r>
            <a:r>
              <a:rPr lang="en-US" dirty="0">
                <a:highlight>
                  <a:srgbClr val="FFFF00"/>
                </a:highlight>
                <a:ea typeface="+mn-lt"/>
                <a:cs typeface="+mn-lt"/>
              </a:rPr>
              <a:t>system-to-system interaction</a:t>
            </a:r>
            <a:r>
              <a:rPr lang="en-US" dirty="0">
                <a:ea typeface="+mn-lt"/>
                <a:cs typeface="+mn-lt"/>
              </a:rPr>
              <a:t> highlights the communication problems that may arise – </a:t>
            </a:r>
            <a:r>
              <a:rPr lang="en-US" dirty="0">
                <a:highlight>
                  <a:srgbClr val="FFFF00"/>
                </a:highlight>
                <a:ea typeface="+mn-lt"/>
                <a:cs typeface="+mn-lt"/>
              </a:rPr>
              <a:t>at the interface level</a:t>
            </a:r>
          </a:p>
          <a:p>
            <a:pPr lvl="1"/>
            <a:r>
              <a:rPr lang="en-US" dirty="0">
                <a:ea typeface="+mn-lt"/>
                <a:cs typeface="+mn-lt"/>
              </a:rPr>
              <a:t>Modeling </a:t>
            </a:r>
            <a:r>
              <a:rPr lang="en-US" dirty="0">
                <a:highlight>
                  <a:srgbClr val="FFFF00"/>
                </a:highlight>
                <a:ea typeface="+mn-lt"/>
                <a:cs typeface="+mn-lt"/>
              </a:rPr>
              <a:t>component interaction</a:t>
            </a:r>
            <a:r>
              <a:rPr lang="en-US" dirty="0">
                <a:ea typeface="+mn-lt"/>
                <a:cs typeface="+mn-lt"/>
              </a:rPr>
              <a:t> helps us </a:t>
            </a:r>
            <a:r>
              <a:rPr lang="en-US" dirty="0">
                <a:highlight>
                  <a:srgbClr val="FFFF00"/>
                </a:highlight>
                <a:ea typeface="+mn-lt"/>
                <a:cs typeface="+mn-lt"/>
              </a:rPr>
              <a:t>understand</a:t>
            </a:r>
            <a:r>
              <a:rPr lang="en-US" dirty="0">
                <a:ea typeface="+mn-lt"/>
                <a:cs typeface="+mn-lt"/>
              </a:rPr>
              <a:t> if a proposed system structure is likely to deliver the r</a:t>
            </a:r>
            <a:r>
              <a:rPr lang="en-US" dirty="0">
                <a:highlight>
                  <a:srgbClr val="FFFF00"/>
                </a:highlight>
                <a:ea typeface="+mn-lt"/>
                <a:cs typeface="+mn-lt"/>
              </a:rPr>
              <a:t>equired system performance and dependability</a:t>
            </a:r>
            <a:r>
              <a:rPr lang="en-US" dirty="0">
                <a:ea typeface="+mn-lt"/>
                <a:cs typeface="+mn-lt"/>
              </a:rPr>
              <a:t> – is your design good enough?</a:t>
            </a:r>
            <a:endParaRPr lang="en-US" dirty="0">
              <a:ea typeface="Calibri" panose="020F0502020204030204"/>
              <a:cs typeface="Calibri"/>
            </a:endParaRPr>
          </a:p>
          <a:p>
            <a:endParaRPr lang="en-US">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BB3DAC13-0D16-2DB1-080D-657CDE2AAE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18580A80-2CDB-8E1D-57C4-DC8463447B7C}"/>
              </a:ext>
            </a:extLst>
          </p:cNvPr>
          <p:cNvSpPr>
            <a:spLocks noGrp="1"/>
          </p:cNvSpPr>
          <p:nvPr>
            <p:ph type="sldNum" sz="quarter" idx="12"/>
          </p:nvPr>
        </p:nvSpPr>
        <p:spPr/>
        <p:txBody>
          <a:bodyPr/>
          <a:lstStyle/>
          <a:p>
            <a:fld id="{008559AE-1842-40A5-A2A9-0518F39FD1A9}" type="slidenum">
              <a:rPr lang="en-US" smtClean="0"/>
              <a:t>4</a:t>
            </a:fld>
            <a:endParaRPr lang="en-GB"/>
          </a:p>
        </p:txBody>
      </p:sp>
      <p:sp>
        <p:nvSpPr>
          <p:cNvPr id="7" name="Footer Placeholder 6">
            <a:extLst>
              <a:ext uri="{FF2B5EF4-FFF2-40B4-BE49-F238E27FC236}">
                <a16:creationId xmlns:a16="http://schemas.microsoft.com/office/drawing/2014/main" id="{0F69DF3E-4B37-1F1C-A5C7-C91D3B04D31D}"/>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883900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086F8-4AC4-D879-46B0-F213A82CD1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BE48C3-7DC4-25AF-409F-C51E417FAB45}"/>
              </a:ext>
            </a:extLst>
          </p:cNvPr>
          <p:cNvSpPr>
            <a:spLocks noGrp="1"/>
          </p:cNvSpPr>
          <p:nvPr>
            <p:ph type="title"/>
          </p:nvPr>
        </p:nvSpPr>
        <p:spPr/>
        <p:txBody>
          <a:bodyPr/>
          <a:lstStyle/>
          <a:p>
            <a:r>
              <a:rPr lang="en-GB" dirty="0">
                <a:ea typeface="Calibri Light"/>
                <a:cs typeface="Calibri Light"/>
              </a:rPr>
              <a:t>How modelling component interaction helps</a:t>
            </a:r>
            <a:endParaRPr lang="en-US" dirty="0"/>
          </a:p>
        </p:txBody>
      </p:sp>
      <p:sp>
        <p:nvSpPr>
          <p:cNvPr id="3" name="Content Placeholder 2">
            <a:extLst>
              <a:ext uri="{FF2B5EF4-FFF2-40B4-BE49-F238E27FC236}">
                <a16:creationId xmlns:a16="http://schemas.microsoft.com/office/drawing/2014/main" id="{20B07C33-2711-CBAF-07A2-9E2C57027E97}"/>
              </a:ext>
            </a:extLst>
          </p:cNvPr>
          <p:cNvSpPr>
            <a:spLocks noGrp="1"/>
          </p:cNvSpPr>
          <p:nvPr>
            <p:ph idx="1"/>
          </p:nvPr>
        </p:nvSpPr>
        <p:spPr>
          <a:xfrm>
            <a:off x="838200" y="1510219"/>
            <a:ext cx="10515600" cy="5031147"/>
          </a:xfrm>
        </p:spPr>
        <p:txBody>
          <a:bodyPr vert="horz" lIns="91440" tIns="45720" rIns="91440" bIns="45720" rtlCol="0" anchor="t">
            <a:normAutofit/>
          </a:bodyPr>
          <a:lstStyle/>
          <a:p>
            <a:r>
              <a:rPr lang="en-US">
                <a:ea typeface="+mn-lt"/>
                <a:cs typeface="+mn-lt"/>
              </a:rPr>
              <a:t>Suppose the components on the university portal interact as follows, Web Interface =&gt; Student Service =&gt; Grades Service =&gt; Database</a:t>
            </a:r>
            <a:endParaRPr lang="en-US">
              <a:ea typeface="Calibri" panose="020F0502020204030204"/>
              <a:cs typeface="Calibri"/>
            </a:endParaRPr>
          </a:p>
          <a:p>
            <a:r>
              <a:rPr lang="en-US">
                <a:ea typeface="+mn-lt"/>
                <a:cs typeface="+mn-lt"/>
              </a:rPr>
              <a:t>If every request goes through multiple services sequentially, the system might become slow when thousands of students check grades simultaneously after results are released</a:t>
            </a:r>
            <a:endParaRPr lang="en-US" dirty="0">
              <a:ea typeface="Calibri" panose="020F0502020204030204"/>
              <a:cs typeface="Calibri"/>
            </a:endParaRPr>
          </a:p>
          <a:p>
            <a:r>
              <a:rPr lang="en-US" dirty="0">
                <a:ea typeface="+mn-lt"/>
                <a:cs typeface="+mn-lt"/>
              </a:rPr>
              <a:t>Modeling component interaction helps detect:</a:t>
            </a:r>
            <a:endParaRPr lang="en-US" dirty="0">
              <a:ea typeface="Calibri" panose="020F0502020204030204"/>
              <a:cs typeface="Calibri"/>
            </a:endParaRPr>
          </a:p>
          <a:p>
            <a:pPr lvl="1"/>
            <a:r>
              <a:rPr lang="en-US">
                <a:ea typeface="+mn-lt"/>
                <a:cs typeface="+mn-lt"/>
              </a:rPr>
              <a:t>Bottlenecks (too many service calls)</a:t>
            </a:r>
            <a:endParaRPr lang="en-US">
              <a:ea typeface="Calibri"/>
              <a:cs typeface="Calibri"/>
            </a:endParaRPr>
          </a:p>
          <a:p>
            <a:pPr lvl="1"/>
            <a:r>
              <a:rPr lang="en-US">
                <a:ea typeface="+mn-lt"/>
                <a:cs typeface="+mn-lt"/>
              </a:rPr>
              <a:t>Single points of failure</a:t>
            </a:r>
            <a:endParaRPr lang="en-US">
              <a:ea typeface="Calibri" panose="020F0502020204030204"/>
              <a:cs typeface="Calibri" panose="020F0502020204030204"/>
            </a:endParaRPr>
          </a:p>
          <a:p>
            <a:pPr lvl="1"/>
            <a:r>
              <a:rPr lang="en-US">
                <a:ea typeface="+mn-lt"/>
                <a:cs typeface="+mn-lt"/>
              </a:rPr>
              <a:t>Slow database queries</a:t>
            </a:r>
            <a:endParaRPr lang="en-US">
              <a:ea typeface="Calibri" panose="020F0502020204030204"/>
              <a:cs typeface="Calibri" panose="020F0502020204030204"/>
            </a:endParaRPr>
          </a:p>
          <a:p>
            <a:pPr lvl="1"/>
            <a:r>
              <a:rPr lang="en-US">
                <a:ea typeface="+mn-lt"/>
                <a:cs typeface="+mn-lt"/>
              </a:rPr>
              <a:t>Overloaded services during peak usage</a:t>
            </a:r>
            <a:endParaRPr lang="en-US">
              <a:ea typeface="Calibri" panose="020F0502020204030204"/>
              <a:cs typeface="Calibri" panose="020F0502020204030204"/>
            </a:endParaRPr>
          </a:p>
          <a:p>
            <a:endParaRPr lang="en-US" dirty="0">
              <a:ea typeface="Calibri" panose="020F0502020204030204"/>
              <a:cs typeface="Calibri"/>
            </a:endParaRPr>
          </a:p>
          <a:p>
            <a:endParaRPr lang="en-US">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6198E456-33B8-1B86-E5D9-C1339B6989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E425B6B3-06E5-7BDE-5EC2-065786D4A902}"/>
              </a:ext>
            </a:extLst>
          </p:cNvPr>
          <p:cNvSpPr>
            <a:spLocks noGrp="1"/>
          </p:cNvSpPr>
          <p:nvPr>
            <p:ph type="sldNum" sz="quarter" idx="12"/>
          </p:nvPr>
        </p:nvSpPr>
        <p:spPr/>
        <p:txBody>
          <a:bodyPr/>
          <a:lstStyle/>
          <a:p>
            <a:fld id="{008559AE-1842-40A5-A2A9-0518F39FD1A9}" type="slidenum">
              <a:rPr lang="en-US" smtClean="0"/>
              <a:t>5</a:t>
            </a:fld>
            <a:endParaRPr lang="en-GB"/>
          </a:p>
        </p:txBody>
      </p:sp>
      <p:sp>
        <p:nvSpPr>
          <p:cNvPr id="7" name="Footer Placeholder 6">
            <a:extLst>
              <a:ext uri="{FF2B5EF4-FFF2-40B4-BE49-F238E27FC236}">
                <a16:creationId xmlns:a16="http://schemas.microsoft.com/office/drawing/2014/main" id="{F1FCCEF9-87C3-4694-D562-3BC59D9B1948}"/>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7468042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D827A-08B1-3219-DA69-878631B6A5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1C0F9D-F1AA-252C-BAF7-02A27D3A994E}"/>
              </a:ext>
            </a:extLst>
          </p:cNvPr>
          <p:cNvSpPr>
            <a:spLocks noGrp="1"/>
          </p:cNvSpPr>
          <p:nvPr>
            <p:ph type="title"/>
          </p:nvPr>
        </p:nvSpPr>
        <p:spPr/>
        <p:txBody>
          <a:bodyPr/>
          <a:lstStyle/>
          <a:p>
            <a:r>
              <a:rPr lang="en-GB">
                <a:ea typeface="Calibri Light"/>
                <a:cs typeface="Calibri Light"/>
              </a:rPr>
              <a:t>Interaction Models</a:t>
            </a:r>
            <a:endParaRPr lang="en-US"/>
          </a:p>
        </p:txBody>
      </p:sp>
      <p:sp>
        <p:nvSpPr>
          <p:cNvPr id="3" name="Content Placeholder 2">
            <a:extLst>
              <a:ext uri="{FF2B5EF4-FFF2-40B4-BE49-F238E27FC236}">
                <a16:creationId xmlns:a16="http://schemas.microsoft.com/office/drawing/2014/main" id="{D6046B0B-6CD7-2EDE-775F-436266772719}"/>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Calibri" panose="020F0502020204030204"/>
                <a:cs typeface="Calibri"/>
              </a:rPr>
              <a:t>Two related approaches to interaction modeling</a:t>
            </a:r>
          </a:p>
          <a:p>
            <a:pPr lvl="1"/>
            <a:r>
              <a:rPr lang="en-US" dirty="0">
                <a:highlight>
                  <a:srgbClr val="FFFF00"/>
                </a:highlight>
                <a:ea typeface="Calibri" panose="020F0502020204030204"/>
                <a:cs typeface="Calibri"/>
              </a:rPr>
              <a:t>Use case modeling</a:t>
            </a:r>
            <a:r>
              <a:rPr lang="en-US" dirty="0">
                <a:ea typeface="Calibri" panose="020F0502020204030204"/>
                <a:cs typeface="Calibri"/>
              </a:rPr>
              <a:t>: </a:t>
            </a:r>
            <a:r>
              <a:rPr lang="en-US" dirty="0">
                <a:ea typeface="+mn-lt"/>
                <a:cs typeface="+mn-lt"/>
              </a:rPr>
              <a:t>Mostly used to model interactions between a system and external agents (human users or other systems)</a:t>
            </a:r>
            <a:endParaRPr lang="en-US" dirty="0">
              <a:ea typeface="Calibri"/>
              <a:cs typeface="Calibri"/>
            </a:endParaRPr>
          </a:p>
          <a:p>
            <a:pPr lvl="1"/>
            <a:r>
              <a:rPr lang="en-US" dirty="0">
                <a:highlight>
                  <a:srgbClr val="FFFF00"/>
                </a:highlight>
                <a:ea typeface="Calibri"/>
                <a:cs typeface="Calibri"/>
              </a:rPr>
              <a:t>Sequence diagrams</a:t>
            </a:r>
            <a:r>
              <a:rPr lang="en-US" dirty="0">
                <a:ea typeface="Calibri"/>
                <a:cs typeface="Calibri"/>
              </a:rPr>
              <a:t>: </a:t>
            </a:r>
            <a:r>
              <a:rPr lang="en-US" dirty="0">
                <a:ea typeface="+mn-lt"/>
                <a:cs typeface="+mn-lt"/>
              </a:rPr>
              <a:t>Model interactions between system components, although external agents may also be included</a:t>
            </a:r>
            <a:endParaRPr lang="en-US" dirty="0"/>
          </a:p>
          <a:p>
            <a:r>
              <a:rPr lang="en-US" dirty="0">
                <a:ea typeface="Calibri" panose="020F0502020204030204"/>
                <a:cs typeface="Calibri"/>
              </a:rPr>
              <a:t>Both present interactions at a different level of detail (in case both are used to describe systems)</a:t>
            </a:r>
          </a:p>
          <a:p>
            <a:r>
              <a:rPr lang="en-US" dirty="0">
                <a:ea typeface="+mn-lt"/>
                <a:cs typeface="+mn-lt"/>
              </a:rPr>
              <a:t>Details of the interactions involved in a high-level use case may be documented in a sequence diagram</a:t>
            </a:r>
            <a:endParaRPr lang="en-US" dirty="0">
              <a:ea typeface="Calibri" panose="020F0502020204030204"/>
              <a:cs typeface="Calibri"/>
            </a:endParaRPr>
          </a:p>
          <a:p>
            <a:endParaRPr lang="en-US">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C5DBD622-EA21-D5B9-47D2-56C154E020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11B1E74F-6658-9FDB-C8EB-9F554BCEA42D}"/>
              </a:ext>
            </a:extLst>
          </p:cNvPr>
          <p:cNvSpPr>
            <a:spLocks noGrp="1"/>
          </p:cNvSpPr>
          <p:nvPr>
            <p:ph type="sldNum" sz="quarter" idx="12"/>
          </p:nvPr>
        </p:nvSpPr>
        <p:spPr/>
        <p:txBody>
          <a:bodyPr/>
          <a:lstStyle/>
          <a:p>
            <a:fld id="{008559AE-1842-40A5-A2A9-0518F39FD1A9}" type="slidenum">
              <a:rPr lang="en-US" smtClean="0"/>
              <a:t>6</a:t>
            </a:fld>
            <a:endParaRPr lang="en-GB"/>
          </a:p>
        </p:txBody>
      </p:sp>
      <p:sp>
        <p:nvSpPr>
          <p:cNvPr id="7" name="Footer Placeholder 6">
            <a:extLst>
              <a:ext uri="{FF2B5EF4-FFF2-40B4-BE49-F238E27FC236}">
                <a16:creationId xmlns:a16="http://schemas.microsoft.com/office/drawing/2014/main" id="{4681FEC4-6A83-DBF6-CB08-D96D67E20A23}"/>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2108160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805D5-6231-58A7-CD6B-011984AB19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3D852D-47E5-487E-992F-8403B7B08907}"/>
              </a:ext>
            </a:extLst>
          </p:cNvPr>
          <p:cNvSpPr>
            <a:spLocks noGrp="1"/>
          </p:cNvSpPr>
          <p:nvPr>
            <p:ph type="title"/>
          </p:nvPr>
        </p:nvSpPr>
        <p:spPr/>
        <p:txBody>
          <a:bodyPr/>
          <a:lstStyle/>
          <a:p>
            <a:r>
              <a:rPr lang="en-GB">
                <a:ea typeface="Calibri Light"/>
                <a:cs typeface="Calibri Light"/>
              </a:rPr>
              <a:t>Use Case </a:t>
            </a:r>
            <a:r>
              <a:rPr lang="en-GB" err="1">
                <a:ea typeface="Calibri Light"/>
                <a:cs typeface="Calibri Light"/>
              </a:rPr>
              <a:t>Modeling</a:t>
            </a:r>
            <a:endParaRPr lang="en-US" err="1"/>
          </a:p>
        </p:txBody>
      </p:sp>
      <p:sp>
        <p:nvSpPr>
          <p:cNvPr id="3" name="Content Placeholder 2">
            <a:extLst>
              <a:ext uri="{FF2B5EF4-FFF2-40B4-BE49-F238E27FC236}">
                <a16:creationId xmlns:a16="http://schemas.microsoft.com/office/drawing/2014/main" id="{8F4AFE16-C4D5-1D8A-D212-94DAF051D1D1}"/>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a:ea typeface="Calibri" panose="020F0502020204030204"/>
                <a:cs typeface="Calibri"/>
              </a:rPr>
              <a:t>As seen </a:t>
            </a:r>
            <a:r>
              <a:rPr lang="en-US" strike="sngStrike">
                <a:ea typeface="Calibri" panose="020F0502020204030204"/>
                <a:cs typeface="Calibri"/>
              </a:rPr>
              <a:t>on TV</a:t>
            </a:r>
            <a:r>
              <a:rPr lang="en-US">
                <a:ea typeface="Calibri" panose="020F0502020204030204"/>
                <a:cs typeface="Calibri"/>
              </a:rPr>
              <a:t> in lab</a:t>
            </a:r>
          </a:p>
          <a:p>
            <a:endParaRPr lang="en-US">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AF7D6FFB-886C-6FCE-83E6-BDCC75DD92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940C8C90-59BA-0DFF-35C6-AB911AC466C6}"/>
              </a:ext>
            </a:extLst>
          </p:cNvPr>
          <p:cNvSpPr>
            <a:spLocks noGrp="1"/>
          </p:cNvSpPr>
          <p:nvPr>
            <p:ph type="sldNum" sz="quarter" idx="12"/>
          </p:nvPr>
        </p:nvSpPr>
        <p:spPr/>
        <p:txBody>
          <a:bodyPr/>
          <a:lstStyle/>
          <a:p>
            <a:fld id="{008559AE-1842-40A5-A2A9-0518F39FD1A9}" type="slidenum">
              <a:rPr lang="en-US" smtClean="0"/>
              <a:t>7</a:t>
            </a:fld>
            <a:endParaRPr lang="en-GB"/>
          </a:p>
        </p:txBody>
      </p:sp>
      <p:sp>
        <p:nvSpPr>
          <p:cNvPr id="7" name="Footer Placeholder 6">
            <a:extLst>
              <a:ext uri="{FF2B5EF4-FFF2-40B4-BE49-F238E27FC236}">
                <a16:creationId xmlns:a16="http://schemas.microsoft.com/office/drawing/2014/main" id="{9CC606AF-BE92-5A73-9499-2D45198258C0}"/>
              </a:ext>
            </a:extLst>
          </p:cNvPr>
          <p:cNvSpPr>
            <a:spLocks noGrp="1"/>
          </p:cNvSpPr>
          <p:nvPr>
            <p:ph type="ftr" sz="quarter" idx="11"/>
          </p:nvPr>
        </p:nvSpPr>
        <p:spPr/>
        <p:txBody>
          <a:bodyPr/>
          <a:lstStyle/>
          <a:p>
            <a:r>
              <a:rPr lang="en-US"/>
              <a:t>Software Engineering</a:t>
            </a:r>
          </a:p>
        </p:txBody>
      </p:sp>
      <p:pic>
        <p:nvPicPr>
          <p:cNvPr id="4" name="Picture 3" descr="A screenshot of a computer&#10;&#10;AI-generated content may be incorrect.">
            <a:extLst>
              <a:ext uri="{FF2B5EF4-FFF2-40B4-BE49-F238E27FC236}">
                <a16:creationId xmlns:a16="http://schemas.microsoft.com/office/drawing/2014/main" id="{55C4443F-C46F-76B0-9395-C0241FC5299F}"/>
              </a:ext>
            </a:extLst>
          </p:cNvPr>
          <p:cNvPicPr>
            <a:picLocks noChangeAspect="1"/>
          </p:cNvPicPr>
          <p:nvPr/>
        </p:nvPicPr>
        <p:blipFill>
          <a:blip r:embed="rId4"/>
          <a:srcRect l="52302" t="41807" r="21655" b="10714"/>
          <a:stretch/>
        </p:blipFill>
        <p:spPr>
          <a:xfrm>
            <a:off x="5880340" y="1899484"/>
            <a:ext cx="4296547" cy="4620376"/>
          </a:xfrm>
          <a:prstGeom prst="rect">
            <a:avLst/>
          </a:prstGeom>
        </p:spPr>
      </p:pic>
    </p:spTree>
    <p:extLst>
      <p:ext uri="{BB962C8B-B14F-4D97-AF65-F5344CB8AC3E}">
        <p14:creationId xmlns:p14="http://schemas.microsoft.com/office/powerpoint/2010/main" val="13851116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893DB-B19F-767B-D848-3FBA960AEA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266D9E-A3E8-ABBF-5900-52DBB0209A35}"/>
              </a:ext>
            </a:extLst>
          </p:cNvPr>
          <p:cNvSpPr>
            <a:spLocks noGrp="1"/>
          </p:cNvSpPr>
          <p:nvPr>
            <p:ph type="title"/>
          </p:nvPr>
        </p:nvSpPr>
        <p:spPr/>
        <p:txBody>
          <a:bodyPr/>
          <a:lstStyle/>
          <a:p>
            <a:r>
              <a:rPr lang="en-GB">
                <a:ea typeface="Calibri Light"/>
                <a:cs typeface="Calibri Light"/>
              </a:rPr>
              <a:t>Sequence Diagrams</a:t>
            </a:r>
            <a:endParaRPr lang="en-US"/>
          </a:p>
        </p:txBody>
      </p:sp>
      <p:sp>
        <p:nvSpPr>
          <p:cNvPr id="3" name="Content Placeholder 2">
            <a:extLst>
              <a:ext uri="{FF2B5EF4-FFF2-40B4-BE49-F238E27FC236}">
                <a16:creationId xmlns:a16="http://schemas.microsoft.com/office/drawing/2014/main" id="{3DA3BA92-03BD-AF3C-3477-6A65EB12F6E4}"/>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a:ea typeface="Calibri" panose="020F0502020204030204"/>
                <a:cs typeface="Calibri"/>
              </a:rPr>
              <a:t>As seen </a:t>
            </a:r>
            <a:r>
              <a:rPr lang="en-US" strike="sngStrike">
                <a:ea typeface="Calibri" panose="020F0502020204030204"/>
                <a:cs typeface="Calibri"/>
              </a:rPr>
              <a:t>on TV</a:t>
            </a:r>
            <a:r>
              <a:rPr lang="en-US">
                <a:ea typeface="Calibri" panose="020F0502020204030204"/>
                <a:cs typeface="Calibri"/>
              </a:rPr>
              <a:t> in lab</a:t>
            </a:r>
          </a:p>
          <a:p>
            <a:endParaRPr lang="en-US">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C2CBBF0D-765B-D6B0-7B87-E739D0E57E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1355E540-EB9D-3880-6506-783A6AB72364}"/>
              </a:ext>
            </a:extLst>
          </p:cNvPr>
          <p:cNvSpPr>
            <a:spLocks noGrp="1"/>
          </p:cNvSpPr>
          <p:nvPr>
            <p:ph type="sldNum" sz="quarter" idx="12"/>
          </p:nvPr>
        </p:nvSpPr>
        <p:spPr/>
        <p:txBody>
          <a:bodyPr/>
          <a:lstStyle/>
          <a:p>
            <a:fld id="{008559AE-1842-40A5-A2A9-0518F39FD1A9}" type="slidenum">
              <a:rPr lang="en-US" smtClean="0"/>
              <a:t>8</a:t>
            </a:fld>
            <a:endParaRPr lang="en-GB"/>
          </a:p>
        </p:txBody>
      </p:sp>
      <p:sp>
        <p:nvSpPr>
          <p:cNvPr id="7" name="Footer Placeholder 6">
            <a:extLst>
              <a:ext uri="{FF2B5EF4-FFF2-40B4-BE49-F238E27FC236}">
                <a16:creationId xmlns:a16="http://schemas.microsoft.com/office/drawing/2014/main" id="{BE670AE4-C9CF-776E-F944-63E213ED3F22}"/>
              </a:ext>
            </a:extLst>
          </p:cNvPr>
          <p:cNvSpPr>
            <a:spLocks noGrp="1"/>
          </p:cNvSpPr>
          <p:nvPr>
            <p:ph type="ftr" sz="quarter" idx="11"/>
          </p:nvPr>
        </p:nvSpPr>
        <p:spPr/>
        <p:txBody>
          <a:bodyPr/>
          <a:lstStyle/>
          <a:p>
            <a:r>
              <a:rPr lang="en-US"/>
              <a:t>Software Engineering</a:t>
            </a:r>
          </a:p>
        </p:txBody>
      </p:sp>
      <p:pic>
        <p:nvPicPr>
          <p:cNvPr id="4" name="Picture 3" descr="A screenshot of a computer&#10;&#10;AI-generated content may be incorrect.">
            <a:extLst>
              <a:ext uri="{FF2B5EF4-FFF2-40B4-BE49-F238E27FC236}">
                <a16:creationId xmlns:a16="http://schemas.microsoft.com/office/drawing/2014/main" id="{EB0ABD97-81DC-218D-471C-001E45C3636E}"/>
              </a:ext>
            </a:extLst>
          </p:cNvPr>
          <p:cNvPicPr>
            <a:picLocks noChangeAspect="1"/>
          </p:cNvPicPr>
          <p:nvPr/>
        </p:nvPicPr>
        <p:blipFill>
          <a:blip r:embed="rId4"/>
          <a:srcRect l="48047" t="24908" r="10214" b="21639"/>
          <a:stretch/>
        </p:blipFill>
        <p:spPr>
          <a:xfrm>
            <a:off x="4945812" y="1683825"/>
            <a:ext cx="6422276" cy="4563120"/>
          </a:xfrm>
          <a:prstGeom prst="rect">
            <a:avLst/>
          </a:prstGeom>
        </p:spPr>
      </p:pic>
    </p:spTree>
    <p:extLst>
      <p:ext uri="{BB962C8B-B14F-4D97-AF65-F5344CB8AC3E}">
        <p14:creationId xmlns:p14="http://schemas.microsoft.com/office/powerpoint/2010/main" val="32024343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B2285-EE83-F44C-07BF-F2722BD3BC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534C11-36B3-9490-EC7F-9988C7961814}"/>
              </a:ext>
            </a:extLst>
          </p:cNvPr>
          <p:cNvSpPr>
            <a:spLocks noGrp="1"/>
          </p:cNvSpPr>
          <p:nvPr>
            <p:ph type="title"/>
          </p:nvPr>
        </p:nvSpPr>
        <p:spPr/>
        <p:txBody>
          <a:bodyPr/>
          <a:lstStyle/>
          <a:p>
            <a:r>
              <a:rPr lang="en-GB">
                <a:ea typeface="Calibri Light"/>
                <a:cs typeface="Calibri Light"/>
              </a:rPr>
              <a:t>Behavioural</a:t>
            </a:r>
            <a:r>
              <a:rPr lang="en-GB" dirty="0">
                <a:ea typeface="Calibri Light"/>
                <a:cs typeface="Calibri Light"/>
              </a:rPr>
              <a:t> Models</a:t>
            </a:r>
            <a:endParaRPr lang="en-US" dirty="0"/>
          </a:p>
        </p:txBody>
      </p:sp>
      <p:sp>
        <p:nvSpPr>
          <p:cNvPr id="3" name="Content Placeholder 2">
            <a:extLst>
              <a:ext uri="{FF2B5EF4-FFF2-40B4-BE49-F238E27FC236}">
                <a16:creationId xmlns:a16="http://schemas.microsoft.com/office/drawing/2014/main" id="{EC674E00-65C0-78DB-7888-BC087220702C}"/>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mn-lt"/>
                <a:cs typeface="+mn-lt"/>
              </a:rPr>
              <a:t>Models the dynamic behavior of a system as it is executing</a:t>
            </a:r>
            <a:endParaRPr lang="en-US" dirty="0">
              <a:ea typeface="Calibri" panose="020F0502020204030204"/>
              <a:cs typeface="Calibri"/>
            </a:endParaRPr>
          </a:p>
          <a:p>
            <a:r>
              <a:rPr lang="en-US" dirty="0">
                <a:ea typeface="+mn-lt"/>
                <a:cs typeface="+mn-lt"/>
              </a:rPr>
              <a:t>Show what happens or </a:t>
            </a:r>
            <a:r>
              <a:rPr lang="en-US" dirty="0">
                <a:highlight>
                  <a:srgbClr val="FFFF00"/>
                </a:highlight>
                <a:ea typeface="+mn-lt"/>
                <a:cs typeface="+mn-lt"/>
              </a:rPr>
              <a:t>what is supposed to happen when a system responds to a stimulus</a:t>
            </a:r>
            <a:r>
              <a:rPr lang="en-US" dirty="0">
                <a:ea typeface="+mn-lt"/>
                <a:cs typeface="+mn-lt"/>
              </a:rPr>
              <a:t> from its environment</a:t>
            </a:r>
            <a:endParaRPr lang="en-US" dirty="0" err="1">
              <a:ea typeface="Calibri" panose="020F0502020204030204"/>
              <a:cs typeface="Calibri" panose="020F0502020204030204"/>
            </a:endParaRPr>
          </a:p>
          <a:p>
            <a:r>
              <a:rPr lang="en-US" dirty="0">
                <a:ea typeface="Calibri" panose="020F0502020204030204"/>
                <a:cs typeface="Calibri"/>
              </a:rPr>
              <a:t>The stimuli may be </a:t>
            </a:r>
            <a:r>
              <a:rPr lang="en-US" dirty="0">
                <a:highlight>
                  <a:srgbClr val="FFFF00"/>
                </a:highlight>
                <a:ea typeface="Calibri" panose="020F0502020204030204"/>
                <a:cs typeface="Calibri"/>
              </a:rPr>
              <a:t>either data or events</a:t>
            </a:r>
            <a:r>
              <a:rPr lang="en-US" dirty="0">
                <a:ea typeface="Calibri" panose="020F0502020204030204"/>
                <a:cs typeface="Calibri"/>
              </a:rPr>
              <a:t>:</a:t>
            </a:r>
          </a:p>
          <a:p>
            <a:pPr lvl="1"/>
            <a:r>
              <a:rPr lang="en-US" dirty="0">
                <a:ea typeface="Calibri" panose="020F0502020204030204"/>
                <a:cs typeface="Calibri"/>
              </a:rPr>
              <a:t>Availability of certain data triggers processing in the system</a:t>
            </a:r>
          </a:p>
          <a:p>
            <a:pPr lvl="1"/>
            <a:r>
              <a:rPr lang="en-US" dirty="0">
                <a:ea typeface="Calibri" panose="020F0502020204030204"/>
                <a:cs typeface="Calibri"/>
              </a:rPr>
              <a:t>An event that triggers processing happens, events may or may not have associated data</a:t>
            </a:r>
          </a:p>
          <a:p>
            <a:r>
              <a:rPr lang="en-US" dirty="0">
                <a:ea typeface="Calibri" panose="020F0502020204030204"/>
                <a:cs typeface="Calibri"/>
              </a:rPr>
              <a:t>Many business systems are data processing systems</a:t>
            </a:r>
          </a:p>
          <a:p>
            <a:r>
              <a:rPr lang="en-US" dirty="0">
                <a:ea typeface="Calibri" panose="020F0502020204030204"/>
                <a:cs typeface="Calibri"/>
              </a:rPr>
              <a:t>By contrast, most real-time systems are event driven</a:t>
            </a: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DA2647CF-5204-0ACD-A188-3DFBFE926E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DC506F26-5BE4-0C79-5BA5-1A0A26660060}"/>
              </a:ext>
            </a:extLst>
          </p:cNvPr>
          <p:cNvSpPr>
            <a:spLocks noGrp="1"/>
          </p:cNvSpPr>
          <p:nvPr>
            <p:ph type="sldNum" sz="quarter" idx="12"/>
          </p:nvPr>
        </p:nvSpPr>
        <p:spPr/>
        <p:txBody>
          <a:bodyPr/>
          <a:lstStyle/>
          <a:p>
            <a:fld id="{008559AE-1842-40A5-A2A9-0518F39FD1A9}" type="slidenum">
              <a:rPr lang="en-US" smtClean="0"/>
              <a:t>9</a:t>
            </a:fld>
            <a:endParaRPr lang="en-GB"/>
          </a:p>
        </p:txBody>
      </p:sp>
      <p:sp>
        <p:nvSpPr>
          <p:cNvPr id="7" name="Footer Placeholder 6">
            <a:extLst>
              <a:ext uri="{FF2B5EF4-FFF2-40B4-BE49-F238E27FC236}">
                <a16:creationId xmlns:a16="http://schemas.microsoft.com/office/drawing/2014/main" id="{E444AE3A-14F8-369A-495B-3904D4058F1F}"/>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001124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BD771-E9D9-A0FA-EF18-20BD553F79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A7D3D0-86AC-09B6-4D47-AAF7196860C5}"/>
              </a:ext>
            </a:extLst>
          </p:cNvPr>
          <p:cNvSpPr>
            <a:spLocks noGrp="1"/>
          </p:cNvSpPr>
          <p:nvPr>
            <p:ph type="title"/>
          </p:nvPr>
        </p:nvSpPr>
        <p:spPr/>
        <p:txBody>
          <a:bodyPr/>
          <a:lstStyle/>
          <a:p>
            <a:r>
              <a:rPr lang="en-GB">
                <a:ea typeface="Calibri Light"/>
                <a:cs typeface="Calibri Light"/>
              </a:rPr>
              <a:t>Data-driven Modeling</a:t>
            </a:r>
            <a:endParaRPr lang="en-US"/>
          </a:p>
        </p:txBody>
      </p:sp>
      <p:sp>
        <p:nvSpPr>
          <p:cNvPr id="3" name="Content Placeholder 2">
            <a:extLst>
              <a:ext uri="{FF2B5EF4-FFF2-40B4-BE49-F238E27FC236}">
                <a16:creationId xmlns:a16="http://schemas.microsoft.com/office/drawing/2014/main" id="{D66A1C91-2CFA-F0AE-799D-FBEE34CD89C2}"/>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a:ea typeface="+mn-lt"/>
                <a:cs typeface="+mn-lt"/>
              </a:rPr>
              <a:t>Data-driven models </a:t>
            </a:r>
            <a:r>
              <a:rPr lang="en-US">
                <a:highlight>
                  <a:srgbClr val="FFFF00"/>
                </a:highlight>
                <a:ea typeface="+mn-lt"/>
                <a:cs typeface="+mn-lt"/>
              </a:rPr>
              <a:t>show the sequence of actions involved in processing input data and generating an associated output</a:t>
            </a:r>
            <a:endParaRPr lang="en-US">
              <a:highlight>
                <a:srgbClr val="FFFF00"/>
              </a:highlight>
              <a:ea typeface="Calibri" panose="020F0502020204030204"/>
              <a:cs typeface="Calibri" panose="020F0502020204030204"/>
            </a:endParaRPr>
          </a:p>
          <a:p>
            <a:r>
              <a:rPr lang="en-US" dirty="0">
                <a:ea typeface="Calibri" panose="020F0502020204030204"/>
                <a:cs typeface="Calibri" panose="020F0502020204030204"/>
              </a:rPr>
              <a:t>They show the sequence of actions that take place from an initial input being processed to the eventual output</a:t>
            </a:r>
          </a:p>
          <a:p>
            <a:r>
              <a:rPr lang="en-US">
                <a:ea typeface="Calibri" panose="020F0502020204030204"/>
                <a:cs typeface="Calibri" panose="020F0502020204030204"/>
              </a:rPr>
              <a:t>Among the first graphical software models</a:t>
            </a:r>
          </a:p>
          <a:p>
            <a:r>
              <a:rPr lang="en-US">
                <a:ea typeface="Calibri" panose="020F0502020204030204"/>
                <a:cs typeface="Calibri" panose="020F0502020204030204"/>
              </a:rPr>
              <a:t>Data-flow diagrams (DFDs) were among the first models (c. 1970s)</a:t>
            </a:r>
          </a:p>
          <a:p>
            <a:r>
              <a:rPr lang="en-US">
                <a:ea typeface="Calibri" panose="020F0502020204030204"/>
                <a:cs typeface="Calibri" panose="020F0502020204030204"/>
              </a:rPr>
              <a:t>Tracking and documenting how data flows through a system helps understand what is going on in the process</a:t>
            </a:r>
          </a:p>
          <a:p>
            <a:r>
              <a:rPr lang="en-US">
                <a:ea typeface="+mn-lt"/>
                <a:cs typeface="+mn-lt"/>
              </a:rPr>
              <a:t>Data-flow diagrams can be represented in the </a:t>
            </a:r>
            <a:r>
              <a:rPr lang="en-US" b="1">
                <a:ea typeface="+mn-lt"/>
                <a:cs typeface="+mn-lt"/>
              </a:rPr>
              <a:t>UML using the activity diagram type </a:t>
            </a:r>
            <a:r>
              <a:rPr lang="en-US">
                <a:ea typeface="+mn-lt"/>
                <a:cs typeface="+mn-lt"/>
              </a:rPr>
              <a:t>(more in SE lab)</a:t>
            </a:r>
            <a:endParaRPr lang="en-US">
              <a:ea typeface="Calibri" panose="020F0502020204030204"/>
              <a:cs typeface="Calibri"/>
            </a:endParaRPr>
          </a:p>
          <a:p>
            <a:pPr lvl="1"/>
            <a:endParaRPr lang="en-GB" b="1">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735CC398-4B3E-0ABD-3762-868E0A5FB2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86720B75-0959-A8AE-AD6C-5F32FCE80B12}"/>
              </a:ext>
            </a:extLst>
          </p:cNvPr>
          <p:cNvSpPr>
            <a:spLocks noGrp="1"/>
          </p:cNvSpPr>
          <p:nvPr>
            <p:ph type="sldNum" sz="quarter" idx="12"/>
          </p:nvPr>
        </p:nvSpPr>
        <p:spPr/>
        <p:txBody>
          <a:bodyPr/>
          <a:lstStyle/>
          <a:p>
            <a:fld id="{008559AE-1842-40A5-A2A9-0518F39FD1A9}" type="slidenum">
              <a:rPr lang="en-US" smtClean="0"/>
              <a:t>10</a:t>
            </a:fld>
            <a:endParaRPr lang="en-GB"/>
          </a:p>
        </p:txBody>
      </p:sp>
      <p:sp>
        <p:nvSpPr>
          <p:cNvPr id="7" name="Footer Placeholder 6">
            <a:extLst>
              <a:ext uri="{FF2B5EF4-FFF2-40B4-BE49-F238E27FC236}">
                <a16:creationId xmlns:a16="http://schemas.microsoft.com/office/drawing/2014/main" id="{4D686955-9711-3E6F-8E09-493C52F1F447}"/>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4597601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2C310-F1DB-AE6E-6DCA-263634E270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FD1A1B-2B91-8936-FA35-FE3A33DD5419}"/>
              </a:ext>
            </a:extLst>
          </p:cNvPr>
          <p:cNvSpPr>
            <a:spLocks noGrp="1"/>
          </p:cNvSpPr>
          <p:nvPr>
            <p:ph type="title"/>
          </p:nvPr>
        </p:nvSpPr>
        <p:spPr/>
        <p:txBody>
          <a:bodyPr/>
          <a:lstStyle/>
          <a:p>
            <a:r>
              <a:rPr lang="en-GB">
                <a:ea typeface="Calibri Light"/>
                <a:cs typeface="Calibri Light"/>
              </a:rPr>
              <a:t>Data-driven Modeling</a:t>
            </a:r>
            <a:endParaRPr lang="en-US"/>
          </a:p>
        </p:txBody>
      </p:sp>
      <p:sp>
        <p:nvSpPr>
          <p:cNvPr id="3" name="Content Placeholder 2">
            <a:extLst>
              <a:ext uri="{FF2B5EF4-FFF2-40B4-BE49-F238E27FC236}">
                <a16:creationId xmlns:a16="http://schemas.microsoft.com/office/drawing/2014/main" id="{0E884451-BE03-7A6C-DB72-1B2120D19292}"/>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a:ea typeface="+mn-lt"/>
                <a:cs typeface="+mn-lt"/>
              </a:rPr>
              <a:t>You can see the processing steps, represented as activities (rounded rectangles), and the data flowing between these steps, represented as objects (rectangles)</a:t>
            </a:r>
            <a:endParaRPr lang="en-US">
              <a:ea typeface="Calibri" panose="020F0502020204030204"/>
              <a:cs typeface="Calibri" panose="020F0502020204030204"/>
            </a:endParaRPr>
          </a:p>
          <a:p>
            <a:endParaRPr lang="en-US">
              <a:ea typeface="Calibri" panose="020F0502020204030204"/>
              <a:cs typeface="Calibri" panose="020F0502020204030204"/>
            </a:endParaRPr>
          </a:p>
          <a:p>
            <a:pPr marL="0" indent="0">
              <a:buNone/>
            </a:pPr>
            <a:endParaRPr lang="en-US">
              <a:ea typeface="Calibri" panose="020F0502020204030204"/>
              <a:cs typeface="Calibri" panose="020F0502020204030204"/>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7E23173-6C0A-D72C-6FA4-04CEEAE6BD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C5699075-CD66-7FAD-EFE9-AF621CD8C945}"/>
              </a:ext>
            </a:extLst>
          </p:cNvPr>
          <p:cNvSpPr>
            <a:spLocks noGrp="1"/>
          </p:cNvSpPr>
          <p:nvPr>
            <p:ph type="sldNum" sz="quarter" idx="12"/>
          </p:nvPr>
        </p:nvSpPr>
        <p:spPr/>
        <p:txBody>
          <a:bodyPr/>
          <a:lstStyle/>
          <a:p>
            <a:fld id="{008559AE-1842-40A5-A2A9-0518F39FD1A9}" type="slidenum">
              <a:rPr lang="en-US" smtClean="0"/>
              <a:t>11</a:t>
            </a:fld>
            <a:endParaRPr lang="en-GB"/>
          </a:p>
        </p:txBody>
      </p:sp>
      <p:sp>
        <p:nvSpPr>
          <p:cNvPr id="7" name="Footer Placeholder 6">
            <a:extLst>
              <a:ext uri="{FF2B5EF4-FFF2-40B4-BE49-F238E27FC236}">
                <a16:creationId xmlns:a16="http://schemas.microsoft.com/office/drawing/2014/main" id="{6F1F22DE-D6EB-7C1E-E511-05D40E984A5F}"/>
              </a:ext>
            </a:extLst>
          </p:cNvPr>
          <p:cNvSpPr>
            <a:spLocks noGrp="1"/>
          </p:cNvSpPr>
          <p:nvPr>
            <p:ph type="ftr" sz="quarter" idx="11"/>
          </p:nvPr>
        </p:nvSpPr>
        <p:spPr/>
        <p:txBody>
          <a:bodyPr/>
          <a:lstStyle/>
          <a:p>
            <a:r>
              <a:rPr lang="en-US"/>
              <a:t>Software Engineering</a:t>
            </a:r>
          </a:p>
        </p:txBody>
      </p:sp>
      <p:pic>
        <p:nvPicPr>
          <p:cNvPr id="4" name="Picture 3" descr="A screenshot of a computer&#10;&#10;AI-generated content may be incorrect.">
            <a:extLst>
              <a:ext uri="{FF2B5EF4-FFF2-40B4-BE49-F238E27FC236}">
                <a16:creationId xmlns:a16="http://schemas.microsoft.com/office/drawing/2014/main" id="{F3BF6FDD-7141-E273-4518-F2871BCAFB90}"/>
              </a:ext>
            </a:extLst>
          </p:cNvPr>
          <p:cNvPicPr>
            <a:picLocks noChangeAspect="1"/>
          </p:cNvPicPr>
          <p:nvPr/>
        </p:nvPicPr>
        <p:blipFill>
          <a:blip r:embed="rId4"/>
          <a:srcRect l="40496" t="32143" r="8501" b="38539"/>
          <a:stretch/>
        </p:blipFill>
        <p:spPr>
          <a:xfrm>
            <a:off x="2516039" y="3222202"/>
            <a:ext cx="8418095" cy="2714158"/>
          </a:xfrm>
          <a:prstGeom prst="rect">
            <a:avLst/>
          </a:prstGeom>
        </p:spPr>
      </p:pic>
    </p:spTree>
    <p:extLst>
      <p:ext uri="{BB962C8B-B14F-4D97-AF65-F5344CB8AC3E}">
        <p14:creationId xmlns:p14="http://schemas.microsoft.com/office/powerpoint/2010/main" val="18106323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437B8-BC5C-E2B3-22F0-D40C9088E4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DC942A-58BB-486E-41B3-558D9892F87A}"/>
              </a:ext>
            </a:extLst>
          </p:cNvPr>
          <p:cNvSpPr>
            <a:spLocks noGrp="1"/>
          </p:cNvSpPr>
          <p:nvPr>
            <p:ph type="title"/>
          </p:nvPr>
        </p:nvSpPr>
        <p:spPr/>
        <p:txBody>
          <a:bodyPr/>
          <a:lstStyle/>
          <a:p>
            <a:r>
              <a:rPr lang="en-GB">
                <a:ea typeface="Calibri Light"/>
                <a:cs typeface="Calibri Light"/>
              </a:rPr>
              <a:t>Data-driven </a:t>
            </a:r>
            <a:r>
              <a:rPr lang="en-GB" err="1">
                <a:ea typeface="Calibri Light"/>
                <a:cs typeface="Calibri Light"/>
              </a:rPr>
              <a:t>Modeling</a:t>
            </a:r>
          </a:p>
        </p:txBody>
      </p:sp>
      <p:sp>
        <p:nvSpPr>
          <p:cNvPr id="3" name="Content Placeholder 2">
            <a:extLst>
              <a:ext uri="{FF2B5EF4-FFF2-40B4-BE49-F238E27FC236}">
                <a16:creationId xmlns:a16="http://schemas.microsoft.com/office/drawing/2014/main" id="{732BDF2D-288F-C87C-12F7-34EED5CEEE78}"/>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mn-lt"/>
                <a:cs typeface="+mn-lt"/>
              </a:rPr>
              <a:t>An alternative way of showing the sequence of processing in a system is to use </a:t>
            </a:r>
            <a:r>
              <a:rPr lang="en-US" b="1" dirty="0">
                <a:ea typeface="+mn-lt"/>
                <a:cs typeface="+mn-lt"/>
              </a:rPr>
              <a:t>UML sequence diagrams </a:t>
            </a:r>
            <a:r>
              <a:rPr lang="en-US" dirty="0">
                <a:ea typeface="+mn-lt"/>
                <a:cs typeface="+mn-lt"/>
              </a:rPr>
              <a:t>(generally used to model interaction, "but with messages sent only left to right, they show sequential data processing")</a:t>
            </a:r>
            <a:endParaRPr lang="en-US" dirty="0">
              <a:ea typeface="Calibri" panose="020F0502020204030204"/>
              <a:cs typeface="Calibri" panose="020F0502020204030204"/>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5A24AD9B-C9C9-D362-E894-CD54EF2052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F201AFF8-2BD9-D437-A0A5-A194EA8081A8}"/>
              </a:ext>
            </a:extLst>
          </p:cNvPr>
          <p:cNvSpPr>
            <a:spLocks noGrp="1"/>
          </p:cNvSpPr>
          <p:nvPr>
            <p:ph type="sldNum" sz="quarter" idx="12"/>
          </p:nvPr>
        </p:nvSpPr>
        <p:spPr/>
        <p:txBody>
          <a:bodyPr/>
          <a:lstStyle/>
          <a:p>
            <a:fld id="{008559AE-1842-40A5-A2A9-0518F39FD1A9}" type="slidenum">
              <a:rPr lang="en-US" smtClean="0"/>
              <a:t>12</a:t>
            </a:fld>
            <a:endParaRPr lang="en-GB"/>
          </a:p>
        </p:txBody>
      </p:sp>
      <p:sp>
        <p:nvSpPr>
          <p:cNvPr id="7" name="Footer Placeholder 6">
            <a:extLst>
              <a:ext uri="{FF2B5EF4-FFF2-40B4-BE49-F238E27FC236}">
                <a16:creationId xmlns:a16="http://schemas.microsoft.com/office/drawing/2014/main" id="{847FA1B4-244F-5946-023D-465E1E924D76}"/>
              </a:ext>
            </a:extLst>
          </p:cNvPr>
          <p:cNvSpPr>
            <a:spLocks noGrp="1"/>
          </p:cNvSpPr>
          <p:nvPr>
            <p:ph type="ftr" sz="quarter" idx="11"/>
          </p:nvPr>
        </p:nvSpPr>
        <p:spPr/>
        <p:txBody>
          <a:bodyPr/>
          <a:lstStyle/>
          <a:p>
            <a:r>
              <a:rPr lang="en-US"/>
              <a:t>Software Engineering</a:t>
            </a:r>
          </a:p>
        </p:txBody>
      </p:sp>
      <p:pic>
        <p:nvPicPr>
          <p:cNvPr id="4" name="Picture 3" descr="A screenshot of a computer&#10;&#10;AI-generated content may be incorrect.">
            <a:extLst>
              <a:ext uri="{FF2B5EF4-FFF2-40B4-BE49-F238E27FC236}">
                <a16:creationId xmlns:a16="http://schemas.microsoft.com/office/drawing/2014/main" id="{2A4CD60B-58C9-BC81-BE5F-31CF75F75957}"/>
              </a:ext>
            </a:extLst>
          </p:cNvPr>
          <p:cNvPicPr>
            <a:picLocks noChangeAspect="1"/>
          </p:cNvPicPr>
          <p:nvPr/>
        </p:nvPicPr>
        <p:blipFill>
          <a:blip r:embed="rId4"/>
          <a:srcRect l="45486" t="41915" r="9028" b="17113"/>
          <a:stretch/>
        </p:blipFill>
        <p:spPr>
          <a:xfrm>
            <a:off x="5333744" y="2922417"/>
            <a:ext cx="6801567" cy="3443483"/>
          </a:xfrm>
          <a:prstGeom prst="rect">
            <a:avLst/>
          </a:prstGeom>
        </p:spPr>
      </p:pic>
    </p:spTree>
    <p:extLst>
      <p:ext uri="{BB962C8B-B14F-4D97-AF65-F5344CB8AC3E}">
        <p14:creationId xmlns:p14="http://schemas.microsoft.com/office/powerpoint/2010/main" val="31880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745F7-C219-33FE-9CB7-13077D69CD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3CBFF7-D01A-A91F-1D9D-149A401E7608}"/>
              </a:ext>
            </a:extLst>
          </p:cNvPr>
          <p:cNvSpPr>
            <a:spLocks noGrp="1"/>
          </p:cNvSpPr>
          <p:nvPr>
            <p:ph type="title"/>
          </p:nvPr>
        </p:nvSpPr>
        <p:spPr/>
        <p:txBody>
          <a:bodyPr/>
          <a:lstStyle/>
          <a:p>
            <a:r>
              <a:rPr lang="en-GB">
                <a:ea typeface="Calibri Light"/>
                <a:cs typeface="Calibri Light"/>
              </a:rPr>
              <a:t>Event-driven </a:t>
            </a:r>
            <a:r>
              <a:rPr lang="en-GB" err="1">
                <a:ea typeface="Calibri Light"/>
                <a:cs typeface="Calibri Light"/>
              </a:rPr>
              <a:t>Modeling</a:t>
            </a:r>
            <a:endParaRPr lang="en-US" err="1"/>
          </a:p>
        </p:txBody>
      </p:sp>
      <p:sp>
        <p:nvSpPr>
          <p:cNvPr id="3" name="Content Placeholder 2">
            <a:extLst>
              <a:ext uri="{FF2B5EF4-FFF2-40B4-BE49-F238E27FC236}">
                <a16:creationId xmlns:a16="http://schemas.microsoft.com/office/drawing/2014/main" id="{B9657582-A812-E808-9D17-E270286AA099}"/>
              </a:ext>
            </a:extLst>
          </p:cNvPr>
          <p:cNvSpPr>
            <a:spLocks noGrp="1"/>
          </p:cNvSpPr>
          <p:nvPr>
            <p:ph idx="1"/>
          </p:nvPr>
        </p:nvSpPr>
        <p:spPr>
          <a:xfrm>
            <a:off x="838200" y="1510219"/>
            <a:ext cx="10515600" cy="5031147"/>
          </a:xfrm>
        </p:spPr>
        <p:txBody>
          <a:bodyPr vert="horz" lIns="91440" tIns="45720" rIns="91440" bIns="45720" rtlCol="0" anchor="t">
            <a:normAutofit/>
          </a:bodyPr>
          <a:lstStyle/>
          <a:p>
            <a:r>
              <a:rPr lang="en-US" dirty="0">
                <a:ea typeface="+mn-lt"/>
                <a:cs typeface="+mn-lt"/>
              </a:rPr>
              <a:t>Event-driven modeling </a:t>
            </a:r>
            <a:r>
              <a:rPr lang="en-US" dirty="0">
                <a:highlight>
                  <a:srgbClr val="FFFF00"/>
                </a:highlight>
                <a:ea typeface="+mn-lt"/>
                <a:cs typeface="+mn-lt"/>
              </a:rPr>
              <a:t>shows how a system responds to external and internal events</a:t>
            </a:r>
            <a:endParaRPr lang="en-US" dirty="0">
              <a:highlight>
                <a:srgbClr val="FFFF00"/>
              </a:highlight>
              <a:ea typeface="Calibri" panose="020F0502020204030204"/>
              <a:cs typeface="Calibri"/>
            </a:endParaRPr>
          </a:p>
          <a:p>
            <a:r>
              <a:rPr lang="en-US" dirty="0">
                <a:ea typeface="+mn-lt"/>
                <a:cs typeface="+mn-lt"/>
              </a:rPr>
              <a:t>Assumption: System has a finite number of states and that events (stimuli) may cause a transition from one state to another</a:t>
            </a:r>
            <a:endParaRPr lang="en-US" dirty="0">
              <a:ea typeface="Calibri"/>
              <a:cs typeface="Calibri"/>
            </a:endParaRPr>
          </a:p>
          <a:p>
            <a:r>
              <a:rPr lang="en-US" dirty="0">
                <a:ea typeface="+mn-lt"/>
                <a:cs typeface="+mn-lt"/>
              </a:rPr>
              <a:t>This view of a system is particularly appropriate for real-time systems</a:t>
            </a:r>
            <a:endParaRPr lang="en-US" dirty="0">
              <a:ea typeface="Calibri" panose="020F0502020204030204"/>
              <a:cs typeface="Calibri" panose="020F0502020204030204"/>
            </a:endParaRPr>
          </a:p>
          <a:p>
            <a:r>
              <a:rPr lang="en-US" dirty="0">
                <a:ea typeface="+mn-lt"/>
                <a:cs typeface="+mn-lt"/>
              </a:rPr>
              <a:t>The UML supports event-based modeling using </a:t>
            </a:r>
            <a:r>
              <a:rPr lang="en-US" b="1" dirty="0">
                <a:ea typeface="+mn-lt"/>
                <a:cs typeface="+mn-lt"/>
              </a:rPr>
              <a:t>state diagrams</a:t>
            </a:r>
            <a:r>
              <a:rPr lang="en-US" dirty="0">
                <a:ea typeface="+mn-lt"/>
                <a:cs typeface="+mn-lt"/>
              </a:rPr>
              <a:t> (more in SE lab)</a:t>
            </a:r>
            <a:endParaRPr lang="en-US" dirty="0">
              <a:ea typeface="Calibri" panose="020F0502020204030204"/>
              <a:cs typeface="Calibri" panose="020F0502020204030204"/>
            </a:endParaRPr>
          </a:p>
          <a:p>
            <a:r>
              <a:rPr lang="en-US" dirty="0">
                <a:ea typeface="+mn-lt"/>
                <a:cs typeface="+mn-lt"/>
              </a:rPr>
              <a:t>State diagrams show system states and events that cause transitions from one state to another</a:t>
            </a:r>
          </a:p>
          <a:p>
            <a:r>
              <a:rPr lang="en-US" dirty="0">
                <a:ea typeface="+mn-lt"/>
                <a:cs typeface="+mn-lt"/>
              </a:rPr>
              <a:t>They do not show the flow of data within the system but may include additional information on the computations carried out in each state</a:t>
            </a:r>
            <a:endParaRPr lang="en-US" dirty="0">
              <a:ea typeface="Calibri" panose="020F0502020204030204"/>
              <a:cs typeface="Calibri" panose="020F0502020204030204"/>
            </a:endParaRPr>
          </a:p>
          <a:p>
            <a:pPr lvl="1"/>
            <a:endParaRPr lang="en-GB" b="1">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B0BB99B6-238A-3612-F811-99C21972CD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6FCD9FF2-C82C-0E2A-E2C2-53A6D4FDD77D}"/>
              </a:ext>
            </a:extLst>
          </p:cNvPr>
          <p:cNvSpPr>
            <a:spLocks noGrp="1"/>
          </p:cNvSpPr>
          <p:nvPr>
            <p:ph type="sldNum" sz="quarter" idx="12"/>
          </p:nvPr>
        </p:nvSpPr>
        <p:spPr/>
        <p:txBody>
          <a:bodyPr/>
          <a:lstStyle/>
          <a:p>
            <a:fld id="{008559AE-1842-40A5-A2A9-0518F39FD1A9}" type="slidenum">
              <a:rPr lang="en-US" smtClean="0"/>
              <a:t>13</a:t>
            </a:fld>
            <a:endParaRPr lang="en-GB"/>
          </a:p>
        </p:txBody>
      </p:sp>
      <p:sp>
        <p:nvSpPr>
          <p:cNvPr id="7" name="Footer Placeholder 6">
            <a:extLst>
              <a:ext uri="{FF2B5EF4-FFF2-40B4-BE49-F238E27FC236}">
                <a16:creationId xmlns:a16="http://schemas.microsoft.com/office/drawing/2014/main" id="{9B863701-9A13-556D-BB78-E053E9204100}"/>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7596984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FC855-21E7-BEB2-EDC3-85D0A69BB5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1DE661-3175-3DD9-F40E-0BF40BAA5131}"/>
              </a:ext>
            </a:extLst>
          </p:cNvPr>
          <p:cNvSpPr>
            <a:spLocks noGrp="1"/>
          </p:cNvSpPr>
          <p:nvPr>
            <p:ph type="title"/>
          </p:nvPr>
        </p:nvSpPr>
        <p:spPr/>
        <p:txBody>
          <a:bodyPr/>
          <a:lstStyle/>
          <a:p>
            <a:r>
              <a:rPr lang="en-GB">
                <a:ea typeface="Calibri Light"/>
                <a:cs typeface="Calibri Light"/>
              </a:rPr>
              <a:t>Event-driven </a:t>
            </a:r>
            <a:r>
              <a:rPr lang="en-GB" err="1">
                <a:ea typeface="Calibri Light"/>
                <a:cs typeface="Calibri Light"/>
              </a:rPr>
              <a:t>Modeling</a:t>
            </a:r>
            <a:endParaRPr lang="en-US" err="1"/>
          </a:p>
        </p:txBody>
      </p:sp>
      <p:sp>
        <p:nvSpPr>
          <p:cNvPr id="3" name="Content Placeholder 2">
            <a:extLst>
              <a:ext uri="{FF2B5EF4-FFF2-40B4-BE49-F238E27FC236}">
                <a16:creationId xmlns:a16="http://schemas.microsoft.com/office/drawing/2014/main" id="{0AB2DFD0-6FCB-657E-8871-9F436DEB0948}"/>
              </a:ext>
            </a:extLst>
          </p:cNvPr>
          <p:cNvSpPr>
            <a:spLocks noGrp="1"/>
          </p:cNvSpPr>
          <p:nvPr>
            <p:ph idx="1"/>
          </p:nvPr>
        </p:nvSpPr>
        <p:spPr>
          <a:xfrm>
            <a:off x="838200" y="1690328"/>
            <a:ext cx="10515600" cy="5031147"/>
          </a:xfrm>
        </p:spPr>
        <p:txBody>
          <a:bodyPr vert="horz" lIns="91440" tIns="45720" rIns="91440" bIns="45720" rtlCol="0" anchor="t">
            <a:normAutofit/>
          </a:bodyPr>
          <a:lstStyle/>
          <a:p>
            <a:pPr marL="0" indent="0">
              <a:buNone/>
            </a:pPr>
            <a:endParaRPr lang="en-US">
              <a:ea typeface="Calibri" panose="020F0502020204030204"/>
              <a:cs typeface="Calibri" panose="020F0502020204030204"/>
            </a:endParaRPr>
          </a:p>
          <a:p>
            <a:pPr marL="0" indent="0">
              <a:buNone/>
            </a:pPr>
            <a:endParaRPr lang="en-US">
              <a:ea typeface="Calibri" panose="020F0502020204030204"/>
              <a:cs typeface="Calibri" panose="020F0502020204030204"/>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E979A401-FD58-FB90-93C0-6ABAB97E8A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C0710F4B-D85E-12A4-2EB5-D321EC0FC77B}"/>
              </a:ext>
            </a:extLst>
          </p:cNvPr>
          <p:cNvSpPr>
            <a:spLocks noGrp="1"/>
          </p:cNvSpPr>
          <p:nvPr>
            <p:ph type="sldNum" sz="quarter" idx="12"/>
          </p:nvPr>
        </p:nvSpPr>
        <p:spPr/>
        <p:txBody>
          <a:bodyPr/>
          <a:lstStyle/>
          <a:p>
            <a:fld id="{008559AE-1842-40A5-A2A9-0518F39FD1A9}" type="slidenum">
              <a:rPr lang="en-US" smtClean="0"/>
              <a:t>14</a:t>
            </a:fld>
            <a:endParaRPr lang="en-GB"/>
          </a:p>
        </p:txBody>
      </p:sp>
      <p:sp>
        <p:nvSpPr>
          <p:cNvPr id="7" name="Footer Placeholder 6">
            <a:extLst>
              <a:ext uri="{FF2B5EF4-FFF2-40B4-BE49-F238E27FC236}">
                <a16:creationId xmlns:a16="http://schemas.microsoft.com/office/drawing/2014/main" id="{40E884BF-B0B2-1B27-C618-C505EAA099D2}"/>
              </a:ext>
            </a:extLst>
          </p:cNvPr>
          <p:cNvSpPr>
            <a:spLocks noGrp="1"/>
          </p:cNvSpPr>
          <p:nvPr>
            <p:ph type="ftr" sz="quarter" idx="11"/>
          </p:nvPr>
        </p:nvSpPr>
        <p:spPr/>
        <p:txBody>
          <a:bodyPr/>
          <a:lstStyle/>
          <a:p>
            <a:r>
              <a:rPr lang="en-US"/>
              <a:t>Software Engineering</a:t>
            </a:r>
          </a:p>
        </p:txBody>
      </p:sp>
      <p:pic>
        <p:nvPicPr>
          <p:cNvPr id="5" name="Picture 4" descr="A screenshot of a computer&#10;&#10;AI-generated content may be incorrect.">
            <a:extLst>
              <a:ext uri="{FF2B5EF4-FFF2-40B4-BE49-F238E27FC236}">
                <a16:creationId xmlns:a16="http://schemas.microsoft.com/office/drawing/2014/main" id="{A0BA1413-BFD2-5D66-1977-C80E89B74A83}"/>
              </a:ext>
            </a:extLst>
          </p:cNvPr>
          <p:cNvPicPr>
            <a:picLocks noChangeAspect="1"/>
          </p:cNvPicPr>
          <p:nvPr/>
        </p:nvPicPr>
        <p:blipFill>
          <a:blip r:embed="rId4"/>
          <a:srcRect l="31523" t="27371" r="11207" b="8613"/>
          <a:stretch/>
        </p:blipFill>
        <p:spPr>
          <a:xfrm>
            <a:off x="3048001" y="1342889"/>
            <a:ext cx="8075073" cy="5035021"/>
          </a:xfrm>
          <a:prstGeom prst="rect">
            <a:avLst/>
          </a:prstGeom>
        </p:spPr>
      </p:pic>
      <p:sp>
        <p:nvSpPr>
          <p:cNvPr id="9" name="TextBox 8">
            <a:extLst>
              <a:ext uri="{FF2B5EF4-FFF2-40B4-BE49-F238E27FC236}">
                <a16:creationId xmlns:a16="http://schemas.microsoft.com/office/drawing/2014/main" id="{4575E5AC-8F47-B04E-2341-1833F8A6C0FA}"/>
              </a:ext>
            </a:extLst>
          </p:cNvPr>
          <p:cNvSpPr txBox="1"/>
          <p:nvPr/>
        </p:nvSpPr>
        <p:spPr>
          <a:xfrm>
            <a:off x="254000" y="2158999"/>
            <a:ext cx="2991555"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In UML state diagrams, rounded rectangles represent system states. They may</a:t>
            </a:r>
            <a:endParaRPr lang="en-US"/>
          </a:p>
          <a:p>
            <a:r>
              <a:rPr lang="en-US">
                <a:ea typeface="+mn-lt"/>
                <a:cs typeface="+mn-lt"/>
              </a:rPr>
              <a:t>include a brief description (following “do”) of the actions taken in that state. The</a:t>
            </a:r>
            <a:endParaRPr lang="en-US"/>
          </a:p>
          <a:p>
            <a:r>
              <a:rPr lang="en-US">
                <a:ea typeface="+mn-lt"/>
                <a:cs typeface="+mn-lt"/>
              </a:rPr>
              <a:t>labeled arrows represent stimuli that force a transition from one state to another. You can indicate start and end states using filled circles, as in activity diagrams.</a:t>
            </a:r>
            <a:endParaRPr lang="en-US">
              <a:ea typeface="Calibri" panose="020F0502020204030204"/>
              <a:cs typeface="Calibri" panose="020F0502020204030204"/>
            </a:endParaRPr>
          </a:p>
        </p:txBody>
      </p:sp>
    </p:spTree>
    <p:extLst>
      <p:ext uri="{BB962C8B-B14F-4D97-AF65-F5344CB8AC3E}">
        <p14:creationId xmlns:p14="http://schemas.microsoft.com/office/powerpoint/2010/main" val="5677464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5B4E3-AD73-B4EC-30B4-3A464A7AE6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C98BE8-E7BE-6A08-3724-FDDA1D3961D8}"/>
              </a:ext>
            </a:extLst>
          </p:cNvPr>
          <p:cNvSpPr>
            <a:spLocks noGrp="1"/>
          </p:cNvSpPr>
          <p:nvPr>
            <p:ph type="title"/>
          </p:nvPr>
        </p:nvSpPr>
        <p:spPr/>
        <p:txBody>
          <a:bodyPr/>
          <a:lstStyle/>
          <a:p>
            <a:r>
              <a:rPr lang="en-GB">
                <a:ea typeface="Calibri Light"/>
                <a:cs typeface="Calibri Light"/>
              </a:rPr>
              <a:t>Event-driven </a:t>
            </a:r>
            <a:r>
              <a:rPr lang="en-GB" err="1">
                <a:ea typeface="Calibri Light"/>
                <a:cs typeface="Calibri Light"/>
              </a:rPr>
              <a:t>Modeling</a:t>
            </a:r>
            <a:endParaRPr lang="en-GB">
              <a:ea typeface="Calibri Light"/>
              <a:cs typeface="Calibri Light"/>
            </a:endParaRPr>
          </a:p>
        </p:txBody>
      </p:sp>
      <p:pic>
        <p:nvPicPr>
          <p:cNvPr id="6" name="Picture 5" descr="A black and white logo&#10;&#10;Description automatically generated">
            <a:extLst>
              <a:ext uri="{FF2B5EF4-FFF2-40B4-BE49-F238E27FC236}">
                <a16:creationId xmlns:a16="http://schemas.microsoft.com/office/drawing/2014/main" id="{8B5401A3-01A7-7C11-88D3-B0D2F114A2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7B389359-3A5D-60E4-8CCB-10856B97A047}"/>
              </a:ext>
            </a:extLst>
          </p:cNvPr>
          <p:cNvSpPr>
            <a:spLocks noGrp="1"/>
          </p:cNvSpPr>
          <p:nvPr>
            <p:ph type="sldNum" sz="quarter" idx="12"/>
          </p:nvPr>
        </p:nvSpPr>
        <p:spPr/>
        <p:txBody>
          <a:bodyPr/>
          <a:lstStyle/>
          <a:p>
            <a:fld id="{008559AE-1842-40A5-A2A9-0518F39FD1A9}" type="slidenum">
              <a:rPr lang="en-US" smtClean="0"/>
              <a:t>15</a:t>
            </a:fld>
            <a:endParaRPr lang="en-GB"/>
          </a:p>
        </p:txBody>
      </p:sp>
      <p:sp>
        <p:nvSpPr>
          <p:cNvPr id="7" name="Footer Placeholder 6">
            <a:extLst>
              <a:ext uri="{FF2B5EF4-FFF2-40B4-BE49-F238E27FC236}">
                <a16:creationId xmlns:a16="http://schemas.microsoft.com/office/drawing/2014/main" id="{41607478-9552-0A9B-48C1-DC2BA59760FE}"/>
              </a:ext>
            </a:extLst>
          </p:cNvPr>
          <p:cNvSpPr>
            <a:spLocks noGrp="1"/>
          </p:cNvSpPr>
          <p:nvPr>
            <p:ph type="ftr" sz="quarter" idx="11"/>
          </p:nvPr>
        </p:nvSpPr>
        <p:spPr/>
        <p:txBody>
          <a:bodyPr/>
          <a:lstStyle/>
          <a:p>
            <a:r>
              <a:rPr lang="en-US"/>
              <a:t>Software Engineering</a:t>
            </a:r>
          </a:p>
        </p:txBody>
      </p:sp>
      <p:pic>
        <p:nvPicPr>
          <p:cNvPr id="5" name="Picture 4" descr="A screenshot of a software engineering program&#10;&#10;AI-generated content may be incorrect.">
            <a:extLst>
              <a:ext uri="{FF2B5EF4-FFF2-40B4-BE49-F238E27FC236}">
                <a16:creationId xmlns:a16="http://schemas.microsoft.com/office/drawing/2014/main" id="{5F728159-E195-8286-21CA-B11D437BD207}"/>
              </a:ext>
            </a:extLst>
          </p:cNvPr>
          <p:cNvPicPr>
            <a:picLocks noChangeAspect="1"/>
          </p:cNvPicPr>
          <p:nvPr/>
        </p:nvPicPr>
        <p:blipFill>
          <a:blip r:embed="rId4"/>
          <a:srcRect l="33102" t="33667" r="13657" b="14845"/>
          <a:stretch/>
        </p:blipFill>
        <p:spPr>
          <a:xfrm>
            <a:off x="2046111" y="1695006"/>
            <a:ext cx="8113896" cy="4404172"/>
          </a:xfrm>
          <a:prstGeom prst="rect">
            <a:avLst/>
          </a:prstGeom>
        </p:spPr>
      </p:pic>
      <p:sp>
        <p:nvSpPr>
          <p:cNvPr id="9" name="TextBox 8">
            <a:extLst>
              <a:ext uri="{FF2B5EF4-FFF2-40B4-BE49-F238E27FC236}">
                <a16:creationId xmlns:a16="http://schemas.microsoft.com/office/drawing/2014/main" id="{33688ED6-B2CA-0947-6458-BFC65D6AAD22}"/>
              </a:ext>
            </a:extLst>
          </p:cNvPr>
          <p:cNvSpPr txBox="1"/>
          <p:nvPr/>
        </p:nvSpPr>
        <p:spPr>
          <a:xfrm>
            <a:off x="211666" y="2314222"/>
            <a:ext cx="3993444" cy="23706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The problem with state-based modeling is that the number of possible states increases rapidly. For large system models, therefore, you need to hide detail in the models. One way to do this is by using the notion of a “superstate” that encapsulates a number of separate states.</a:t>
            </a:r>
          </a:p>
        </p:txBody>
      </p:sp>
    </p:spTree>
    <p:extLst>
      <p:ext uri="{BB962C8B-B14F-4D97-AF65-F5344CB8AC3E}">
        <p14:creationId xmlns:p14="http://schemas.microsoft.com/office/powerpoint/2010/main" val="39495495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2FEB0-B601-3050-6B59-F2907CC773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2ACF20-C88E-3DD2-BBC8-DF4740918740}"/>
              </a:ext>
            </a:extLst>
          </p:cNvPr>
          <p:cNvSpPr>
            <a:spLocks noGrp="1"/>
          </p:cNvSpPr>
          <p:nvPr>
            <p:ph type="title"/>
          </p:nvPr>
        </p:nvSpPr>
        <p:spPr/>
        <p:txBody>
          <a:bodyPr/>
          <a:lstStyle/>
          <a:p>
            <a:r>
              <a:rPr lang="en-GB">
                <a:ea typeface="Calibri Light"/>
                <a:cs typeface="Calibri Light"/>
              </a:rPr>
              <a:t>Event-driven </a:t>
            </a:r>
            <a:r>
              <a:rPr lang="en-GB" err="1">
                <a:ea typeface="Calibri Light"/>
                <a:cs typeface="Calibri Light"/>
              </a:rPr>
              <a:t>Modeling</a:t>
            </a:r>
            <a:endParaRPr lang="en-GB">
              <a:ea typeface="Calibri Light"/>
              <a:cs typeface="Calibri Light"/>
            </a:endParaRPr>
          </a:p>
        </p:txBody>
      </p:sp>
      <p:pic>
        <p:nvPicPr>
          <p:cNvPr id="6" name="Picture 5" descr="A black and white logo&#10;&#10;Description automatically generated">
            <a:extLst>
              <a:ext uri="{FF2B5EF4-FFF2-40B4-BE49-F238E27FC236}">
                <a16:creationId xmlns:a16="http://schemas.microsoft.com/office/drawing/2014/main" id="{706A6D76-BAA7-C970-7C49-6392F34708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5D28EE11-6E1C-94D2-483F-60774A3D1611}"/>
              </a:ext>
            </a:extLst>
          </p:cNvPr>
          <p:cNvSpPr>
            <a:spLocks noGrp="1"/>
          </p:cNvSpPr>
          <p:nvPr>
            <p:ph type="sldNum" sz="quarter" idx="12"/>
          </p:nvPr>
        </p:nvSpPr>
        <p:spPr/>
        <p:txBody>
          <a:bodyPr/>
          <a:lstStyle/>
          <a:p>
            <a:fld id="{008559AE-1842-40A5-A2A9-0518F39FD1A9}" type="slidenum">
              <a:rPr lang="en-US" smtClean="0"/>
              <a:t>16</a:t>
            </a:fld>
            <a:endParaRPr lang="en-GB"/>
          </a:p>
        </p:txBody>
      </p:sp>
      <p:sp>
        <p:nvSpPr>
          <p:cNvPr id="7" name="Footer Placeholder 6">
            <a:extLst>
              <a:ext uri="{FF2B5EF4-FFF2-40B4-BE49-F238E27FC236}">
                <a16:creationId xmlns:a16="http://schemas.microsoft.com/office/drawing/2014/main" id="{6838FA96-44D9-17EF-1F66-B33EA496F9E7}"/>
              </a:ext>
            </a:extLst>
          </p:cNvPr>
          <p:cNvSpPr>
            <a:spLocks noGrp="1"/>
          </p:cNvSpPr>
          <p:nvPr>
            <p:ph type="ftr" sz="quarter" idx="11"/>
          </p:nvPr>
        </p:nvSpPr>
        <p:spPr/>
        <p:txBody>
          <a:bodyPr/>
          <a:lstStyle/>
          <a:p>
            <a:r>
              <a:rPr lang="en-US"/>
              <a:t>Software Engineering</a:t>
            </a:r>
          </a:p>
        </p:txBody>
      </p:sp>
      <p:pic>
        <p:nvPicPr>
          <p:cNvPr id="3" name="Picture 2" descr="A screenshot of a computer&#10;&#10;AI-generated content may be incorrect.">
            <a:extLst>
              <a:ext uri="{FF2B5EF4-FFF2-40B4-BE49-F238E27FC236}">
                <a16:creationId xmlns:a16="http://schemas.microsoft.com/office/drawing/2014/main" id="{61541813-84CF-0B83-EF39-DD4A24990CE3}"/>
              </a:ext>
            </a:extLst>
          </p:cNvPr>
          <p:cNvPicPr>
            <a:picLocks noChangeAspect="1"/>
          </p:cNvPicPr>
          <p:nvPr/>
        </p:nvPicPr>
        <p:blipFill>
          <a:blip r:embed="rId4"/>
          <a:srcRect l="32060" t="16701" r="10401" b="5153"/>
          <a:stretch/>
        </p:blipFill>
        <p:spPr>
          <a:xfrm>
            <a:off x="5108222" y="1511562"/>
            <a:ext cx="7015119" cy="5356617"/>
          </a:xfrm>
          <a:prstGeom prst="rect">
            <a:avLst/>
          </a:prstGeom>
        </p:spPr>
      </p:pic>
      <p:sp>
        <p:nvSpPr>
          <p:cNvPr id="9" name="TextBox 8">
            <a:extLst>
              <a:ext uri="{FF2B5EF4-FFF2-40B4-BE49-F238E27FC236}">
                <a16:creationId xmlns:a16="http://schemas.microsoft.com/office/drawing/2014/main" id="{1145822A-72EA-B136-1C8A-F8DE6BA7CD04}"/>
              </a:ext>
            </a:extLst>
          </p:cNvPr>
          <p:cNvSpPr txBox="1"/>
          <p:nvPr/>
        </p:nvSpPr>
        <p:spPr>
          <a:xfrm>
            <a:off x="282222" y="3175000"/>
            <a:ext cx="482600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State models of a system provide an overview of event processing, but you normally have to extend this with a more detailed description of the stimuli and the system states. You may use a table to list the states and events that stimulate state transitions along with a description of each state and event.</a:t>
            </a:r>
            <a:endParaRPr lang="en-US">
              <a:ea typeface="Calibri"/>
              <a:cs typeface="Calibri"/>
            </a:endParaRPr>
          </a:p>
        </p:txBody>
      </p:sp>
    </p:spTree>
    <p:extLst>
      <p:ext uri="{BB962C8B-B14F-4D97-AF65-F5344CB8AC3E}">
        <p14:creationId xmlns:p14="http://schemas.microsoft.com/office/powerpoint/2010/main" val="16108203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3DBEC-9C96-F59A-F898-B179373F5B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3F3C89-1171-14C7-A0B9-643B224D5B2A}"/>
              </a:ext>
            </a:extLst>
          </p:cNvPr>
          <p:cNvSpPr>
            <a:spLocks noGrp="1"/>
          </p:cNvSpPr>
          <p:nvPr>
            <p:ph type="title"/>
          </p:nvPr>
        </p:nvSpPr>
        <p:spPr/>
        <p:txBody>
          <a:bodyPr/>
          <a:lstStyle/>
          <a:p>
            <a:r>
              <a:rPr lang="en-GB">
                <a:ea typeface="Calibri Light"/>
                <a:cs typeface="Calibri Light"/>
              </a:rPr>
              <a:t>Model-driven Engineering</a:t>
            </a:r>
            <a:endParaRPr lang="en-US"/>
          </a:p>
        </p:txBody>
      </p:sp>
      <p:sp>
        <p:nvSpPr>
          <p:cNvPr id="3" name="Content Placeholder 2">
            <a:extLst>
              <a:ext uri="{FF2B5EF4-FFF2-40B4-BE49-F238E27FC236}">
                <a16:creationId xmlns:a16="http://schemas.microsoft.com/office/drawing/2014/main" id="{62064723-A3EB-6C46-1F82-BFDEA3DB16AF}"/>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a:ea typeface="+mn-lt"/>
                <a:cs typeface="+mn-lt"/>
              </a:rPr>
              <a:t>Model-driven engineering (MDE) is an approach to software development whereby models rather than programs are the principal outputs of the development process (Brambilla, Cabot, and Wimmer 2012)</a:t>
            </a:r>
            <a:endParaRPr lang="en-US">
              <a:ea typeface="Calibri" panose="020F0502020204030204"/>
              <a:cs typeface="Calibri" panose="020F0502020204030204"/>
            </a:endParaRPr>
          </a:p>
          <a:p>
            <a:r>
              <a:rPr lang="en-US">
                <a:ea typeface="+mn-lt"/>
                <a:cs typeface="+mn-lt"/>
              </a:rPr>
              <a:t>Model-driven engineering was developed from the idea of model-driven architecture (MDA) (proposed by the Object Management Group (OMG) as a new software development paradigm (Mellor, Scott, and Weise 2004))</a:t>
            </a:r>
            <a:endParaRPr lang="en-US">
              <a:ea typeface="Calibri"/>
              <a:cs typeface="Calibri"/>
            </a:endParaRPr>
          </a:p>
          <a:p>
            <a:r>
              <a:rPr lang="en-US">
                <a:ea typeface="+mn-lt"/>
                <a:cs typeface="+mn-lt"/>
              </a:rPr>
              <a:t>MDA focuses on the design and implementation stages of software development, whereas MDE is ­ concerned with all aspects of the software engineering process</a:t>
            </a:r>
            <a:endParaRPr lang="en-US">
              <a:ea typeface="Calibri" panose="020F0502020204030204"/>
              <a:cs typeface="Calibri" panose="020F0502020204030204"/>
            </a:endParaRPr>
          </a:p>
          <a:p>
            <a:pPr lvl="1"/>
            <a:endParaRPr lang="en-GB" b="1">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709C8A4A-AFDA-C95A-DF14-3BA1889D08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2422F26A-2F55-627E-45C3-AA4B423796AD}"/>
              </a:ext>
            </a:extLst>
          </p:cNvPr>
          <p:cNvSpPr>
            <a:spLocks noGrp="1"/>
          </p:cNvSpPr>
          <p:nvPr>
            <p:ph type="sldNum" sz="quarter" idx="12"/>
          </p:nvPr>
        </p:nvSpPr>
        <p:spPr/>
        <p:txBody>
          <a:bodyPr/>
          <a:lstStyle/>
          <a:p>
            <a:fld id="{008559AE-1842-40A5-A2A9-0518F39FD1A9}" type="slidenum">
              <a:rPr lang="en-US" smtClean="0"/>
              <a:t>17</a:t>
            </a:fld>
            <a:endParaRPr lang="en-GB"/>
          </a:p>
        </p:txBody>
      </p:sp>
      <p:sp>
        <p:nvSpPr>
          <p:cNvPr id="7" name="Footer Placeholder 6">
            <a:extLst>
              <a:ext uri="{FF2B5EF4-FFF2-40B4-BE49-F238E27FC236}">
                <a16:creationId xmlns:a16="http://schemas.microsoft.com/office/drawing/2014/main" id="{FA2BE8F6-6B2B-2667-FC25-EA24D9623B5E}"/>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2493901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EE74C-B710-44DB-B158-0ECD85ECF9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CB345A-8243-97D0-5CC0-8F6413570869}"/>
              </a:ext>
            </a:extLst>
          </p:cNvPr>
          <p:cNvSpPr>
            <a:spLocks noGrp="1"/>
          </p:cNvSpPr>
          <p:nvPr>
            <p:ph type="title"/>
          </p:nvPr>
        </p:nvSpPr>
        <p:spPr/>
        <p:txBody>
          <a:bodyPr/>
          <a:lstStyle/>
          <a:p>
            <a:r>
              <a:rPr lang="en-GB" dirty="0">
                <a:ea typeface="Calibri Light"/>
                <a:cs typeface="Calibri Light"/>
              </a:rPr>
              <a:t>Model-driven Architecture</a:t>
            </a:r>
            <a:endParaRPr lang="en-US" dirty="0"/>
          </a:p>
        </p:txBody>
      </p:sp>
      <p:sp>
        <p:nvSpPr>
          <p:cNvPr id="3" name="Content Placeholder 2">
            <a:extLst>
              <a:ext uri="{FF2B5EF4-FFF2-40B4-BE49-F238E27FC236}">
                <a16:creationId xmlns:a16="http://schemas.microsoft.com/office/drawing/2014/main" id="{FC5DF5D4-84C3-8F2E-EED6-C9CD05B05D45}"/>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mn-lt"/>
                <a:cs typeface="+mn-lt"/>
              </a:rPr>
              <a:t>Use a subset of UML models to describe a system</a:t>
            </a:r>
            <a:endParaRPr lang="en-US" dirty="0">
              <a:ea typeface="Calibri" panose="020F0502020204030204"/>
              <a:cs typeface="Calibri" panose="020F0502020204030204"/>
            </a:endParaRPr>
          </a:p>
          <a:p>
            <a:r>
              <a:rPr lang="en-US" dirty="0">
                <a:ea typeface="Calibri" panose="020F0502020204030204"/>
                <a:cs typeface="Calibri" panose="020F0502020204030204"/>
              </a:rPr>
              <a:t>Models are created at different level of abstraction</a:t>
            </a:r>
          </a:p>
          <a:p>
            <a:r>
              <a:rPr lang="en-US" dirty="0">
                <a:ea typeface="Calibri" panose="020F0502020204030204"/>
                <a:cs typeface="Calibri" panose="020F0502020204030204"/>
              </a:rPr>
              <a:t>MDA recommends three types of abstract system models:</a:t>
            </a:r>
          </a:p>
          <a:p>
            <a:pPr lvl="1"/>
            <a:r>
              <a:rPr lang="en-US" dirty="0">
                <a:ea typeface="Calibri" panose="020F0502020204030204"/>
                <a:cs typeface="Calibri" panose="020F0502020204030204"/>
              </a:rPr>
              <a:t>Computation Independent Model (CIM): High level business model that describes process without considering software details (example: flowchart or activity diagram)</a:t>
            </a:r>
          </a:p>
          <a:p>
            <a:pPr lvl="1"/>
            <a:r>
              <a:rPr lang="en-US" dirty="0">
                <a:ea typeface="Calibri" panose="020F0502020204030204"/>
                <a:cs typeface="Calibri" panose="020F0502020204030204"/>
              </a:rPr>
              <a:t>Platform Independent Model (PIM): Defines architecture and logic without mentioning specific technology (example: class diagrams)</a:t>
            </a:r>
          </a:p>
          <a:p>
            <a:pPr lvl="1"/>
            <a:r>
              <a:rPr lang="en-US" dirty="0">
                <a:ea typeface="Calibri" panose="020F0502020204030204"/>
                <a:cs typeface="Calibri" panose="020F0502020204030204"/>
              </a:rPr>
              <a:t>Platform Specific Model (PSM): Transform PIM into a platform specific implementation (example: </a:t>
            </a:r>
            <a:r>
              <a:rPr lang="en-US" dirty="0">
                <a:ea typeface="+mn-lt"/>
                <a:cs typeface="+mn-lt"/>
              </a:rPr>
              <a:t>Eclipse EMF (Eclipse Modeling Framework) – Generates Java code from UML models, </a:t>
            </a:r>
            <a:r>
              <a:rPr lang="en-US" err="1">
                <a:ea typeface="+mn-lt"/>
                <a:cs typeface="+mn-lt"/>
              </a:rPr>
              <a:t>Acceleo</a:t>
            </a:r>
            <a:r>
              <a:rPr lang="en-US" dirty="0">
                <a:ea typeface="+mn-lt"/>
                <a:cs typeface="+mn-lt"/>
              </a:rPr>
              <a:t> – Generates code from models using templates (supports Java, Python, PHP), </a:t>
            </a:r>
            <a:r>
              <a:rPr lang="en-US" err="1">
                <a:ea typeface="+mn-lt"/>
                <a:cs typeface="+mn-lt"/>
              </a:rPr>
              <a:t>AndroMDA</a:t>
            </a:r>
            <a:r>
              <a:rPr lang="en-US" dirty="0">
                <a:ea typeface="+mn-lt"/>
                <a:cs typeface="+mn-lt"/>
              </a:rPr>
              <a:t> – Converts UML into J2EE components)</a:t>
            </a:r>
            <a:endParaRPr lang="en-US" dirty="0">
              <a:ea typeface="Calibri" panose="020F0502020204030204"/>
              <a:cs typeface="Calibri"/>
            </a:endParaRPr>
          </a:p>
          <a:p>
            <a:pPr lvl="1"/>
            <a:endParaRPr lang="en-US" dirty="0">
              <a:ea typeface="Calibri" panose="020F0502020204030204"/>
              <a:cs typeface="Calibri"/>
            </a:endParaRPr>
          </a:p>
          <a:p>
            <a:pPr lvl="1"/>
            <a:endParaRPr lang="en-GB" b="1">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E92A1E81-CA75-2A0A-2449-00455FBAE5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BC4A0F37-A442-F5B8-33E6-7A9E4BB84BE1}"/>
              </a:ext>
            </a:extLst>
          </p:cNvPr>
          <p:cNvSpPr>
            <a:spLocks noGrp="1"/>
          </p:cNvSpPr>
          <p:nvPr>
            <p:ph type="sldNum" sz="quarter" idx="12"/>
          </p:nvPr>
        </p:nvSpPr>
        <p:spPr/>
        <p:txBody>
          <a:bodyPr/>
          <a:lstStyle/>
          <a:p>
            <a:fld id="{008559AE-1842-40A5-A2A9-0518F39FD1A9}" type="slidenum">
              <a:rPr lang="en-US" smtClean="0"/>
              <a:t>18</a:t>
            </a:fld>
            <a:endParaRPr lang="en-GB"/>
          </a:p>
        </p:txBody>
      </p:sp>
      <p:sp>
        <p:nvSpPr>
          <p:cNvPr id="7" name="Footer Placeholder 6">
            <a:extLst>
              <a:ext uri="{FF2B5EF4-FFF2-40B4-BE49-F238E27FC236}">
                <a16:creationId xmlns:a16="http://schemas.microsoft.com/office/drawing/2014/main" id="{CC7372A4-FAD9-2CC3-E5F6-8A5E07534F68}"/>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9004189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1834713A0238B47A82B49BB61910BB7" ma:contentTypeVersion="4" ma:contentTypeDescription="Create a new document." ma:contentTypeScope="" ma:versionID="6d4706a53c2ea577fa6530616b401942">
  <xsd:schema xmlns:xsd="http://www.w3.org/2001/XMLSchema" xmlns:xs="http://www.w3.org/2001/XMLSchema" xmlns:p="http://schemas.microsoft.com/office/2006/metadata/properties" xmlns:ns3="5036cfa6-d0e1-4902-a771-3c3912700344" targetNamespace="http://schemas.microsoft.com/office/2006/metadata/properties" ma:root="true" ma:fieldsID="a1d272197f808f89f8a24a3fbeb7e316" ns3:_="">
    <xsd:import namespace="5036cfa6-d0e1-4902-a771-3c3912700344"/>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36cfa6-d0e1-4902-a771-3c391270034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52CE482-82E1-495F-A096-31F88599D290}">
  <ds:schemaRefs>
    <ds:schemaRef ds:uri="5036cfa6-d0e1-4902-a771-3c391270034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4292D93-FF2A-4DA5-8E8B-A42F52EE7A22}">
  <ds:schemaRefs>
    <ds:schemaRef ds:uri="http://schemas.microsoft.com/sharepoint/v3/contenttype/forms"/>
  </ds:schemaRefs>
</ds:datastoreItem>
</file>

<file path=customXml/itemProps3.xml><?xml version="1.0" encoding="utf-8"?>
<ds:datastoreItem xmlns:ds="http://schemas.openxmlformats.org/officeDocument/2006/customXml" ds:itemID="{50ED4F75-3CD7-45A8-9549-E613B31DDB2A}">
  <ds:schemaRefs>
    <ds:schemaRef ds:uri="5036cfa6-d0e1-4902-a771-3c391270034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18</Slides>
  <Notes>17</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Software Engineering (CS3201) System Models </vt:lpstr>
      <vt:lpstr>Recap</vt:lpstr>
      <vt:lpstr> </vt:lpstr>
      <vt:lpstr>Interaction Models</vt:lpstr>
      <vt:lpstr>How modelling component interaction helps</vt:lpstr>
      <vt:lpstr>Interaction Models</vt:lpstr>
      <vt:lpstr>Use Case Modeling</vt:lpstr>
      <vt:lpstr>Sequence Diagrams</vt:lpstr>
      <vt:lpstr>Behavioural Models</vt:lpstr>
      <vt:lpstr>Data-driven Modeling</vt:lpstr>
      <vt:lpstr>Data-driven Modeling</vt:lpstr>
      <vt:lpstr>Data-driven Modeling</vt:lpstr>
      <vt:lpstr>Event-driven Modeling</vt:lpstr>
      <vt:lpstr>Event-driven Modeling</vt:lpstr>
      <vt:lpstr>Event-driven Modeling</vt:lpstr>
      <vt:lpstr>Event-driven Modeling</vt:lpstr>
      <vt:lpstr>Model-driven Engineering</vt:lpstr>
      <vt:lpstr>Model-driven Architecture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NLP  CS 475</dc:title>
  <dc:creator>Avinash Arun Chauhan</dc:creator>
  <cp:revision>118</cp:revision>
  <dcterms:created xsi:type="dcterms:W3CDTF">2022-08-02T06:42:39Z</dcterms:created>
  <dcterms:modified xsi:type="dcterms:W3CDTF">2026-03-11T04:24:05Z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0x01010051834713A0238B47A82B49BB61910BB7</vt:lpwstr>
  </property>
</Properties>
</file>