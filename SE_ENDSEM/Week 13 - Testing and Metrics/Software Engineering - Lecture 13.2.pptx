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22"/>
  </p:notesMasterIdLst>
  <p:sldIdLst>
    <p:sldId id="256" r:id="rId5"/>
    <p:sldId id="505" r:id="rId6"/>
    <p:sldId id="610" r:id="rId7"/>
    <p:sldId id="603" r:id="rId8"/>
    <p:sldId id="604" r:id="rId9"/>
    <p:sldId id="615" r:id="rId10"/>
    <p:sldId id="605" r:id="rId11"/>
    <p:sldId id="616" r:id="rId12"/>
    <p:sldId id="606" r:id="rId13"/>
    <p:sldId id="607" r:id="rId14"/>
    <p:sldId id="617" r:id="rId15"/>
    <p:sldId id="608" r:id="rId16"/>
    <p:sldId id="609" r:id="rId17"/>
    <p:sldId id="611" r:id="rId18"/>
    <p:sldId id="612" r:id="rId19"/>
    <p:sldId id="613" r:id="rId20"/>
    <p:sldId id="61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3CE73F-157B-D4FE-1F80-BEEC059A3B48}" v="1225" dt="2025-05-05T06:18:27.549"/>
    <p1510:client id="{BC0A1928-B257-41E1-214A-B3C8D35457B2}" v="1786" dt="2025-05-05T08:37:55.406"/>
    <p1510:client id="{EDEB6E02-EA28-CCDF-2110-96B0903C0318}" v="108" dt="2025-05-05T08:41:52.38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93E60203-4A11-256C-2606-20F9145B4C5E}"/>
    <pc:docChg chg="modSld">
      <pc:chgData name="Avinash Arun Chauhan" userId="S::avinash.chauhan@mahindrauniversity.edu.in::241b5f3e-36f4-4c61-9553-90e6a1c1b8a6" providerId="AD" clId="Web-{93E60203-4A11-256C-2606-20F9145B4C5E}" dt="2022-09-14T05:57:35.259" v="13" actId="20577"/>
      <pc:docMkLst>
        <pc:docMk/>
      </pc:docMkLst>
      <pc:sldChg chg="modSp">
        <pc:chgData name="Avinash Arun Chauhan" userId="S::avinash.chauhan@mahindrauniversity.edu.in::241b5f3e-36f4-4c61-9553-90e6a1c1b8a6" providerId="AD" clId="Web-{93E60203-4A11-256C-2606-20F9145B4C5E}" dt="2022-09-14T05:57:35.259" v="13" actId="20577"/>
        <pc:sldMkLst>
          <pc:docMk/>
          <pc:sldMk cId="1540275285" sldId="256"/>
        </pc:sldMkLst>
      </pc:sldChg>
      <pc:sldChg chg="modSp">
        <pc:chgData name="Avinash Arun Chauhan" userId="S::avinash.chauhan@mahindrauniversity.edu.in::241b5f3e-36f4-4c61-9553-90e6a1c1b8a6" providerId="AD" clId="Web-{93E60203-4A11-256C-2606-20F9145B4C5E}" dt="2022-09-14T05:53:16.547" v="5" actId="20577"/>
        <pc:sldMkLst>
          <pc:docMk/>
          <pc:sldMk cId="3834488751" sldId="263"/>
        </pc:sldMkLst>
      </pc:sldChg>
    </pc:docChg>
  </pc:docChgLst>
  <pc:docChgLst>
    <pc:chgData name="Avinash Arun Chauhan" userId="S::avinash.chauhan@mahindrauniversity.edu.in::241b5f3e-36f4-4c61-9553-90e6a1c1b8a6" providerId="AD" clId="Web-{F55FB88A-BD0C-37A7-2709-38D5CE79F19A}"/>
    <pc:docChg chg="addSld delSld modSld">
      <pc:chgData name="Avinash Arun Chauhan" userId="S::avinash.chauhan@mahindrauniversity.edu.in::241b5f3e-36f4-4c61-9553-90e6a1c1b8a6" providerId="AD" clId="Web-{F55FB88A-BD0C-37A7-2709-38D5CE79F19A}" dt="2025-03-07T11:36:37.420" v="310"/>
      <pc:docMkLst>
        <pc:docMk/>
      </pc:docMkLst>
      <pc:sldChg chg="del">
        <pc:chgData name="Avinash Arun Chauhan" userId="S::avinash.chauhan@mahindrauniversity.edu.in::241b5f3e-36f4-4c61-9553-90e6a1c1b8a6" providerId="AD" clId="Web-{F55FB88A-BD0C-37A7-2709-38D5CE79F19A}" dt="2025-03-07T11:22:10.298" v="0"/>
        <pc:sldMkLst>
          <pc:docMk/>
          <pc:sldMk cId="3924505761" sldId="445"/>
        </pc:sldMkLst>
      </pc:sldChg>
      <pc:sldChg chg="del">
        <pc:chgData name="Avinash Arun Chauhan" userId="S::avinash.chauhan@mahindrauniversity.edu.in::241b5f3e-36f4-4c61-9553-90e6a1c1b8a6" providerId="AD" clId="Web-{F55FB88A-BD0C-37A7-2709-38D5CE79F19A}" dt="2025-03-07T11:36:18.231" v="301"/>
        <pc:sldMkLst>
          <pc:docMk/>
          <pc:sldMk cId="2202899684" sldId="447"/>
        </pc:sldMkLst>
      </pc:sldChg>
      <pc:sldChg chg="modSp">
        <pc:chgData name="Avinash Arun Chauhan" userId="S::avinash.chauhan@mahindrauniversity.edu.in::241b5f3e-36f4-4c61-9553-90e6a1c1b8a6" providerId="AD" clId="Web-{F55FB88A-BD0C-37A7-2709-38D5CE79F19A}" dt="2025-03-07T11:29:49.156" v="133" actId="20577"/>
        <pc:sldMkLst>
          <pc:docMk/>
          <pc:sldMk cId="883900188" sldId="505"/>
        </pc:sldMkLst>
        <pc:spChg chg="mod">
          <ac:chgData name="Avinash Arun Chauhan" userId="S::avinash.chauhan@mahindrauniversity.edu.in::241b5f3e-36f4-4c61-9553-90e6a1c1b8a6" providerId="AD" clId="Web-{F55FB88A-BD0C-37A7-2709-38D5CE79F19A}" dt="2025-03-07T11:29:49.156" v="133" actId="20577"/>
          <ac:spMkLst>
            <pc:docMk/>
            <pc:sldMk cId="883900188" sldId="505"/>
            <ac:spMk id="3" creationId="{29BD426B-01FE-6A79-FB41-404DC71E5937}"/>
          </ac:spMkLst>
        </pc:spChg>
      </pc:sldChg>
      <pc:sldChg chg="del">
        <pc:chgData name="Avinash Arun Chauhan" userId="S::avinash.chauhan@mahindrauniversity.edu.in::241b5f3e-36f4-4c61-9553-90e6a1c1b8a6" providerId="AD" clId="Web-{F55FB88A-BD0C-37A7-2709-38D5CE79F19A}" dt="2025-03-07T11:36:02.168" v="298"/>
        <pc:sldMkLst>
          <pc:docMk/>
          <pc:sldMk cId="1461962951" sldId="506"/>
        </pc:sldMkLst>
      </pc:sldChg>
      <pc:sldChg chg="del">
        <pc:chgData name="Avinash Arun Chauhan" userId="S::avinash.chauhan@mahindrauniversity.edu.in::241b5f3e-36f4-4c61-9553-90e6a1c1b8a6" providerId="AD" clId="Web-{F55FB88A-BD0C-37A7-2709-38D5CE79F19A}" dt="2025-03-07T11:36:13.997" v="299"/>
        <pc:sldMkLst>
          <pc:docMk/>
          <pc:sldMk cId="1794931576" sldId="507"/>
        </pc:sldMkLst>
      </pc:sldChg>
      <pc:sldChg chg="del">
        <pc:chgData name="Avinash Arun Chauhan" userId="S::avinash.chauhan@mahindrauniversity.edu.in::241b5f3e-36f4-4c61-9553-90e6a1c1b8a6" providerId="AD" clId="Web-{F55FB88A-BD0C-37A7-2709-38D5CE79F19A}" dt="2025-03-07T11:36:01.387" v="296"/>
        <pc:sldMkLst>
          <pc:docMk/>
          <pc:sldMk cId="1483657768" sldId="509"/>
        </pc:sldMkLst>
      </pc:sldChg>
      <pc:sldChg chg="del">
        <pc:chgData name="Avinash Arun Chauhan" userId="S::avinash.chauhan@mahindrauniversity.edu.in::241b5f3e-36f4-4c61-9553-90e6a1c1b8a6" providerId="AD" clId="Web-{F55FB88A-BD0C-37A7-2709-38D5CE79F19A}" dt="2025-03-07T11:36:01.418" v="297"/>
        <pc:sldMkLst>
          <pc:docMk/>
          <pc:sldMk cId="2459737065" sldId="510"/>
        </pc:sldMkLst>
      </pc:sldChg>
      <pc:sldChg chg="del">
        <pc:chgData name="Avinash Arun Chauhan" userId="S::avinash.chauhan@mahindrauniversity.edu.in::241b5f3e-36f4-4c61-9553-90e6a1c1b8a6" providerId="AD" clId="Web-{F55FB88A-BD0C-37A7-2709-38D5CE79F19A}" dt="2025-03-07T11:36:14.013" v="300"/>
        <pc:sldMkLst>
          <pc:docMk/>
          <pc:sldMk cId="46548315" sldId="511"/>
        </pc:sldMkLst>
      </pc:sldChg>
      <pc:sldChg chg="del">
        <pc:chgData name="Avinash Arun Chauhan" userId="S::avinash.chauhan@mahindrauniversity.edu.in::241b5f3e-36f4-4c61-9553-90e6a1c1b8a6" providerId="AD" clId="Web-{F55FB88A-BD0C-37A7-2709-38D5CE79F19A}" dt="2025-03-07T11:36:22.107" v="302"/>
        <pc:sldMkLst>
          <pc:docMk/>
          <pc:sldMk cId="1395291952" sldId="512"/>
        </pc:sldMkLst>
      </pc:sldChg>
      <pc:sldChg chg="del">
        <pc:chgData name="Avinash Arun Chauhan" userId="S::avinash.chauhan@mahindrauniversity.edu.in::241b5f3e-36f4-4c61-9553-90e6a1c1b8a6" providerId="AD" clId="Web-{F55FB88A-BD0C-37A7-2709-38D5CE79F19A}" dt="2025-03-07T11:36:22.122" v="303"/>
        <pc:sldMkLst>
          <pc:docMk/>
          <pc:sldMk cId="627015369" sldId="513"/>
        </pc:sldMkLst>
      </pc:sldChg>
      <pc:sldChg chg="del">
        <pc:chgData name="Avinash Arun Chauhan" userId="S::avinash.chauhan@mahindrauniversity.edu.in::241b5f3e-36f4-4c61-9553-90e6a1c1b8a6" providerId="AD" clId="Web-{F55FB88A-BD0C-37A7-2709-38D5CE79F19A}" dt="2025-03-07T11:36:22.138" v="304"/>
        <pc:sldMkLst>
          <pc:docMk/>
          <pc:sldMk cId="2565598960" sldId="514"/>
        </pc:sldMkLst>
      </pc:sldChg>
      <pc:sldChg chg="del">
        <pc:chgData name="Avinash Arun Chauhan" userId="S::avinash.chauhan@mahindrauniversity.edu.in::241b5f3e-36f4-4c61-9553-90e6a1c1b8a6" providerId="AD" clId="Web-{F55FB88A-BD0C-37A7-2709-38D5CE79F19A}" dt="2025-03-07T11:36:22.153" v="305"/>
        <pc:sldMkLst>
          <pc:docMk/>
          <pc:sldMk cId="1125937358" sldId="515"/>
        </pc:sldMkLst>
      </pc:sldChg>
      <pc:sldChg chg="del">
        <pc:chgData name="Avinash Arun Chauhan" userId="S::avinash.chauhan@mahindrauniversity.edu.in::241b5f3e-36f4-4c61-9553-90e6a1c1b8a6" providerId="AD" clId="Web-{F55FB88A-BD0C-37A7-2709-38D5CE79F19A}" dt="2025-03-07T11:36:22.185" v="306"/>
        <pc:sldMkLst>
          <pc:docMk/>
          <pc:sldMk cId="813943795" sldId="516"/>
        </pc:sldMkLst>
      </pc:sldChg>
      <pc:sldChg chg="del">
        <pc:chgData name="Avinash Arun Chauhan" userId="S::avinash.chauhan@mahindrauniversity.edu.in::241b5f3e-36f4-4c61-9553-90e6a1c1b8a6" providerId="AD" clId="Web-{F55FB88A-BD0C-37A7-2709-38D5CE79F19A}" dt="2025-03-07T11:36:22.216" v="307"/>
        <pc:sldMkLst>
          <pc:docMk/>
          <pc:sldMk cId="88720736" sldId="517"/>
        </pc:sldMkLst>
      </pc:sldChg>
      <pc:sldChg chg="del">
        <pc:chgData name="Avinash Arun Chauhan" userId="S::avinash.chauhan@mahindrauniversity.edu.in::241b5f3e-36f4-4c61-9553-90e6a1c1b8a6" providerId="AD" clId="Web-{F55FB88A-BD0C-37A7-2709-38D5CE79F19A}" dt="2025-03-07T11:36:22.232" v="308"/>
        <pc:sldMkLst>
          <pc:docMk/>
          <pc:sldMk cId="1733655669" sldId="518"/>
        </pc:sldMkLst>
      </pc:sldChg>
      <pc:sldChg chg="add del">
        <pc:chgData name="Avinash Arun Chauhan" userId="S::avinash.chauhan@mahindrauniversity.edu.in::241b5f3e-36f4-4c61-9553-90e6a1c1b8a6" providerId="AD" clId="Web-{F55FB88A-BD0C-37A7-2709-38D5CE79F19A}" dt="2025-03-07T11:36:37.420" v="310"/>
        <pc:sldMkLst>
          <pc:docMk/>
          <pc:sldMk cId="335113786" sldId="519"/>
        </pc:sldMkLst>
      </pc:sldChg>
      <pc:sldChg chg="modSp add replId">
        <pc:chgData name="Avinash Arun Chauhan" userId="S::avinash.chauhan@mahindrauniversity.edu.in::241b5f3e-36f4-4c61-9553-90e6a1c1b8a6" providerId="AD" clId="Web-{F55FB88A-BD0C-37A7-2709-38D5CE79F19A}" dt="2025-03-07T11:32:41.052" v="254" actId="20577"/>
        <pc:sldMkLst>
          <pc:docMk/>
          <pc:sldMk cId="2210816079" sldId="520"/>
        </pc:sldMkLst>
        <pc:spChg chg="mod">
          <ac:chgData name="Avinash Arun Chauhan" userId="S::avinash.chauhan@mahindrauniversity.edu.in::241b5f3e-36f4-4c61-9553-90e6a1c1b8a6" providerId="AD" clId="Web-{F55FB88A-BD0C-37A7-2709-38D5CE79F19A}" dt="2025-03-07T11:32:41.052" v="254" actId="20577"/>
          <ac:spMkLst>
            <pc:docMk/>
            <pc:sldMk cId="2210816079" sldId="520"/>
            <ac:spMk id="3" creationId="{D6046B0B-6CD7-2EDE-775F-436266772719}"/>
          </ac:spMkLst>
        </pc:spChg>
      </pc:sldChg>
      <pc:sldChg chg="addSp modSp add replId">
        <pc:chgData name="Avinash Arun Chauhan" userId="S::avinash.chauhan@mahindrauniversity.edu.in::241b5f3e-36f4-4c61-9553-90e6a1c1b8a6" providerId="AD" clId="Web-{F55FB88A-BD0C-37A7-2709-38D5CE79F19A}" dt="2025-03-07T11:34:46.853" v="289" actId="1076"/>
        <pc:sldMkLst>
          <pc:docMk/>
          <pc:sldMk cId="1385111681" sldId="521"/>
        </pc:sldMkLst>
        <pc:spChg chg="mod">
          <ac:chgData name="Avinash Arun Chauhan" userId="S::avinash.chauhan@mahindrauniversity.edu.in::241b5f3e-36f4-4c61-9553-90e6a1c1b8a6" providerId="AD" clId="Web-{F55FB88A-BD0C-37A7-2709-38D5CE79F19A}" dt="2025-03-07T11:32:49.459" v="261" actId="20577"/>
          <ac:spMkLst>
            <pc:docMk/>
            <pc:sldMk cId="1385111681" sldId="521"/>
            <ac:spMk id="2" creationId="{A43D852D-47E5-487E-992F-8403B7B08907}"/>
          </ac:spMkLst>
        </pc:spChg>
        <pc:spChg chg="mod">
          <ac:chgData name="Avinash Arun Chauhan" userId="S::avinash.chauhan@mahindrauniversity.edu.in::241b5f3e-36f4-4c61-9553-90e6a1c1b8a6" providerId="AD" clId="Web-{F55FB88A-BD0C-37A7-2709-38D5CE79F19A}" dt="2025-03-07T11:33:09.960" v="272" actId="20577"/>
          <ac:spMkLst>
            <pc:docMk/>
            <pc:sldMk cId="1385111681" sldId="521"/>
            <ac:spMk id="3" creationId="{8F4AFE16-C4D5-1D8A-D212-94DAF051D1D1}"/>
          </ac:spMkLst>
        </pc:spChg>
        <pc:picChg chg="add mod modCrop">
          <ac:chgData name="Avinash Arun Chauhan" userId="S::avinash.chauhan@mahindrauniversity.edu.in::241b5f3e-36f4-4c61-9553-90e6a1c1b8a6" providerId="AD" clId="Web-{F55FB88A-BD0C-37A7-2709-38D5CE79F19A}" dt="2025-03-07T11:34:46.853" v="289" actId="1076"/>
          <ac:picMkLst>
            <pc:docMk/>
            <pc:sldMk cId="1385111681" sldId="521"/>
            <ac:picMk id="4" creationId="{55C4443F-C46F-76B0-9395-C0241FC5299F}"/>
          </ac:picMkLst>
        </pc:picChg>
      </pc:sldChg>
      <pc:sldChg chg="addSp modSp add replId">
        <pc:chgData name="Avinash Arun Chauhan" userId="S::avinash.chauhan@mahindrauniversity.edu.in::241b5f3e-36f4-4c61-9553-90e6a1c1b8a6" providerId="AD" clId="Web-{F55FB88A-BD0C-37A7-2709-38D5CE79F19A}" dt="2025-03-07T11:35:46.246" v="295" actId="14100"/>
        <pc:sldMkLst>
          <pc:docMk/>
          <pc:sldMk cId="3202434345" sldId="522"/>
        </pc:sldMkLst>
        <pc:spChg chg="mod">
          <ac:chgData name="Avinash Arun Chauhan" userId="S::avinash.chauhan@mahindrauniversity.edu.in::241b5f3e-36f4-4c61-9553-90e6a1c1b8a6" providerId="AD" clId="Web-{F55FB88A-BD0C-37A7-2709-38D5CE79F19A}" dt="2025-03-07T11:33:32.117" v="283" actId="20577"/>
          <ac:spMkLst>
            <pc:docMk/>
            <pc:sldMk cId="3202434345" sldId="522"/>
            <ac:spMk id="2" creationId="{4F266D9E-A3E8-ABBF-5900-52DBB0209A35}"/>
          </ac:spMkLst>
        </pc:spChg>
        <pc:picChg chg="add mod modCrop">
          <ac:chgData name="Avinash Arun Chauhan" userId="S::avinash.chauhan@mahindrauniversity.edu.in::241b5f3e-36f4-4c61-9553-90e6a1c1b8a6" providerId="AD" clId="Web-{F55FB88A-BD0C-37A7-2709-38D5CE79F19A}" dt="2025-03-07T11:35:46.246" v="295" actId="14100"/>
          <ac:picMkLst>
            <pc:docMk/>
            <pc:sldMk cId="3202434345" sldId="522"/>
            <ac:picMk id="4" creationId="{EB0ABD97-81DC-218D-471C-001E45C3636E}"/>
          </ac:picMkLst>
        </pc:picChg>
      </pc:sldChg>
    </pc:docChg>
  </pc:docChgLst>
  <pc:docChgLst>
    <pc:chgData name="Avinash Arun Chauhan" userId="S::avinash.chauhan@mahindrauniversity.edu.in::241b5f3e-36f4-4c61-9553-90e6a1c1b8a6" providerId="AD" clId="Web-{4D05BC8B-4836-89A8-8913-765983530344}"/>
    <pc:docChg chg="addSld delSld modSld">
      <pc:chgData name="Avinash Arun Chauhan" userId="S::avinash.chauhan@mahindrauniversity.edu.in::241b5f3e-36f4-4c61-9553-90e6a1c1b8a6" providerId="AD" clId="Web-{4D05BC8B-4836-89A8-8913-765983530344}" dt="2025-02-17T12:22:54.477" v="162"/>
      <pc:docMkLst>
        <pc:docMk/>
      </pc:docMkLst>
      <pc:sldChg chg="modSp">
        <pc:chgData name="Avinash Arun Chauhan" userId="S::avinash.chauhan@mahindrauniversity.edu.in::241b5f3e-36f4-4c61-9553-90e6a1c1b8a6" providerId="AD" clId="Web-{4D05BC8B-4836-89A8-8913-765983530344}" dt="2025-02-17T12:09:21.115" v="85" actId="20577"/>
        <pc:sldMkLst>
          <pc:docMk/>
          <pc:sldMk cId="685589665" sldId="439"/>
        </pc:sldMkLst>
      </pc:sldChg>
      <pc:sldChg chg="addSp delSp modSp add del replId">
        <pc:chgData name="Avinash Arun Chauhan" userId="S::avinash.chauhan@mahindrauniversity.edu.in::241b5f3e-36f4-4c61-9553-90e6a1c1b8a6" providerId="AD" clId="Web-{4D05BC8B-4836-89A8-8913-765983530344}" dt="2025-02-17T12:22:54.477" v="162"/>
        <pc:sldMkLst>
          <pc:docMk/>
          <pc:sldMk cId="327720133" sldId="459"/>
        </pc:sldMkLst>
      </pc:sldChg>
    </pc:docChg>
  </pc:docChgLst>
  <pc:docChgLst>
    <pc:chgData clId="Web-{D8687C7D-5F00-37A5-120B-679C77ED79E6}"/>
    <pc:docChg chg="modSld">
      <pc:chgData name="" userId="" providerId="" clId="Web-{D8687C7D-5F00-37A5-120B-679C77ED79E6}" dt="2025-04-08T05:11:06.281" v="12" actId="20577"/>
      <pc:docMkLst>
        <pc:docMk/>
      </pc:docMkLst>
      <pc:sldChg chg="modSp">
        <pc:chgData name="" userId="" providerId="" clId="Web-{D8687C7D-5F00-37A5-120B-679C77ED79E6}" dt="2025-04-08T05:11:06.281" v="12" actId="20577"/>
        <pc:sldMkLst>
          <pc:docMk/>
          <pc:sldMk cId="1540275285" sldId="256"/>
        </pc:sldMkLst>
        <pc:spChg chg="mod">
          <ac:chgData name="" userId="" providerId="" clId="Web-{D8687C7D-5F00-37A5-120B-679C77ED79E6}" dt="2025-04-08T05:11:06.281" v="12" actId="20577"/>
          <ac:spMkLst>
            <pc:docMk/>
            <pc:sldMk cId="1540275285" sldId="256"/>
            <ac:spMk id="2" creationId="{727870F2-A17E-4535-8ECE-F608007055B7}"/>
          </ac:spMkLst>
        </pc:spChg>
      </pc:sldChg>
    </pc:docChg>
  </pc:docChgLst>
  <pc:docChgLst>
    <pc:chgData name="Avinash Arun Chauhan" userId="S::avinash.chauhan@mahindrauniversity.edu.in::241b5f3e-36f4-4c61-9553-90e6a1c1b8a6" providerId="AD" clId="Web-{65274663-52D4-39A2-3E90-A7CA3692C474}"/>
    <pc:docChg chg="mod addSld modSld addMainMaster modMainMaster">
      <pc:chgData name="Avinash Arun Chauhan" userId="S::avinash.chauhan@mahindrauniversity.edu.in::241b5f3e-36f4-4c61-9553-90e6a1c1b8a6" providerId="AD" clId="Web-{65274663-52D4-39A2-3E90-A7CA3692C474}" dt="2023-08-14T14:55:55.461" v="563" actId="20577"/>
      <pc:docMkLst>
        <pc:docMk/>
      </pc:docMkLst>
      <pc:sldChg chg="addSp delSp modSp">
        <pc:chgData name="Avinash Arun Chauhan" userId="S::avinash.chauhan@mahindrauniversity.edu.in::241b5f3e-36f4-4c61-9553-90e6a1c1b8a6" providerId="AD" clId="Web-{65274663-52D4-39A2-3E90-A7CA3692C474}" dt="2023-08-14T14:19:43.472" v="227"/>
        <pc:sldMkLst>
          <pc:docMk/>
          <pc:sldMk cId="1540275285" sldId="256"/>
        </pc:sldMkLst>
      </pc:sldChg>
      <pc:sldChg chg="addSp modSp">
        <pc:chgData name="Avinash Arun Chauhan" userId="S::avinash.chauhan@mahindrauniversity.edu.in::241b5f3e-36f4-4c61-9553-90e6a1c1b8a6" providerId="AD" clId="Web-{65274663-52D4-39A2-3E90-A7CA3692C474}" dt="2023-08-14T14:19:59.535" v="228"/>
        <pc:sldMkLst>
          <pc:docMk/>
          <pc:sldMk cId="832602602" sldId="257"/>
        </pc:sldMkLst>
      </pc:sldChg>
      <pc:sldChg chg="addSp modSp">
        <pc:chgData name="Avinash Arun Chauhan" userId="S::avinash.chauhan@mahindrauniversity.edu.in::241b5f3e-36f4-4c61-9553-90e6a1c1b8a6" providerId="AD" clId="Web-{65274663-52D4-39A2-3E90-A7CA3692C474}" dt="2023-08-14T14:44:54.678" v="336" actId="20577"/>
        <pc:sldMkLst>
          <pc:docMk/>
          <pc:sldMk cId="3131259695" sldId="258"/>
        </pc:sldMkLst>
      </pc:sldChg>
      <pc:sldChg chg="addSp modSp">
        <pc:chgData name="Avinash Arun Chauhan" userId="S::avinash.chauhan@mahindrauniversity.edu.in::241b5f3e-36f4-4c61-9553-90e6a1c1b8a6" providerId="AD" clId="Web-{65274663-52D4-39A2-3E90-A7CA3692C474}" dt="2023-08-14T14:46:00.211" v="340" actId="20577"/>
        <pc:sldMkLst>
          <pc:docMk/>
          <pc:sldMk cId="3615545428" sldId="259"/>
        </pc:sldMkLst>
      </pc:sldChg>
      <pc:sldChg chg="addSp modSp">
        <pc:chgData name="Avinash Arun Chauhan" userId="S::avinash.chauhan@mahindrauniversity.edu.in::241b5f3e-36f4-4c61-9553-90e6a1c1b8a6" providerId="AD" clId="Web-{65274663-52D4-39A2-3E90-A7CA3692C474}" dt="2023-08-14T14:46:49.728" v="343" actId="20577"/>
        <pc:sldMkLst>
          <pc:docMk/>
          <pc:sldMk cId="665632959" sldId="260"/>
        </pc:sldMkLst>
      </pc:sldChg>
      <pc:sldChg chg="addSp modSp">
        <pc:chgData name="Avinash Arun Chauhan" userId="S::avinash.chauhan@mahindrauniversity.edu.in::241b5f3e-36f4-4c61-9553-90e6a1c1b8a6" providerId="AD" clId="Web-{65274663-52D4-39A2-3E90-A7CA3692C474}" dt="2023-08-14T14:55:55.461" v="563" actId="20577"/>
        <pc:sldMkLst>
          <pc:docMk/>
          <pc:sldMk cId="686329520" sldId="262"/>
        </pc:sldMkLst>
      </pc:sldChg>
      <pc:sldChg chg="addSp modSp">
        <pc:chgData name="Avinash Arun Chauhan" userId="S::avinash.chauhan@mahindrauniversity.edu.in::241b5f3e-36f4-4c61-9553-90e6a1c1b8a6" providerId="AD" clId="Web-{65274663-52D4-39A2-3E90-A7CA3692C474}" dt="2023-08-14T14:19:59.535" v="228"/>
        <pc:sldMkLst>
          <pc:docMk/>
          <pc:sldMk cId="3834488751" sldId="263"/>
        </pc:sldMkLst>
      </pc:sldChg>
      <pc:sldChg chg="addSp modSp">
        <pc:chgData name="Avinash Arun Chauhan" userId="S::avinash.chauhan@mahindrauniversity.edu.in::241b5f3e-36f4-4c61-9553-90e6a1c1b8a6" providerId="AD" clId="Web-{65274663-52D4-39A2-3E90-A7CA3692C474}" dt="2023-08-14T14:19:59.535" v="228"/>
        <pc:sldMkLst>
          <pc:docMk/>
          <pc:sldMk cId="3009557333" sldId="264"/>
        </pc:sldMkLst>
      </pc:sldChg>
      <pc:sldChg chg="addSp modSp">
        <pc:chgData name="Avinash Arun Chauhan" userId="S::avinash.chauhan@mahindrauniversity.edu.in::241b5f3e-36f4-4c61-9553-90e6a1c1b8a6" providerId="AD" clId="Web-{65274663-52D4-39A2-3E90-A7CA3692C474}" dt="2023-08-14T14:19:59.535" v="228"/>
        <pc:sldMkLst>
          <pc:docMk/>
          <pc:sldMk cId="2009186894" sldId="265"/>
        </pc:sldMkLst>
      </pc:sldChg>
      <pc:sldChg chg="addSp modSp">
        <pc:chgData name="Avinash Arun Chauhan" userId="S::avinash.chauhan@mahindrauniversity.edu.in::241b5f3e-36f4-4c61-9553-90e6a1c1b8a6" providerId="AD" clId="Web-{65274663-52D4-39A2-3E90-A7CA3692C474}" dt="2023-08-14T14:50:11.812" v="422" actId="1076"/>
        <pc:sldMkLst>
          <pc:docMk/>
          <pc:sldMk cId="1390531472" sldId="266"/>
        </pc:sldMkLst>
      </pc:sldChg>
      <pc:sldChg chg="addSp modSp">
        <pc:chgData name="Avinash Arun Chauhan" userId="S::avinash.chauhan@mahindrauniversity.edu.in::241b5f3e-36f4-4c61-9553-90e6a1c1b8a6" providerId="AD" clId="Web-{65274663-52D4-39A2-3E90-A7CA3692C474}" dt="2023-08-14T14:41:03" v="230" actId="1076"/>
        <pc:sldMkLst>
          <pc:docMk/>
          <pc:sldMk cId="3445711273" sldId="267"/>
        </pc:sldMkLst>
      </pc:sldChg>
      <pc:sldChg chg="addSp delSp modSp">
        <pc:chgData name="Avinash Arun Chauhan" userId="S::avinash.chauhan@mahindrauniversity.edu.in::241b5f3e-36f4-4c61-9553-90e6a1c1b8a6" providerId="AD" clId="Web-{65274663-52D4-39A2-3E90-A7CA3692C474}" dt="2023-08-14T14:20:55.880" v="229" actId="1076"/>
        <pc:sldMkLst>
          <pc:docMk/>
          <pc:sldMk cId="934216185" sldId="268"/>
        </pc:sldMkLst>
      </pc:sldChg>
      <pc:sldChg chg="addSp modSp">
        <pc:chgData name="Avinash Arun Chauhan" userId="S::avinash.chauhan@mahindrauniversity.edu.in::241b5f3e-36f4-4c61-9553-90e6a1c1b8a6" providerId="AD" clId="Web-{65274663-52D4-39A2-3E90-A7CA3692C474}" dt="2023-08-14T14:47:26.698" v="353" actId="20577"/>
        <pc:sldMkLst>
          <pc:docMk/>
          <pc:sldMk cId="2889783999" sldId="269"/>
        </pc:sldMkLst>
      </pc:sldChg>
      <pc:sldChg chg="addSp modSp">
        <pc:chgData name="Avinash Arun Chauhan" userId="S::avinash.chauhan@mahindrauniversity.edu.in::241b5f3e-36f4-4c61-9553-90e6a1c1b8a6" providerId="AD" clId="Web-{65274663-52D4-39A2-3E90-A7CA3692C474}" dt="2023-08-14T14:19:59.535" v="228"/>
        <pc:sldMkLst>
          <pc:docMk/>
          <pc:sldMk cId="216913" sldId="270"/>
        </pc:sldMkLst>
      </pc:sldChg>
      <pc:sldChg chg="addSp modSp">
        <pc:chgData name="Avinash Arun Chauhan" userId="S::avinash.chauhan@mahindrauniversity.edu.in::241b5f3e-36f4-4c61-9553-90e6a1c1b8a6" providerId="AD" clId="Web-{65274663-52D4-39A2-3E90-A7CA3692C474}" dt="2023-08-14T14:46:23.946" v="341" actId="20577"/>
        <pc:sldMkLst>
          <pc:docMk/>
          <pc:sldMk cId="720993746" sldId="271"/>
        </pc:sldMkLst>
      </pc:sldChg>
      <pc:sldChg chg="addSp delSp modSp">
        <pc:chgData name="Avinash Arun Chauhan" userId="S::avinash.chauhan@mahindrauniversity.edu.in::241b5f3e-36f4-4c61-9553-90e6a1c1b8a6" providerId="AD" clId="Web-{65274663-52D4-39A2-3E90-A7CA3692C474}" dt="2023-08-14T14:19:59.535" v="228"/>
        <pc:sldMkLst>
          <pc:docMk/>
          <pc:sldMk cId="1482878579" sldId="272"/>
        </pc:sldMkLst>
      </pc:sldChg>
      <pc:sldChg chg="addSp modSp">
        <pc:chgData name="Avinash Arun Chauhan" userId="S::avinash.chauhan@mahindrauniversity.edu.in::241b5f3e-36f4-4c61-9553-90e6a1c1b8a6" providerId="AD" clId="Web-{65274663-52D4-39A2-3E90-A7CA3692C474}" dt="2023-08-14T14:19:59.535" v="228"/>
        <pc:sldMkLst>
          <pc:docMk/>
          <pc:sldMk cId="4288965932" sldId="273"/>
        </pc:sldMkLst>
      </pc:sldChg>
      <pc:sldChg chg="addSp delSp modSp add">
        <pc:chgData name="Avinash Arun Chauhan" userId="S::avinash.chauhan@mahindrauniversity.edu.in::241b5f3e-36f4-4c61-9553-90e6a1c1b8a6" providerId="AD" clId="Web-{65274663-52D4-39A2-3E90-A7CA3692C474}" dt="2023-08-14T14:19:59.535" v="228"/>
        <pc:sldMkLst>
          <pc:docMk/>
          <pc:sldMk cId="2029719128" sldId="274"/>
        </pc:sldMkLst>
      </pc:sldChg>
      <pc:sldChg chg="addSp modSp new">
        <pc:chgData name="Avinash Arun Chauhan" userId="S::avinash.chauhan@mahindrauniversity.edu.in::241b5f3e-36f4-4c61-9553-90e6a1c1b8a6" providerId="AD" clId="Web-{65274663-52D4-39A2-3E90-A7CA3692C474}" dt="2023-08-14T14:19:59.535" v="228"/>
        <pc:sldMkLst>
          <pc:docMk/>
          <pc:sldMk cId="2431762895" sldId="275"/>
        </pc:sldMkLst>
      </pc:sldChg>
      <pc:sldMasterChg chg="modSp mod modSldLayout">
        <pc:chgData name="Avinash Arun Chauhan" userId="S::avinash.chauhan@mahindrauniversity.edu.in::241b5f3e-36f4-4c61-9553-90e6a1c1b8a6" providerId="AD" clId="Web-{65274663-52D4-39A2-3E90-A7CA3692C474}" dt="2023-08-14T14:19:59.535" v="228"/>
        <pc:sldMasterMkLst>
          <pc:docMk/>
          <pc:sldMasterMk cId="3421728329" sldId="2147483648"/>
        </pc:sldMasterMkLst>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879593492" sldId="2147483649"/>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537992064" sldId="2147483650"/>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4003285352" sldId="2147483651"/>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2218285127" sldId="2147483652"/>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4146176384" sldId="2147483653"/>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2976790019" sldId="2147483654"/>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4279158827" sldId="2147483655"/>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3314790300" sldId="2147483656"/>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3540128061" sldId="2147483657"/>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1241642173" sldId="2147483658"/>
          </pc:sldLayoutMkLst>
        </pc:sldLayoutChg>
        <pc:sldLayoutChg chg="modSp mod">
          <pc:chgData name="Avinash Arun Chauhan" userId="S::avinash.chauhan@mahindrauniversity.edu.in::241b5f3e-36f4-4c61-9553-90e6a1c1b8a6" providerId="AD" clId="Web-{65274663-52D4-39A2-3E90-A7CA3692C474}" dt="2023-08-14T14:19:59.535" v="228"/>
          <pc:sldLayoutMkLst>
            <pc:docMk/>
            <pc:sldMasterMk cId="3421728329" sldId="2147483648"/>
            <pc:sldLayoutMk cId="3919061518" sldId="2147483659"/>
          </pc:sldLayoutMkLst>
        </pc:sldLayoutChg>
      </pc:sldMasterChg>
      <pc:sldMasterChg chg="modSp add mod addSldLayout modSldLayout">
        <pc:chgData name="Avinash Arun Chauhan" userId="S::avinash.chauhan@mahindrauniversity.edu.in::241b5f3e-36f4-4c61-9553-90e6a1c1b8a6" providerId="AD" clId="Web-{65274663-52D4-39A2-3E90-A7CA3692C474}" dt="2023-08-14T14:19:59.535" v="228"/>
        <pc:sldMasterMkLst>
          <pc:docMk/>
          <pc:sldMasterMk cId="727509341" sldId="2147483720"/>
        </pc:sldMasterMkLst>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4008895811" sldId="2147483721"/>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603115427" sldId="2147483722"/>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45594897" sldId="2147483723"/>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187461755" sldId="2147483724"/>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334662702" sldId="2147483725"/>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724989269" sldId="2147483726"/>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1434468286" sldId="2147483727"/>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2122883428" sldId="2147483728"/>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1027272814" sldId="2147483729"/>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622644981" sldId="2147483730"/>
          </pc:sldLayoutMkLst>
        </pc:sldLayoutChg>
        <pc:sldLayoutChg chg="modSp add mod">
          <pc:chgData name="Avinash Arun Chauhan" userId="S::avinash.chauhan@mahindrauniversity.edu.in::241b5f3e-36f4-4c61-9553-90e6a1c1b8a6" providerId="AD" clId="Web-{65274663-52D4-39A2-3E90-A7CA3692C474}" dt="2023-08-14T14:19:59.535" v="228"/>
          <pc:sldLayoutMkLst>
            <pc:docMk/>
            <pc:sldMasterMk cId="727509341" sldId="2147483720"/>
            <pc:sldLayoutMk cId="936215903" sldId="2147483731"/>
          </pc:sldLayoutMkLst>
        </pc:sldLayoutChg>
      </pc:sldMasterChg>
    </pc:docChg>
  </pc:docChgLst>
  <pc:docChgLst>
    <pc:chgData name="Avinash Arun Chauhan" userId="S::avinash.chauhan@mahindrauniversity.edu.in::241b5f3e-36f4-4c61-9553-90e6a1c1b8a6" providerId="AD" clId="Web-{EBA24D9F-CDCD-CBD6-41DF-4F13FCC4EB50}"/>
    <pc:docChg chg="addSld delSld modSld sldOrd">
      <pc:chgData name="Avinash Arun Chauhan" userId="S::avinash.chauhan@mahindrauniversity.edu.in::241b5f3e-36f4-4c61-9553-90e6a1c1b8a6" providerId="AD" clId="Web-{EBA24D9F-CDCD-CBD6-41DF-4F13FCC4EB50}" dt="2025-03-03T07:50:55.628" v="1803" actId="20577"/>
      <pc:docMkLst>
        <pc:docMk/>
      </pc:docMkLst>
      <pc:sldChg chg="modSp">
        <pc:chgData name="Avinash Arun Chauhan" userId="S::avinash.chauhan@mahindrauniversity.edu.in::241b5f3e-36f4-4c61-9553-90e6a1c1b8a6" providerId="AD" clId="Web-{EBA24D9F-CDCD-CBD6-41DF-4F13FCC4EB50}" dt="2025-03-03T04:55:19.327" v="269" actId="20577"/>
        <pc:sldMkLst>
          <pc:docMk/>
          <pc:sldMk cId="3245650646" sldId="448"/>
        </pc:sldMkLst>
        <pc:spChg chg="mod">
          <ac:chgData name="Avinash Arun Chauhan" userId="S::avinash.chauhan@mahindrauniversity.edu.in::241b5f3e-36f4-4c61-9553-90e6a1c1b8a6" providerId="AD" clId="Web-{EBA24D9F-CDCD-CBD6-41DF-4F13FCC4EB50}" dt="2025-03-03T04:55:19.327" v="269" actId="20577"/>
          <ac:spMkLst>
            <pc:docMk/>
            <pc:sldMk cId="3245650646" sldId="448"/>
            <ac:spMk id="3" creationId="{AA5D3276-030C-B00D-CA3B-85DFB1127F1C}"/>
          </ac:spMkLst>
        </pc:spChg>
      </pc:sldChg>
      <pc:sldChg chg="modSp">
        <pc:chgData name="Avinash Arun Chauhan" userId="S::avinash.chauhan@mahindrauniversity.edu.in::241b5f3e-36f4-4c61-9553-90e6a1c1b8a6" providerId="AD" clId="Web-{EBA24D9F-CDCD-CBD6-41DF-4F13FCC4EB50}" dt="2025-03-03T07:42:00.315" v="1795" actId="20577"/>
        <pc:sldMkLst>
          <pc:docMk/>
          <pc:sldMk cId="1929007449" sldId="449"/>
        </pc:sldMkLst>
        <pc:spChg chg="mod">
          <ac:chgData name="Avinash Arun Chauhan" userId="S::avinash.chauhan@mahindrauniversity.edu.in::241b5f3e-36f4-4c61-9553-90e6a1c1b8a6" providerId="AD" clId="Web-{EBA24D9F-CDCD-CBD6-41DF-4F13FCC4EB50}" dt="2025-03-03T07:42:00.315" v="1795" actId="20577"/>
          <ac:spMkLst>
            <pc:docMk/>
            <pc:sldMk cId="1929007449" sldId="449"/>
            <ac:spMk id="3" creationId="{167220CA-E969-0C11-4B20-1B5E88FEAD25}"/>
          </ac:spMkLst>
        </pc:spChg>
      </pc:sldChg>
      <pc:sldChg chg="modSp">
        <pc:chgData name="Avinash Arun Chauhan" userId="S::avinash.chauhan@mahindrauniversity.edu.in::241b5f3e-36f4-4c61-9553-90e6a1c1b8a6" providerId="AD" clId="Web-{EBA24D9F-CDCD-CBD6-41DF-4F13FCC4EB50}" dt="2025-03-03T04:57:35.863" v="351" actId="20577"/>
        <pc:sldMkLst>
          <pc:docMk/>
          <pc:sldMk cId="1547259945" sldId="450"/>
        </pc:sldMkLst>
        <pc:spChg chg="mod">
          <ac:chgData name="Avinash Arun Chauhan" userId="S::avinash.chauhan@mahindrauniversity.edu.in::241b5f3e-36f4-4c61-9553-90e6a1c1b8a6" providerId="AD" clId="Web-{EBA24D9F-CDCD-CBD6-41DF-4F13FCC4EB50}" dt="2025-03-03T04:57:35.863" v="351" actId="20577"/>
          <ac:spMkLst>
            <pc:docMk/>
            <pc:sldMk cId="1547259945" sldId="450"/>
            <ac:spMk id="3" creationId="{35ED2F53-1304-99AB-504A-F87136F1B587}"/>
          </ac:spMkLst>
        </pc:spChg>
      </pc:sldChg>
      <pc:sldChg chg="modSp">
        <pc:chgData name="Avinash Arun Chauhan" userId="S::avinash.chauhan@mahindrauniversity.edu.in::241b5f3e-36f4-4c61-9553-90e6a1c1b8a6" providerId="AD" clId="Web-{EBA24D9F-CDCD-CBD6-41DF-4F13FCC4EB50}" dt="2025-03-03T05:07:14.082" v="422" actId="20577"/>
        <pc:sldMkLst>
          <pc:docMk/>
          <pc:sldMk cId="1257462275" sldId="451"/>
        </pc:sldMkLst>
        <pc:spChg chg="mod">
          <ac:chgData name="Avinash Arun Chauhan" userId="S::avinash.chauhan@mahindrauniversity.edu.in::241b5f3e-36f4-4c61-9553-90e6a1c1b8a6" providerId="AD" clId="Web-{EBA24D9F-CDCD-CBD6-41DF-4F13FCC4EB50}" dt="2025-03-03T05:07:14.082" v="422" actId="20577"/>
          <ac:spMkLst>
            <pc:docMk/>
            <pc:sldMk cId="1257462275" sldId="451"/>
            <ac:spMk id="3" creationId="{D723B647-E000-FF48-8207-2C1A0A765E54}"/>
          </ac:spMkLst>
        </pc:spChg>
      </pc:sldChg>
      <pc:sldChg chg="modSp">
        <pc:chgData name="Avinash Arun Chauhan" userId="S::avinash.chauhan@mahindrauniversity.edu.in::241b5f3e-36f4-4c61-9553-90e6a1c1b8a6" providerId="AD" clId="Web-{EBA24D9F-CDCD-CBD6-41DF-4F13FCC4EB50}" dt="2025-03-03T04:59:37.866" v="354" actId="20577"/>
        <pc:sldMkLst>
          <pc:docMk/>
          <pc:sldMk cId="3382390238" sldId="453"/>
        </pc:sldMkLst>
        <pc:spChg chg="mod">
          <ac:chgData name="Avinash Arun Chauhan" userId="S::avinash.chauhan@mahindrauniversity.edu.in::241b5f3e-36f4-4c61-9553-90e6a1c1b8a6" providerId="AD" clId="Web-{EBA24D9F-CDCD-CBD6-41DF-4F13FCC4EB50}" dt="2025-03-03T04:59:37.866" v="354" actId="20577"/>
          <ac:spMkLst>
            <pc:docMk/>
            <pc:sldMk cId="3382390238" sldId="453"/>
            <ac:spMk id="3" creationId="{1428BC14-AC9B-25B4-0748-A2B6FE9AD070}"/>
          </ac:spMkLst>
        </pc:spChg>
      </pc:sldChg>
      <pc:sldChg chg="modSp">
        <pc:chgData name="Avinash Arun Chauhan" userId="S::avinash.chauhan@mahindrauniversity.edu.in::241b5f3e-36f4-4c61-9553-90e6a1c1b8a6" providerId="AD" clId="Web-{EBA24D9F-CDCD-CBD6-41DF-4F13FCC4EB50}" dt="2025-03-03T04:59:51.335" v="356" actId="20577"/>
        <pc:sldMkLst>
          <pc:docMk/>
          <pc:sldMk cId="710131590" sldId="454"/>
        </pc:sldMkLst>
        <pc:spChg chg="mod">
          <ac:chgData name="Avinash Arun Chauhan" userId="S::avinash.chauhan@mahindrauniversity.edu.in::241b5f3e-36f4-4c61-9553-90e6a1c1b8a6" providerId="AD" clId="Web-{EBA24D9F-CDCD-CBD6-41DF-4F13FCC4EB50}" dt="2025-03-03T04:59:51.335" v="356" actId="20577"/>
          <ac:spMkLst>
            <pc:docMk/>
            <pc:sldMk cId="710131590" sldId="454"/>
            <ac:spMk id="3" creationId="{09B2303B-68AE-C740-B002-969DE684664D}"/>
          </ac:spMkLst>
        </pc:spChg>
      </pc:sldChg>
      <pc:sldChg chg="modSp">
        <pc:chgData name="Avinash Arun Chauhan" userId="S::avinash.chauhan@mahindrauniversity.edu.in::241b5f3e-36f4-4c61-9553-90e6a1c1b8a6" providerId="AD" clId="Web-{EBA24D9F-CDCD-CBD6-41DF-4F13FCC4EB50}" dt="2025-03-03T05:00:34.243" v="358" actId="20577"/>
        <pc:sldMkLst>
          <pc:docMk/>
          <pc:sldMk cId="695737555" sldId="458"/>
        </pc:sldMkLst>
        <pc:spChg chg="mod">
          <ac:chgData name="Avinash Arun Chauhan" userId="S::avinash.chauhan@mahindrauniversity.edu.in::241b5f3e-36f4-4c61-9553-90e6a1c1b8a6" providerId="AD" clId="Web-{EBA24D9F-CDCD-CBD6-41DF-4F13FCC4EB50}" dt="2025-03-03T05:00:34.243" v="358" actId="20577"/>
          <ac:spMkLst>
            <pc:docMk/>
            <pc:sldMk cId="695737555" sldId="458"/>
            <ac:spMk id="3" creationId="{89A86F13-EC69-FA7C-1D01-E0349F2CE034}"/>
          </ac:spMkLst>
        </pc:spChg>
      </pc:sldChg>
      <pc:sldChg chg="modSp">
        <pc:chgData name="Avinash Arun Chauhan" userId="S::avinash.chauhan@mahindrauniversity.edu.in::241b5f3e-36f4-4c61-9553-90e6a1c1b8a6" providerId="AD" clId="Web-{EBA24D9F-CDCD-CBD6-41DF-4F13FCC4EB50}" dt="2025-03-03T05:00:59.728" v="363" actId="20577"/>
        <pc:sldMkLst>
          <pc:docMk/>
          <pc:sldMk cId="3273740067" sldId="459"/>
        </pc:sldMkLst>
        <pc:spChg chg="mod">
          <ac:chgData name="Avinash Arun Chauhan" userId="S::avinash.chauhan@mahindrauniversity.edu.in::241b5f3e-36f4-4c61-9553-90e6a1c1b8a6" providerId="AD" clId="Web-{EBA24D9F-CDCD-CBD6-41DF-4F13FCC4EB50}" dt="2025-03-03T05:00:59.728" v="363" actId="20577"/>
          <ac:spMkLst>
            <pc:docMk/>
            <pc:sldMk cId="3273740067" sldId="459"/>
            <ac:spMk id="3" creationId="{7FC51406-65B3-68FE-6D70-43DA9674C8DF}"/>
          </ac:spMkLst>
        </pc:spChg>
      </pc:sldChg>
      <pc:sldChg chg="modSp">
        <pc:chgData name="Avinash Arun Chauhan" userId="S::avinash.chauhan@mahindrauniversity.edu.in::241b5f3e-36f4-4c61-9553-90e6a1c1b8a6" providerId="AD" clId="Web-{EBA24D9F-CDCD-CBD6-41DF-4F13FCC4EB50}" dt="2025-03-03T05:02:46.887" v="376" actId="20577"/>
        <pc:sldMkLst>
          <pc:docMk/>
          <pc:sldMk cId="3573909319" sldId="461"/>
        </pc:sldMkLst>
        <pc:spChg chg="mod">
          <ac:chgData name="Avinash Arun Chauhan" userId="S::avinash.chauhan@mahindrauniversity.edu.in::241b5f3e-36f4-4c61-9553-90e6a1c1b8a6" providerId="AD" clId="Web-{EBA24D9F-CDCD-CBD6-41DF-4F13FCC4EB50}" dt="2025-03-03T05:02:46.887" v="376" actId="20577"/>
          <ac:spMkLst>
            <pc:docMk/>
            <pc:sldMk cId="3573909319" sldId="461"/>
            <ac:spMk id="3" creationId="{127A5B15-E472-15EF-377E-89C7D795216F}"/>
          </ac:spMkLst>
        </pc:spChg>
      </pc:sldChg>
      <pc:sldChg chg="modSp">
        <pc:chgData name="Avinash Arun Chauhan" userId="S::avinash.chauhan@mahindrauniversity.edu.in::241b5f3e-36f4-4c61-9553-90e6a1c1b8a6" providerId="AD" clId="Web-{EBA24D9F-CDCD-CBD6-41DF-4F13FCC4EB50}" dt="2025-03-03T07:50:55.628" v="1803" actId="20577"/>
        <pc:sldMkLst>
          <pc:docMk/>
          <pc:sldMk cId="2194272374" sldId="464"/>
        </pc:sldMkLst>
        <pc:spChg chg="mod">
          <ac:chgData name="Avinash Arun Chauhan" userId="S::avinash.chauhan@mahindrauniversity.edu.in::241b5f3e-36f4-4c61-9553-90e6a1c1b8a6" providerId="AD" clId="Web-{EBA24D9F-CDCD-CBD6-41DF-4F13FCC4EB50}" dt="2025-03-03T07:50:55.628" v="1803" actId="20577"/>
          <ac:spMkLst>
            <pc:docMk/>
            <pc:sldMk cId="2194272374" sldId="464"/>
            <ac:spMk id="3" creationId="{0D7DA1F3-F5B3-90A6-9823-DB3E33B816BB}"/>
          </ac:spMkLst>
        </pc:spChg>
      </pc:sldChg>
      <pc:sldChg chg="modSp del">
        <pc:chgData name="Avinash Arun Chauhan" userId="S::avinash.chauhan@mahindrauniversity.edu.in::241b5f3e-36f4-4c61-9553-90e6a1c1b8a6" providerId="AD" clId="Web-{EBA24D9F-CDCD-CBD6-41DF-4F13FCC4EB50}" dt="2025-03-03T05:43:05.456" v="1020"/>
        <pc:sldMkLst>
          <pc:docMk/>
          <pc:sldMk cId="855053669" sldId="466"/>
        </pc:sldMkLst>
        <pc:spChg chg="mod">
          <ac:chgData name="Avinash Arun Chauhan" userId="S::avinash.chauhan@mahindrauniversity.edu.in::241b5f3e-36f4-4c61-9553-90e6a1c1b8a6" providerId="AD" clId="Web-{EBA24D9F-CDCD-CBD6-41DF-4F13FCC4EB50}" dt="2025-03-03T05:35:06.427" v="1012" actId="20577"/>
          <ac:spMkLst>
            <pc:docMk/>
            <pc:sldMk cId="855053669" sldId="466"/>
            <ac:spMk id="2" creationId="{EEFE2FE1-1406-C57F-4A30-1C8A563220BD}"/>
          </ac:spMkLst>
        </pc:spChg>
      </pc:sldChg>
      <pc:sldChg chg="modSp">
        <pc:chgData name="Avinash Arun Chauhan" userId="S::avinash.chauhan@mahindrauniversity.edu.in::241b5f3e-36f4-4c61-9553-90e6a1c1b8a6" providerId="AD" clId="Web-{EBA24D9F-CDCD-CBD6-41DF-4F13FCC4EB50}" dt="2025-03-03T05:43:57.348" v="1090" actId="20577"/>
        <pc:sldMkLst>
          <pc:docMk/>
          <pc:sldMk cId="661248127" sldId="467"/>
        </pc:sldMkLst>
        <pc:spChg chg="mod">
          <ac:chgData name="Avinash Arun Chauhan" userId="S::avinash.chauhan@mahindrauniversity.edu.in::241b5f3e-36f4-4c61-9553-90e6a1c1b8a6" providerId="AD" clId="Web-{EBA24D9F-CDCD-CBD6-41DF-4F13FCC4EB50}" dt="2025-03-03T05:43:57.348" v="1090" actId="20577"/>
          <ac:spMkLst>
            <pc:docMk/>
            <pc:sldMk cId="661248127" sldId="467"/>
            <ac:spMk id="2" creationId="{0E974464-01D7-17E3-4AE7-26EF2FF34CD4}"/>
          </ac:spMkLst>
        </pc:spChg>
        <pc:spChg chg="mod">
          <ac:chgData name="Avinash Arun Chauhan" userId="S::avinash.chauhan@mahindrauniversity.edu.in::241b5f3e-36f4-4c61-9553-90e6a1c1b8a6" providerId="AD" clId="Web-{EBA24D9F-CDCD-CBD6-41DF-4F13FCC4EB50}" dt="2025-03-03T05:43:50.832" v="1087" actId="20577"/>
          <ac:spMkLst>
            <pc:docMk/>
            <pc:sldMk cId="661248127" sldId="467"/>
            <ac:spMk id="3" creationId="{87F64AFB-12D2-CE32-8255-52C5E6C16B7D}"/>
          </ac:spMkLst>
        </pc:spChg>
      </pc:sldChg>
      <pc:sldChg chg="modSp">
        <pc:chgData name="Avinash Arun Chauhan" userId="S::avinash.chauhan@mahindrauniversity.edu.in::241b5f3e-36f4-4c61-9553-90e6a1c1b8a6" providerId="AD" clId="Web-{EBA24D9F-CDCD-CBD6-41DF-4F13FCC4EB50}" dt="2025-03-03T05:36:37.945" v="1019" actId="20577"/>
        <pc:sldMkLst>
          <pc:docMk/>
          <pc:sldMk cId="3230780544" sldId="469"/>
        </pc:sldMkLst>
        <pc:spChg chg="mod">
          <ac:chgData name="Avinash Arun Chauhan" userId="S::avinash.chauhan@mahindrauniversity.edu.in::241b5f3e-36f4-4c61-9553-90e6a1c1b8a6" providerId="AD" clId="Web-{EBA24D9F-CDCD-CBD6-41DF-4F13FCC4EB50}" dt="2025-03-03T05:36:37.945" v="1019" actId="20577"/>
          <ac:spMkLst>
            <pc:docMk/>
            <pc:sldMk cId="3230780544" sldId="469"/>
            <ac:spMk id="2" creationId="{61998922-ADAF-8179-3D83-16DE977A4B06}"/>
          </ac:spMkLst>
        </pc:spChg>
      </pc:sldChg>
      <pc:sldChg chg="modSp">
        <pc:chgData name="Avinash Arun Chauhan" userId="S::avinash.chauhan@mahindrauniversity.edu.in::241b5f3e-36f4-4c61-9553-90e6a1c1b8a6" providerId="AD" clId="Web-{EBA24D9F-CDCD-CBD6-41DF-4F13FCC4EB50}" dt="2025-03-03T05:46:06.977" v="1185" actId="20577"/>
        <pc:sldMkLst>
          <pc:docMk/>
          <pc:sldMk cId="741423929" sldId="470"/>
        </pc:sldMkLst>
        <pc:spChg chg="mod">
          <ac:chgData name="Avinash Arun Chauhan" userId="S::avinash.chauhan@mahindrauniversity.edu.in::241b5f3e-36f4-4c61-9553-90e6a1c1b8a6" providerId="AD" clId="Web-{EBA24D9F-CDCD-CBD6-41DF-4F13FCC4EB50}" dt="2025-03-03T05:46:06.977" v="1185" actId="20577"/>
          <ac:spMkLst>
            <pc:docMk/>
            <pc:sldMk cId="741423929" sldId="470"/>
            <ac:spMk id="3" creationId="{F15CBDE3-FFFF-DCD2-B356-7F49A2DD8D2D}"/>
          </ac:spMkLst>
        </pc:spChg>
      </pc:sldChg>
      <pc:sldChg chg="modSp">
        <pc:chgData name="Avinash Arun Chauhan" userId="S::avinash.chauhan@mahindrauniversity.edu.in::241b5f3e-36f4-4c61-9553-90e6a1c1b8a6" providerId="AD" clId="Web-{EBA24D9F-CDCD-CBD6-41DF-4F13FCC4EB50}" dt="2025-03-03T05:55:45.696" v="1281" actId="20577"/>
        <pc:sldMkLst>
          <pc:docMk/>
          <pc:sldMk cId="4153259254" sldId="476"/>
        </pc:sldMkLst>
        <pc:spChg chg="mod">
          <ac:chgData name="Avinash Arun Chauhan" userId="S::avinash.chauhan@mahindrauniversity.edu.in::241b5f3e-36f4-4c61-9553-90e6a1c1b8a6" providerId="AD" clId="Web-{EBA24D9F-CDCD-CBD6-41DF-4F13FCC4EB50}" dt="2025-03-03T05:55:45.696" v="1281" actId="20577"/>
          <ac:spMkLst>
            <pc:docMk/>
            <pc:sldMk cId="4153259254" sldId="476"/>
            <ac:spMk id="3" creationId="{A4EBA04A-5FAB-3C85-BEBB-7175D74CD3B9}"/>
          </ac:spMkLst>
        </pc:spChg>
      </pc:sldChg>
      <pc:sldChg chg="modSp">
        <pc:chgData name="Avinash Arun Chauhan" userId="S::avinash.chauhan@mahindrauniversity.edu.in::241b5f3e-36f4-4c61-9553-90e6a1c1b8a6" providerId="AD" clId="Web-{EBA24D9F-CDCD-CBD6-41DF-4F13FCC4EB50}" dt="2025-03-03T05:50:47.594" v="1274" actId="20577"/>
        <pc:sldMkLst>
          <pc:docMk/>
          <pc:sldMk cId="3410386749" sldId="479"/>
        </pc:sldMkLst>
        <pc:spChg chg="mod">
          <ac:chgData name="Avinash Arun Chauhan" userId="S::avinash.chauhan@mahindrauniversity.edu.in::241b5f3e-36f4-4c61-9553-90e6a1c1b8a6" providerId="AD" clId="Web-{EBA24D9F-CDCD-CBD6-41DF-4F13FCC4EB50}" dt="2025-03-03T05:50:47.594" v="1274" actId="20577"/>
          <ac:spMkLst>
            <pc:docMk/>
            <pc:sldMk cId="3410386749" sldId="479"/>
            <ac:spMk id="2" creationId="{9DEE656C-39FE-B4EB-07FA-C953342682DC}"/>
          </ac:spMkLst>
        </pc:spChg>
      </pc:sldChg>
      <pc:sldChg chg="modSp">
        <pc:chgData name="Avinash Arun Chauhan" userId="S::avinash.chauhan@mahindrauniversity.edu.in::241b5f3e-36f4-4c61-9553-90e6a1c1b8a6" providerId="AD" clId="Web-{EBA24D9F-CDCD-CBD6-41DF-4F13FCC4EB50}" dt="2025-03-03T05:50:52.438" v="1275" actId="20577"/>
        <pc:sldMkLst>
          <pc:docMk/>
          <pc:sldMk cId="214929715" sldId="480"/>
        </pc:sldMkLst>
        <pc:spChg chg="mod">
          <ac:chgData name="Avinash Arun Chauhan" userId="S::avinash.chauhan@mahindrauniversity.edu.in::241b5f3e-36f4-4c61-9553-90e6a1c1b8a6" providerId="AD" clId="Web-{EBA24D9F-CDCD-CBD6-41DF-4F13FCC4EB50}" dt="2025-03-03T05:50:52.438" v="1275" actId="20577"/>
          <ac:spMkLst>
            <pc:docMk/>
            <pc:sldMk cId="214929715" sldId="480"/>
            <ac:spMk id="2" creationId="{407F7261-2D05-A2F3-4888-B31645F52D95}"/>
          </ac:spMkLst>
        </pc:spChg>
      </pc:sldChg>
      <pc:sldChg chg="modSp">
        <pc:chgData name="Avinash Arun Chauhan" userId="S::avinash.chauhan@mahindrauniversity.edu.in::241b5f3e-36f4-4c61-9553-90e6a1c1b8a6" providerId="AD" clId="Web-{EBA24D9F-CDCD-CBD6-41DF-4F13FCC4EB50}" dt="2025-03-03T06:18:23.031" v="1449" actId="20577"/>
        <pc:sldMkLst>
          <pc:docMk/>
          <pc:sldMk cId="1601459820" sldId="481"/>
        </pc:sldMkLst>
        <pc:spChg chg="mod">
          <ac:chgData name="Avinash Arun Chauhan" userId="S::avinash.chauhan@mahindrauniversity.edu.in::241b5f3e-36f4-4c61-9553-90e6a1c1b8a6" providerId="AD" clId="Web-{EBA24D9F-CDCD-CBD6-41DF-4F13FCC4EB50}" dt="2025-03-03T05:55:50.993" v="1284" actId="20577"/>
          <ac:spMkLst>
            <pc:docMk/>
            <pc:sldMk cId="1601459820" sldId="481"/>
            <ac:spMk id="2" creationId="{2E562D1C-246E-BE14-1C84-4FF1B16103FA}"/>
          </ac:spMkLst>
        </pc:spChg>
        <pc:spChg chg="mod">
          <ac:chgData name="Avinash Arun Chauhan" userId="S::avinash.chauhan@mahindrauniversity.edu.in::241b5f3e-36f4-4c61-9553-90e6a1c1b8a6" providerId="AD" clId="Web-{EBA24D9F-CDCD-CBD6-41DF-4F13FCC4EB50}" dt="2025-03-03T06:18:23.031" v="1449" actId="20577"/>
          <ac:spMkLst>
            <pc:docMk/>
            <pc:sldMk cId="1601459820" sldId="481"/>
            <ac:spMk id="3" creationId="{6C02F89E-AF0B-46B7-52A7-C5F4FBF6CD2C}"/>
          </ac:spMkLst>
        </pc:spChg>
      </pc:sldChg>
      <pc:sldChg chg="modSp add replId">
        <pc:chgData name="Avinash Arun Chauhan" userId="S::avinash.chauhan@mahindrauniversity.edu.in::241b5f3e-36f4-4c61-9553-90e6a1c1b8a6" providerId="AD" clId="Web-{EBA24D9F-CDCD-CBD6-41DF-4F13FCC4EB50}" dt="2025-03-03T07:42:28.534" v="1800" actId="20577"/>
        <pc:sldMkLst>
          <pc:docMk/>
          <pc:sldMk cId="1554059342" sldId="484"/>
        </pc:sldMkLst>
        <pc:spChg chg="mod">
          <ac:chgData name="Avinash Arun Chauhan" userId="S::avinash.chauhan@mahindrauniversity.edu.in::241b5f3e-36f4-4c61-9553-90e6a1c1b8a6" providerId="AD" clId="Web-{EBA24D9F-CDCD-CBD6-41DF-4F13FCC4EB50}" dt="2025-03-03T07:42:28.534" v="1800" actId="20577"/>
          <ac:spMkLst>
            <pc:docMk/>
            <pc:sldMk cId="1554059342" sldId="484"/>
            <ac:spMk id="2" creationId="{2A8AAA4E-5EAD-E94F-71FF-65074198C743}"/>
          </ac:spMkLst>
        </pc:spChg>
        <pc:spChg chg="mod">
          <ac:chgData name="Avinash Arun Chauhan" userId="S::avinash.chauhan@mahindrauniversity.edu.in::241b5f3e-36f4-4c61-9553-90e6a1c1b8a6" providerId="AD" clId="Web-{EBA24D9F-CDCD-CBD6-41DF-4F13FCC4EB50}" dt="2025-03-03T04:45:13.248" v="52" actId="20577"/>
          <ac:spMkLst>
            <pc:docMk/>
            <pc:sldMk cId="1554059342" sldId="484"/>
            <ac:spMk id="3" creationId="{64E90AAB-6A22-B4A4-A437-D94BB399C404}"/>
          </ac:spMkLst>
        </pc:spChg>
      </pc:sldChg>
      <pc:sldChg chg="modSp add replId">
        <pc:chgData name="Avinash Arun Chauhan" userId="S::avinash.chauhan@mahindrauniversity.edu.in::241b5f3e-36f4-4c61-9553-90e6a1c1b8a6" providerId="AD" clId="Web-{EBA24D9F-CDCD-CBD6-41DF-4F13FCC4EB50}" dt="2025-03-03T04:52:44.901" v="211" actId="20577"/>
        <pc:sldMkLst>
          <pc:docMk/>
          <pc:sldMk cId="2260623868" sldId="485"/>
        </pc:sldMkLst>
        <pc:spChg chg="mod">
          <ac:chgData name="Avinash Arun Chauhan" userId="S::avinash.chauhan@mahindrauniversity.edu.in::241b5f3e-36f4-4c61-9553-90e6a1c1b8a6" providerId="AD" clId="Web-{EBA24D9F-CDCD-CBD6-41DF-4F13FCC4EB50}" dt="2025-03-03T04:46:24.968" v="64" actId="20577"/>
          <ac:spMkLst>
            <pc:docMk/>
            <pc:sldMk cId="2260623868" sldId="485"/>
            <ac:spMk id="2" creationId="{022C0EA1-2BED-5278-761A-983E9CAEC245}"/>
          </ac:spMkLst>
        </pc:spChg>
        <pc:spChg chg="mod">
          <ac:chgData name="Avinash Arun Chauhan" userId="S::avinash.chauhan@mahindrauniversity.edu.in::241b5f3e-36f4-4c61-9553-90e6a1c1b8a6" providerId="AD" clId="Web-{EBA24D9F-CDCD-CBD6-41DF-4F13FCC4EB50}" dt="2025-03-03T04:52:44.901" v="211" actId="20577"/>
          <ac:spMkLst>
            <pc:docMk/>
            <pc:sldMk cId="2260623868" sldId="485"/>
            <ac:spMk id="3" creationId="{7E72C7A4-DE55-E64D-BC1A-F4B87C408258}"/>
          </ac:spMkLst>
        </pc:spChg>
      </pc:sldChg>
      <pc:sldChg chg="modSp add replId">
        <pc:chgData name="Avinash Arun Chauhan" userId="S::avinash.chauhan@mahindrauniversity.edu.in::241b5f3e-36f4-4c61-9553-90e6a1c1b8a6" providerId="AD" clId="Web-{EBA24D9F-CDCD-CBD6-41DF-4F13FCC4EB50}" dt="2025-03-03T04:54:19.482" v="266" actId="20577"/>
        <pc:sldMkLst>
          <pc:docMk/>
          <pc:sldMk cId="2448879130" sldId="486"/>
        </pc:sldMkLst>
        <pc:spChg chg="mod">
          <ac:chgData name="Avinash Arun Chauhan" userId="S::avinash.chauhan@mahindrauniversity.edu.in::241b5f3e-36f4-4c61-9553-90e6a1c1b8a6" providerId="AD" clId="Web-{EBA24D9F-CDCD-CBD6-41DF-4F13FCC4EB50}" dt="2025-03-03T04:54:19.482" v="266" actId="20577"/>
          <ac:spMkLst>
            <pc:docMk/>
            <pc:sldMk cId="2448879130" sldId="486"/>
            <ac:spMk id="3" creationId="{33BF4E44-2FFF-2789-59E8-0AACE90A188A}"/>
          </ac:spMkLst>
        </pc:spChg>
      </pc:sldChg>
      <pc:sldChg chg="addSp delSp modSp add replId">
        <pc:chgData name="Avinash Arun Chauhan" userId="S::avinash.chauhan@mahindrauniversity.edu.in::241b5f3e-36f4-4c61-9553-90e6a1c1b8a6" providerId="AD" clId="Web-{EBA24D9F-CDCD-CBD6-41DF-4F13FCC4EB50}" dt="2025-03-03T05:15:11.768" v="792" actId="20577"/>
        <pc:sldMkLst>
          <pc:docMk/>
          <pc:sldMk cId="2853831445" sldId="487"/>
        </pc:sldMkLst>
        <pc:spChg chg="mod">
          <ac:chgData name="Avinash Arun Chauhan" userId="S::avinash.chauhan@mahindrauniversity.edu.in::241b5f3e-36f4-4c61-9553-90e6a1c1b8a6" providerId="AD" clId="Web-{EBA24D9F-CDCD-CBD6-41DF-4F13FCC4EB50}" dt="2025-03-03T05:15:11.768" v="792" actId="20577"/>
          <ac:spMkLst>
            <pc:docMk/>
            <pc:sldMk cId="2853831445" sldId="487"/>
            <ac:spMk id="2" creationId="{835BC812-1020-27E2-38A5-CC2637A0C2FC}"/>
          </ac:spMkLst>
        </pc:spChg>
        <pc:spChg chg="del mod">
          <ac:chgData name="Avinash Arun Chauhan" userId="S::avinash.chauhan@mahindrauniversity.edu.in::241b5f3e-36f4-4c61-9553-90e6a1c1b8a6" providerId="AD" clId="Web-{EBA24D9F-CDCD-CBD6-41DF-4F13FCC4EB50}" dt="2025-03-03T05:06:01.002" v="380"/>
          <ac:spMkLst>
            <pc:docMk/>
            <pc:sldMk cId="2853831445" sldId="487"/>
            <ac:spMk id="3" creationId="{2F45F4B2-1BDB-1CF0-7B51-18252A2FF3C2}"/>
          </ac:spMkLst>
        </pc:spChg>
        <pc:spChg chg="add mod">
          <ac:chgData name="Avinash Arun Chauhan" userId="S::avinash.chauhan@mahindrauniversity.edu.in::241b5f3e-36f4-4c61-9553-90e6a1c1b8a6" providerId="AD" clId="Web-{EBA24D9F-CDCD-CBD6-41DF-4F13FCC4EB50}" dt="2025-03-03T05:09:00.632" v="523" actId="20577"/>
          <ac:spMkLst>
            <pc:docMk/>
            <pc:sldMk cId="2853831445" sldId="487"/>
            <ac:spMk id="4" creationId="{19EBD78E-1548-1B4B-B4D0-9415255E0983}"/>
          </ac:spMkLst>
        </pc:spChg>
        <pc:spChg chg="add mod">
          <ac:chgData name="Avinash Arun Chauhan" userId="S::avinash.chauhan@mahindrauniversity.edu.in::241b5f3e-36f4-4c61-9553-90e6a1c1b8a6" providerId="AD" clId="Web-{EBA24D9F-CDCD-CBD6-41DF-4F13FCC4EB50}" dt="2025-03-03T05:12:19.732" v="635" actId="1076"/>
          <ac:spMkLst>
            <pc:docMk/>
            <pc:sldMk cId="2853831445" sldId="487"/>
            <ac:spMk id="5" creationId="{069370F4-1BDA-0241-73D8-FDF8D95BCEF0}"/>
          </ac:spMkLst>
        </pc:spChg>
        <pc:spChg chg="add mod">
          <ac:chgData name="Avinash Arun Chauhan" userId="S::avinash.chauhan@mahindrauniversity.edu.in::241b5f3e-36f4-4c61-9553-90e6a1c1b8a6" providerId="AD" clId="Web-{EBA24D9F-CDCD-CBD6-41DF-4F13FCC4EB50}" dt="2025-03-03T05:12:11.263" v="634" actId="20577"/>
          <ac:spMkLst>
            <pc:docMk/>
            <pc:sldMk cId="2853831445" sldId="487"/>
            <ac:spMk id="9" creationId="{60BF97BA-445C-C439-A560-B6A18A0BEAF8}"/>
          </ac:spMkLst>
        </pc:spChg>
        <pc:spChg chg="add mod">
          <ac:chgData name="Avinash Arun Chauhan" userId="S::avinash.chauhan@mahindrauniversity.edu.in::241b5f3e-36f4-4c61-9553-90e6a1c1b8a6" providerId="AD" clId="Web-{EBA24D9F-CDCD-CBD6-41DF-4F13FCC4EB50}" dt="2025-03-03T05:15:03.768" v="790" actId="20577"/>
          <ac:spMkLst>
            <pc:docMk/>
            <pc:sldMk cId="2853831445" sldId="487"/>
            <ac:spMk id="10" creationId="{AF5D9704-D495-ACE5-2A8A-D2A536ADE7BA}"/>
          </ac:spMkLst>
        </pc:spChg>
      </pc:sldChg>
      <pc:sldChg chg="modSp add replId">
        <pc:chgData name="Avinash Arun Chauhan" userId="S::avinash.chauhan@mahindrauniversity.edu.in::241b5f3e-36f4-4c61-9553-90e6a1c1b8a6" providerId="AD" clId="Web-{EBA24D9F-CDCD-CBD6-41DF-4F13FCC4EB50}" dt="2025-03-03T05:31:51.359" v="853" actId="20577"/>
        <pc:sldMkLst>
          <pc:docMk/>
          <pc:sldMk cId="1797309917" sldId="488"/>
        </pc:sldMkLst>
        <pc:spChg chg="mod">
          <ac:chgData name="Avinash Arun Chauhan" userId="S::avinash.chauhan@mahindrauniversity.edu.in::241b5f3e-36f4-4c61-9553-90e6a1c1b8a6" providerId="AD" clId="Web-{EBA24D9F-CDCD-CBD6-41DF-4F13FCC4EB50}" dt="2025-03-03T05:29:37.262" v="811" actId="20577"/>
          <ac:spMkLst>
            <pc:docMk/>
            <pc:sldMk cId="1797309917" sldId="488"/>
            <ac:spMk id="2" creationId="{5CB9500B-7E98-6DFE-1D2F-A89DE8DAB1BC}"/>
          </ac:spMkLst>
        </pc:spChg>
        <pc:spChg chg="mod">
          <ac:chgData name="Avinash Arun Chauhan" userId="S::avinash.chauhan@mahindrauniversity.edu.in::241b5f3e-36f4-4c61-9553-90e6a1c1b8a6" providerId="AD" clId="Web-{EBA24D9F-CDCD-CBD6-41DF-4F13FCC4EB50}" dt="2025-03-03T05:31:51.359" v="853" actId="20577"/>
          <ac:spMkLst>
            <pc:docMk/>
            <pc:sldMk cId="1797309917" sldId="488"/>
            <ac:spMk id="3" creationId="{D292A6DE-3CE6-3178-E2C4-EC70EB74E655}"/>
          </ac:spMkLst>
        </pc:spChg>
      </pc:sldChg>
      <pc:sldChg chg="modSp add ord replId">
        <pc:chgData name="Avinash Arun Chauhan" userId="S::avinash.chauhan@mahindrauniversity.edu.in::241b5f3e-36f4-4c61-9553-90e6a1c1b8a6" providerId="AD" clId="Web-{EBA24D9F-CDCD-CBD6-41DF-4F13FCC4EB50}" dt="2025-03-03T05:34:34.223" v="999" actId="20577"/>
        <pc:sldMkLst>
          <pc:docMk/>
          <pc:sldMk cId="3811111185" sldId="489"/>
        </pc:sldMkLst>
        <pc:spChg chg="mod">
          <ac:chgData name="Avinash Arun Chauhan" userId="S::avinash.chauhan@mahindrauniversity.edu.in::241b5f3e-36f4-4c61-9553-90e6a1c1b8a6" providerId="AD" clId="Web-{EBA24D9F-CDCD-CBD6-41DF-4F13FCC4EB50}" dt="2025-03-03T05:34:34.223" v="999" actId="20577"/>
          <ac:spMkLst>
            <pc:docMk/>
            <pc:sldMk cId="3811111185" sldId="489"/>
            <ac:spMk id="3" creationId="{A965E702-4D25-90FE-0D27-E55DF436744A}"/>
          </ac:spMkLst>
        </pc:spChg>
      </pc:sldChg>
      <pc:sldChg chg="modSp add ord replId">
        <pc:chgData name="Avinash Arun Chauhan" userId="S::avinash.chauhan@mahindrauniversity.edu.in::241b5f3e-36f4-4c61-9553-90e6a1c1b8a6" providerId="AD" clId="Web-{EBA24D9F-CDCD-CBD6-41DF-4F13FCC4EB50}" dt="2025-03-03T05:45:21.507" v="1172" actId="20577"/>
        <pc:sldMkLst>
          <pc:docMk/>
          <pc:sldMk cId="3241686281" sldId="490"/>
        </pc:sldMkLst>
        <pc:spChg chg="mod">
          <ac:chgData name="Avinash Arun Chauhan" userId="S::avinash.chauhan@mahindrauniversity.edu.in::241b5f3e-36f4-4c61-9553-90e6a1c1b8a6" providerId="AD" clId="Web-{EBA24D9F-CDCD-CBD6-41DF-4F13FCC4EB50}" dt="2025-03-03T05:44:18.255" v="1100" actId="20577"/>
          <ac:spMkLst>
            <pc:docMk/>
            <pc:sldMk cId="3241686281" sldId="490"/>
            <ac:spMk id="2" creationId="{E08A769B-43E6-712C-003E-6D8E71A8506A}"/>
          </ac:spMkLst>
        </pc:spChg>
        <pc:spChg chg="mod">
          <ac:chgData name="Avinash Arun Chauhan" userId="S::avinash.chauhan@mahindrauniversity.edu.in::241b5f3e-36f4-4c61-9553-90e6a1c1b8a6" providerId="AD" clId="Web-{EBA24D9F-CDCD-CBD6-41DF-4F13FCC4EB50}" dt="2025-03-03T05:45:21.507" v="1172" actId="20577"/>
          <ac:spMkLst>
            <pc:docMk/>
            <pc:sldMk cId="3241686281" sldId="490"/>
            <ac:spMk id="3" creationId="{852FB649-6BF5-FB20-1246-5DB120B396CD}"/>
          </ac:spMkLst>
        </pc:spChg>
      </pc:sldChg>
      <pc:sldChg chg="modSp add replId">
        <pc:chgData name="Avinash Arun Chauhan" userId="S::avinash.chauhan@mahindrauniversity.edu.in::241b5f3e-36f4-4c61-9553-90e6a1c1b8a6" providerId="AD" clId="Web-{EBA24D9F-CDCD-CBD6-41DF-4F13FCC4EB50}" dt="2025-03-03T05:50:14.421" v="1273" actId="20577"/>
        <pc:sldMkLst>
          <pc:docMk/>
          <pc:sldMk cId="1595328450" sldId="491"/>
        </pc:sldMkLst>
        <pc:spChg chg="mod">
          <ac:chgData name="Avinash Arun Chauhan" userId="S::avinash.chauhan@mahindrauniversity.edu.in::241b5f3e-36f4-4c61-9553-90e6a1c1b8a6" providerId="AD" clId="Web-{EBA24D9F-CDCD-CBD6-41DF-4F13FCC4EB50}" dt="2025-03-03T05:48:13.371" v="1189" actId="20577"/>
          <ac:spMkLst>
            <pc:docMk/>
            <pc:sldMk cId="1595328450" sldId="491"/>
            <ac:spMk id="2" creationId="{1E717463-49CE-E56B-BB99-6485786A9EF8}"/>
          </ac:spMkLst>
        </pc:spChg>
        <pc:spChg chg="mod">
          <ac:chgData name="Avinash Arun Chauhan" userId="S::avinash.chauhan@mahindrauniversity.edu.in::241b5f3e-36f4-4c61-9553-90e6a1c1b8a6" providerId="AD" clId="Web-{EBA24D9F-CDCD-CBD6-41DF-4F13FCC4EB50}" dt="2025-03-03T05:50:14.421" v="1273" actId="20577"/>
          <ac:spMkLst>
            <pc:docMk/>
            <pc:sldMk cId="1595328450" sldId="491"/>
            <ac:spMk id="3" creationId="{8E631F88-E0C8-A9B0-4D94-35FEA3EB3D04}"/>
          </ac:spMkLst>
        </pc:spChg>
      </pc:sldChg>
      <pc:sldChg chg="modSp add replId">
        <pc:chgData name="Avinash Arun Chauhan" userId="S::avinash.chauhan@mahindrauniversity.edu.in::241b5f3e-36f4-4c61-9553-90e6a1c1b8a6" providerId="AD" clId="Web-{EBA24D9F-CDCD-CBD6-41DF-4F13FCC4EB50}" dt="2025-03-03T06:06:27.293" v="1403" actId="20577"/>
        <pc:sldMkLst>
          <pc:docMk/>
          <pc:sldMk cId="3296502734" sldId="492"/>
        </pc:sldMkLst>
        <pc:spChg chg="mod">
          <ac:chgData name="Avinash Arun Chauhan" userId="S::avinash.chauhan@mahindrauniversity.edu.in::241b5f3e-36f4-4c61-9553-90e6a1c1b8a6" providerId="AD" clId="Web-{EBA24D9F-CDCD-CBD6-41DF-4F13FCC4EB50}" dt="2025-03-03T06:05:52.135" v="1385" actId="20577"/>
          <ac:spMkLst>
            <pc:docMk/>
            <pc:sldMk cId="3296502734" sldId="492"/>
            <ac:spMk id="2" creationId="{5C209A39-9AA4-9BC0-54FE-91720F26B2F9}"/>
          </ac:spMkLst>
        </pc:spChg>
        <pc:spChg chg="mod">
          <ac:chgData name="Avinash Arun Chauhan" userId="S::avinash.chauhan@mahindrauniversity.edu.in::241b5f3e-36f4-4c61-9553-90e6a1c1b8a6" providerId="AD" clId="Web-{EBA24D9F-CDCD-CBD6-41DF-4F13FCC4EB50}" dt="2025-03-03T06:06:27.293" v="1403" actId="20577"/>
          <ac:spMkLst>
            <pc:docMk/>
            <pc:sldMk cId="3296502734" sldId="492"/>
            <ac:spMk id="3" creationId="{B8EC958A-0A25-3A49-6AC5-5FF825D0E7D5}"/>
          </ac:spMkLst>
        </pc:spChg>
      </pc:sldChg>
      <pc:sldChg chg="add ord replId">
        <pc:chgData name="Avinash Arun Chauhan" userId="S::avinash.chauhan@mahindrauniversity.edu.in::241b5f3e-36f4-4c61-9553-90e6a1c1b8a6" providerId="AD" clId="Web-{EBA24D9F-CDCD-CBD6-41DF-4F13FCC4EB50}" dt="2025-03-03T06:06:58.497" v="1404"/>
        <pc:sldMkLst>
          <pc:docMk/>
          <pc:sldMk cId="3193196148" sldId="493"/>
        </pc:sldMkLst>
      </pc:sldChg>
      <pc:sldChg chg="modSp add replId">
        <pc:chgData name="Avinash Arun Chauhan" userId="S::avinash.chauhan@mahindrauniversity.edu.in::241b5f3e-36f4-4c61-9553-90e6a1c1b8a6" providerId="AD" clId="Web-{EBA24D9F-CDCD-CBD6-41DF-4F13FCC4EB50}" dt="2025-03-03T06:18:46.360" v="1463" actId="20577"/>
        <pc:sldMkLst>
          <pc:docMk/>
          <pc:sldMk cId="1216913954" sldId="494"/>
        </pc:sldMkLst>
        <pc:spChg chg="mod">
          <ac:chgData name="Avinash Arun Chauhan" userId="S::avinash.chauhan@mahindrauniversity.edu.in::241b5f3e-36f4-4c61-9553-90e6a1c1b8a6" providerId="AD" clId="Web-{EBA24D9F-CDCD-CBD6-41DF-4F13FCC4EB50}" dt="2025-03-03T06:18:46.360" v="1463" actId="20577"/>
          <ac:spMkLst>
            <pc:docMk/>
            <pc:sldMk cId="1216913954" sldId="494"/>
            <ac:spMk id="3" creationId="{CBD7EC55-E3FE-AC8A-B8AD-8424FBAF0CA2}"/>
          </ac:spMkLst>
        </pc:spChg>
      </pc:sldChg>
      <pc:sldChg chg="modSp add replId">
        <pc:chgData name="Avinash Arun Chauhan" userId="S::avinash.chauhan@mahindrauniversity.edu.in::241b5f3e-36f4-4c61-9553-90e6a1c1b8a6" providerId="AD" clId="Web-{EBA24D9F-CDCD-CBD6-41DF-4F13FCC4EB50}" dt="2025-03-03T06:20:47.973" v="1505" actId="20577"/>
        <pc:sldMkLst>
          <pc:docMk/>
          <pc:sldMk cId="17115714" sldId="495"/>
        </pc:sldMkLst>
        <pc:spChg chg="mod">
          <ac:chgData name="Avinash Arun Chauhan" userId="S::avinash.chauhan@mahindrauniversity.edu.in::241b5f3e-36f4-4c61-9553-90e6a1c1b8a6" providerId="AD" clId="Web-{EBA24D9F-CDCD-CBD6-41DF-4F13FCC4EB50}" dt="2025-03-03T06:19:27.221" v="1469" actId="20577"/>
          <ac:spMkLst>
            <pc:docMk/>
            <pc:sldMk cId="17115714" sldId="495"/>
            <ac:spMk id="2" creationId="{60EE3BD9-A602-B008-3675-53B37CC2FF8A}"/>
          </ac:spMkLst>
        </pc:spChg>
        <pc:spChg chg="mod">
          <ac:chgData name="Avinash Arun Chauhan" userId="S::avinash.chauhan@mahindrauniversity.edu.in::241b5f3e-36f4-4c61-9553-90e6a1c1b8a6" providerId="AD" clId="Web-{EBA24D9F-CDCD-CBD6-41DF-4F13FCC4EB50}" dt="2025-03-03T06:20:47.973" v="1505" actId="20577"/>
          <ac:spMkLst>
            <pc:docMk/>
            <pc:sldMk cId="17115714" sldId="495"/>
            <ac:spMk id="3" creationId="{E36BACC8-17F6-260A-FB79-053A14640DD0}"/>
          </ac:spMkLst>
        </pc:spChg>
      </pc:sldChg>
      <pc:sldChg chg="modSp add replId">
        <pc:chgData name="Avinash Arun Chauhan" userId="S::avinash.chauhan@mahindrauniversity.edu.in::241b5f3e-36f4-4c61-9553-90e6a1c1b8a6" providerId="AD" clId="Web-{EBA24D9F-CDCD-CBD6-41DF-4F13FCC4EB50}" dt="2025-03-03T06:24:45.214" v="1727" actId="20577"/>
        <pc:sldMkLst>
          <pc:docMk/>
          <pc:sldMk cId="2740781287" sldId="496"/>
        </pc:sldMkLst>
        <pc:spChg chg="mod">
          <ac:chgData name="Avinash Arun Chauhan" userId="S::avinash.chauhan@mahindrauniversity.edu.in::241b5f3e-36f4-4c61-9553-90e6a1c1b8a6" providerId="AD" clId="Web-{EBA24D9F-CDCD-CBD6-41DF-4F13FCC4EB50}" dt="2025-03-03T06:20:55.301" v="1527" actId="20577"/>
          <ac:spMkLst>
            <pc:docMk/>
            <pc:sldMk cId="2740781287" sldId="496"/>
            <ac:spMk id="2" creationId="{942128D9-60DF-68C7-0515-4571D25D9AC6}"/>
          </ac:spMkLst>
        </pc:spChg>
        <pc:spChg chg="mod">
          <ac:chgData name="Avinash Arun Chauhan" userId="S::avinash.chauhan@mahindrauniversity.edu.in::241b5f3e-36f4-4c61-9553-90e6a1c1b8a6" providerId="AD" clId="Web-{EBA24D9F-CDCD-CBD6-41DF-4F13FCC4EB50}" dt="2025-03-03T06:24:45.214" v="1727" actId="20577"/>
          <ac:spMkLst>
            <pc:docMk/>
            <pc:sldMk cId="2740781287" sldId="496"/>
            <ac:spMk id="3" creationId="{26F071AC-B205-492F-726A-E8A97D87FEC8}"/>
          </ac:spMkLst>
        </pc:spChg>
      </pc:sldChg>
      <pc:sldChg chg="modSp add replId">
        <pc:chgData name="Avinash Arun Chauhan" userId="S::avinash.chauhan@mahindrauniversity.edu.in::241b5f3e-36f4-4c61-9553-90e6a1c1b8a6" providerId="AD" clId="Web-{EBA24D9F-CDCD-CBD6-41DF-4F13FCC4EB50}" dt="2025-03-03T06:27:26" v="1792" actId="20577"/>
        <pc:sldMkLst>
          <pc:docMk/>
          <pc:sldMk cId="1423176506" sldId="497"/>
        </pc:sldMkLst>
        <pc:spChg chg="mod">
          <ac:chgData name="Avinash Arun Chauhan" userId="S::avinash.chauhan@mahindrauniversity.edu.in::241b5f3e-36f4-4c61-9553-90e6a1c1b8a6" providerId="AD" clId="Web-{EBA24D9F-CDCD-CBD6-41DF-4F13FCC4EB50}" dt="2025-03-03T06:24:50.964" v="1736" actId="20577"/>
          <ac:spMkLst>
            <pc:docMk/>
            <pc:sldMk cId="1423176506" sldId="497"/>
            <ac:spMk id="2" creationId="{09044225-372F-92B1-2994-28513E125A4D}"/>
          </ac:spMkLst>
        </pc:spChg>
        <pc:spChg chg="mod">
          <ac:chgData name="Avinash Arun Chauhan" userId="S::avinash.chauhan@mahindrauniversity.edu.in::241b5f3e-36f4-4c61-9553-90e6a1c1b8a6" providerId="AD" clId="Web-{EBA24D9F-CDCD-CBD6-41DF-4F13FCC4EB50}" dt="2025-03-03T06:27:26" v="1792" actId="20577"/>
          <ac:spMkLst>
            <pc:docMk/>
            <pc:sldMk cId="1423176506" sldId="497"/>
            <ac:spMk id="3" creationId="{43BA66E9-48D9-EF0E-DAF5-818626CDEAD4}"/>
          </ac:spMkLst>
        </pc:spChg>
      </pc:sldChg>
    </pc:docChg>
  </pc:docChgLst>
  <pc:docChgLst>
    <pc:chgData name="Avinash Arun Chauhan" userId="S::avinash.chauhan@mahindrauniversity.edu.in::241b5f3e-36f4-4c61-9553-90e6a1c1b8a6" providerId="AD" clId="Web-{C82A2682-72D4-3273-6619-92160AF844AD}"/>
    <pc:docChg chg="addSld delSld modSld">
      <pc:chgData name="Avinash Arun Chauhan" userId="S::avinash.chauhan@mahindrauniversity.edu.in::241b5f3e-36f4-4c61-9553-90e6a1c1b8a6" providerId="AD" clId="Web-{C82A2682-72D4-3273-6619-92160AF844AD}" dt="2025-04-28T07:35:48.203" v="2003" actId="20577"/>
      <pc:docMkLst>
        <pc:docMk/>
      </pc:docMkLst>
      <pc:sldChg chg="modSp">
        <pc:chgData name="Avinash Arun Chauhan" userId="S::avinash.chauhan@mahindrauniversity.edu.in::241b5f3e-36f4-4c61-9553-90e6a1c1b8a6" providerId="AD" clId="Web-{C82A2682-72D4-3273-6619-92160AF844AD}" dt="2025-04-28T04:49:02.127" v="25" actId="20577"/>
        <pc:sldMkLst>
          <pc:docMk/>
          <pc:sldMk cId="883900188" sldId="505"/>
        </pc:sldMkLst>
        <pc:spChg chg="mod">
          <ac:chgData name="Avinash Arun Chauhan" userId="S::avinash.chauhan@mahindrauniversity.edu.in::241b5f3e-36f4-4c61-9553-90e6a1c1b8a6" providerId="AD" clId="Web-{C82A2682-72D4-3273-6619-92160AF844AD}" dt="2025-04-28T04:49:02.127" v="25" actId="20577"/>
          <ac:spMkLst>
            <pc:docMk/>
            <pc:sldMk cId="883900188" sldId="505"/>
            <ac:spMk id="3" creationId="{29BD426B-01FE-6A79-FB41-404DC71E5937}"/>
          </ac:spMkLst>
        </pc:spChg>
      </pc:sldChg>
      <pc:sldChg chg="addSp modSp">
        <pc:chgData name="Avinash Arun Chauhan" userId="S::avinash.chauhan@mahindrauniversity.edu.in::241b5f3e-36f4-4c61-9553-90e6a1c1b8a6" providerId="AD" clId="Web-{C82A2682-72D4-3273-6619-92160AF844AD}" dt="2025-04-28T04:52:51.053" v="31" actId="1076"/>
        <pc:sldMkLst>
          <pc:docMk/>
          <pc:sldMk cId="3472337841" sldId="604"/>
        </pc:sldMkLst>
        <pc:spChg chg="add mod">
          <ac:chgData name="Avinash Arun Chauhan" userId="S::avinash.chauhan@mahindrauniversity.edu.in::241b5f3e-36f4-4c61-9553-90e6a1c1b8a6" providerId="AD" clId="Web-{C82A2682-72D4-3273-6619-92160AF844AD}" dt="2025-04-28T04:52:51.053" v="31" actId="1076"/>
          <ac:spMkLst>
            <pc:docMk/>
            <pc:sldMk cId="3472337841" sldId="604"/>
            <ac:spMk id="5" creationId="{510FD4A4-3D9E-B56A-50CC-A291B38DA5B1}"/>
          </ac:spMkLst>
        </pc:spChg>
      </pc:sldChg>
      <pc:sldChg chg="modSp">
        <pc:chgData name="Avinash Arun Chauhan" userId="S::avinash.chauhan@mahindrauniversity.edu.in::241b5f3e-36f4-4c61-9553-90e6a1c1b8a6" providerId="AD" clId="Web-{C82A2682-72D4-3273-6619-92160AF844AD}" dt="2025-04-28T04:58:19.715" v="153" actId="20577"/>
        <pc:sldMkLst>
          <pc:docMk/>
          <pc:sldMk cId="1114753389" sldId="605"/>
        </pc:sldMkLst>
        <pc:spChg chg="mod">
          <ac:chgData name="Avinash Arun Chauhan" userId="S::avinash.chauhan@mahindrauniversity.edu.in::241b5f3e-36f4-4c61-9553-90e6a1c1b8a6" providerId="AD" clId="Web-{C82A2682-72D4-3273-6619-92160AF844AD}" dt="2025-04-28T04:58:19.715" v="153" actId="20577"/>
          <ac:spMkLst>
            <pc:docMk/>
            <pc:sldMk cId="1114753389" sldId="605"/>
            <ac:spMk id="3" creationId="{6315B9F7-9B25-CD8D-ABE5-A505900692B8}"/>
          </ac:spMkLst>
        </pc:spChg>
      </pc:sldChg>
      <pc:sldChg chg="modSp">
        <pc:chgData name="Avinash Arun Chauhan" userId="S::avinash.chauhan@mahindrauniversity.edu.in::241b5f3e-36f4-4c61-9553-90e6a1c1b8a6" providerId="AD" clId="Web-{C82A2682-72D4-3273-6619-92160AF844AD}" dt="2025-04-28T05:00:35.390" v="289" actId="20577"/>
        <pc:sldMkLst>
          <pc:docMk/>
          <pc:sldMk cId="1959526402" sldId="606"/>
        </pc:sldMkLst>
        <pc:spChg chg="mod">
          <ac:chgData name="Avinash Arun Chauhan" userId="S::avinash.chauhan@mahindrauniversity.edu.in::241b5f3e-36f4-4c61-9553-90e6a1c1b8a6" providerId="AD" clId="Web-{C82A2682-72D4-3273-6619-92160AF844AD}" dt="2025-04-28T05:00:35.390" v="289" actId="20577"/>
          <ac:spMkLst>
            <pc:docMk/>
            <pc:sldMk cId="1959526402" sldId="606"/>
            <ac:spMk id="3" creationId="{A6096046-A9F6-A0A3-654B-AFFCA1B21E27}"/>
          </ac:spMkLst>
        </pc:spChg>
      </pc:sldChg>
      <pc:sldChg chg="modSp">
        <pc:chgData name="Avinash Arun Chauhan" userId="S::avinash.chauhan@mahindrauniversity.edu.in::241b5f3e-36f4-4c61-9553-90e6a1c1b8a6" providerId="AD" clId="Web-{C82A2682-72D4-3273-6619-92160AF844AD}" dt="2025-04-28T05:01:57.954" v="299" actId="20577"/>
        <pc:sldMkLst>
          <pc:docMk/>
          <pc:sldMk cId="445016191" sldId="608"/>
        </pc:sldMkLst>
        <pc:spChg chg="mod">
          <ac:chgData name="Avinash Arun Chauhan" userId="S::avinash.chauhan@mahindrauniversity.edu.in::241b5f3e-36f4-4c61-9553-90e6a1c1b8a6" providerId="AD" clId="Web-{C82A2682-72D4-3273-6619-92160AF844AD}" dt="2025-04-28T05:01:57.954" v="299" actId="20577"/>
          <ac:spMkLst>
            <pc:docMk/>
            <pc:sldMk cId="445016191" sldId="608"/>
            <ac:spMk id="3" creationId="{EAC26F11-480C-028B-93DC-7CE4411D1AEC}"/>
          </ac:spMkLst>
        </pc:spChg>
      </pc:sldChg>
      <pc:sldChg chg="modSp">
        <pc:chgData name="Avinash Arun Chauhan" userId="S::avinash.chauhan@mahindrauniversity.edu.in::241b5f3e-36f4-4c61-9553-90e6a1c1b8a6" providerId="AD" clId="Web-{C82A2682-72D4-3273-6619-92160AF844AD}" dt="2025-04-28T05:06:30.568" v="520" actId="20577"/>
        <pc:sldMkLst>
          <pc:docMk/>
          <pc:sldMk cId="3694732558" sldId="610"/>
        </pc:sldMkLst>
        <pc:spChg chg="mod">
          <ac:chgData name="Avinash Arun Chauhan" userId="S::avinash.chauhan@mahindrauniversity.edu.in::241b5f3e-36f4-4c61-9553-90e6a1c1b8a6" providerId="AD" clId="Web-{C82A2682-72D4-3273-6619-92160AF844AD}" dt="2025-04-28T05:06:30.568" v="520" actId="20577"/>
          <ac:spMkLst>
            <pc:docMk/>
            <pc:sldMk cId="3694732558" sldId="610"/>
            <ac:spMk id="3" creationId="{C67B74D5-59C6-1301-8850-F6625DE08BAF}"/>
          </ac:spMkLst>
        </pc:spChg>
      </pc:sldChg>
      <pc:sldChg chg="modSp">
        <pc:chgData name="Avinash Arun Chauhan" userId="S::avinash.chauhan@mahindrauniversity.edu.in::241b5f3e-36f4-4c61-9553-90e6a1c1b8a6" providerId="AD" clId="Web-{C82A2682-72D4-3273-6619-92160AF844AD}" dt="2025-04-28T07:10:50.375" v="1703" actId="20577"/>
        <pc:sldMkLst>
          <pc:docMk/>
          <pc:sldMk cId="3809715601" sldId="611"/>
        </pc:sldMkLst>
        <pc:spChg chg="mod">
          <ac:chgData name="Avinash Arun Chauhan" userId="S::avinash.chauhan@mahindrauniversity.edu.in::241b5f3e-36f4-4c61-9553-90e6a1c1b8a6" providerId="AD" clId="Web-{C82A2682-72D4-3273-6619-92160AF844AD}" dt="2025-04-28T07:10:50.375" v="1703" actId="20577"/>
          <ac:spMkLst>
            <pc:docMk/>
            <pc:sldMk cId="3809715601" sldId="611"/>
            <ac:spMk id="3" creationId="{9F949BE8-5BCA-B2B4-F339-A00B3C447C89}"/>
          </ac:spMkLst>
        </pc:spChg>
        <pc:picChg chg="mod">
          <ac:chgData name="Avinash Arun Chauhan" userId="S::avinash.chauhan@mahindrauniversity.edu.in::241b5f3e-36f4-4c61-9553-90e6a1c1b8a6" providerId="AD" clId="Web-{C82A2682-72D4-3273-6619-92160AF844AD}" dt="2025-04-28T05:07:46.663" v="538" actId="14100"/>
          <ac:picMkLst>
            <pc:docMk/>
            <pc:sldMk cId="3809715601" sldId="611"/>
            <ac:picMk id="4" creationId="{2A999490-88A3-594E-3DF4-A0F387CC5483}"/>
          </ac:picMkLst>
        </pc:picChg>
      </pc:sldChg>
      <pc:sldChg chg="modSp">
        <pc:chgData name="Avinash Arun Chauhan" userId="S::avinash.chauhan@mahindrauniversity.edu.in::241b5f3e-36f4-4c61-9553-90e6a1c1b8a6" providerId="AD" clId="Web-{C82A2682-72D4-3273-6619-92160AF844AD}" dt="2025-04-28T07:21:34.139" v="1861" actId="20577"/>
        <pc:sldMkLst>
          <pc:docMk/>
          <pc:sldMk cId="3867817206" sldId="612"/>
        </pc:sldMkLst>
        <pc:spChg chg="mod">
          <ac:chgData name="Avinash Arun Chauhan" userId="S::avinash.chauhan@mahindrauniversity.edu.in::241b5f3e-36f4-4c61-9553-90e6a1c1b8a6" providerId="AD" clId="Web-{C82A2682-72D4-3273-6619-92160AF844AD}" dt="2025-04-28T07:21:34.139" v="1861" actId="20577"/>
          <ac:spMkLst>
            <pc:docMk/>
            <pc:sldMk cId="3867817206" sldId="612"/>
            <ac:spMk id="3" creationId="{D2E05C1A-D5A9-86E5-EFBF-63F4D014C234}"/>
          </ac:spMkLst>
        </pc:spChg>
      </pc:sldChg>
      <pc:sldChg chg="modSp">
        <pc:chgData name="Avinash Arun Chauhan" userId="S::avinash.chauhan@mahindrauniversity.edu.in::241b5f3e-36f4-4c61-9553-90e6a1c1b8a6" providerId="AD" clId="Web-{C82A2682-72D4-3273-6619-92160AF844AD}" dt="2025-04-28T05:08:52.540" v="554" actId="20577"/>
        <pc:sldMkLst>
          <pc:docMk/>
          <pc:sldMk cId="1915110001" sldId="613"/>
        </pc:sldMkLst>
        <pc:spChg chg="mod">
          <ac:chgData name="Avinash Arun Chauhan" userId="S::avinash.chauhan@mahindrauniversity.edu.in::241b5f3e-36f4-4c61-9553-90e6a1c1b8a6" providerId="AD" clId="Web-{C82A2682-72D4-3273-6619-92160AF844AD}" dt="2025-04-28T05:08:52.540" v="554" actId="20577"/>
          <ac:spMkLst>
            <pc:docMk/>
            <pc:sldMk cId="1915110001" sldId="613"/>
            <ac:spMk id="3" creationId="{9B443DFC-9AB1-23E4-AAEF-2FA512FF3D1E}"/>
          </ac:spMkLst>
        </pc:spChg>
      </pc:sldChg>
      <pc:sldChg chg="addSp modSp">
        <pc:chgData name="Avinash Arun Chauhan" userId="S::avinash.chauhan@mahindrauniversity.edu.in::241b5f3e-36f4-4c61-9553-90e6a1c1b8a6" providerId="AD" clId="Web-{C82A2682-72D4-3273-6619-92160AF844AD}" dt="2025-04-28T05:10:42.167" v="612" actId="20577"/>
        <pc:sldMkLst>
          <pc:docMk/>
          <pc:sldMk cId="4247493543" sldId="615"/>
        </pc:sldMkLst>
        <pc:spChg chg="add mod">
          <ac:chgData name="Avinash Arun Chauhan" userId="S::avinash.chauhan@mahindrauniversity.edu.in::241b5f3e-36f4-4c61-9553-90e6a1c1b8a6" providerId="AD" clId="Web-{C82A2682-72D4-3273-6619-92160AF844AD}" dt="2025-04-28T05:10:42.167" v="612" actId="20577"/>
          <ac:spMkLst>
            <pc:docMk/>
            <pc:sldMk cId="4247493543" sldId="615"/>
            <ac:spMk id="4" creationId="{2A114733-761B-20BE-3275-2D90D81886D1}"/>
          </ac:spMkLst>
        </pc:spChg>
      </pc:sldChg>
      <pc:sldChg chg="modSp">
        <pc:chgData name="Avinash Arun Chauhan" userId="S::avinash.chauhan@mahindrauniversity.edu.in::241b5f3e-36f4-4c61-9553-90e6a1c1b8a6" providerId="AD" clId="Web-{C82A2682-72D4-3273-6619-92160AF844AD}" dt="2025-04-28T05:12:20.059" v="724" actId="20577"/>
        <pc:sldMkLst>
          <pc:docMk/>
          <pc:sldMk cId="3344977462" sldId="616"/>
        </pc:sldMkLst>
        <pc:spChg chg="mod">
          <ac:chgData name="Avinash Arun Chauhan" userId="S::avinash.chauhan@mahindrauniversity.edu.in::241b5f3e-36f4-4c61-9553-90e6a1c1b8a6" providerId="AD" clId="Web-{C82A2682-72D4-3273-6619-92160AF844AD}" dt="2025-04-28T05:12:20.059" v="724" actId="20577"/>
          <ac:spMkLst>
            <pc:docMk/>
            <pc:sldMk cId="3344977462" sldId="616"/>
            <ac:spMk id="3" creationId="{96EB2E4C-304B-052E-3A75-5B4E5DBE9FF6}"/>
          </ac:spMkLst>
        </pc:spChg>
      </pc:sldChg>
      <pc:sldChg chg="modSp">
        <pc:chgData name="Avinash Arun Chauhan" userId="S::avinash.chauhan@mahindrauniversity.edu.in::241b5f3e-36f4-4c61-9553-90e6a1c1b8a6" providerId="AD" clId="Web-{C82A2682-72D4-3273-6619-92160AF844AD}" dt="2025-04-28T07:28:22.272" v="1938" actId="20577"/>
        <pc:sldMkLst>
          <pc:docMk/>
          <pc:sldMk cId="3850057708" sldId="617"/>
        </pc:sldMkLst>
        <pc:spChg chg="mod">
          <ac:chgData name="Avinash Arun Chauhan" userId="S::avinash.chauhan@mahindrauniversity.edu.in::241b5f3e-36f4-4c61-9553-90e6a1c1b8a6" providerId="AD" clId="Web-{C82A2682-72D4-3273-6619-92160AF844AD}" dt="2025-04-28T07:28:22.272" v="1938" actId="20577"/>
          <ac:spMkLst>
            <pc:docMk/>
            <pc:sldMk cId="3850057708" sldId="617"/>
            <ac:spMk id="3" creationId="{5E2D333A-994C-1763-B288-C594D2711F82}"/>
          </ac:spMkLst>
        </pc:spChg>
      </pc:sldChg>
      <pc:sldChg chg="addSp modSp">
        <pc:chgData name="Avinash Arun Chauhan" userId="S::avinash.chauhan@mahindrauniversity.edu.in::241b5f3e-36f4-4c61-9553-90e6a1c1b8a6" providerId="AD" clId="Web-{C82A2682-72D4-3273-6619-92160AF844AD}" dt="2025-04-28T05:16:42.455" v="758" actId="20577"/>
        <pc:sldMkLst>
          <pc:docMk/>
          <pc:sldMk cId="636874429" sldId="618"/>
        </pc:sldMkLst>
        <pc:spChg chg="add mod">
          <ac:chgData name="Avinash Arun Chauhan" userId="S::avinash.chauhan@mahindrauniversity.edu.in::241b5f3e-36f4-4c61-9553-90e6a1c1b8a6" providerId="AD" clId="Web-{C82A2682-72D4-3273-6619-92160AF844AD}" dt="2025-04-28T05:16:42.455" v="758" actId="20577"/>
          <ac:spMkLst>
            <pc:docMk/>
            <pc:sldMk cId="636874429" sldId="618"/>
            <ac:spMk id="5" creationId="{B4D77E38-E7EA-F785-C1C2-324530552DBA}"/>
          </ac:spMkLst>
        </pc:spChg>
        <pc:picChg chg="mod">
          <ac:chgData name="Avinash Arun Chauhan" userId="S::avinash.chauhan@mahindrauniversity.edu.in::241b5f3e-36f4-4c61-9553-90e6a1c1b8a6" providerId="AD" clId="Web-{C82A2682-72D4-3273-6619-92160AF844AD}" dt="2025-04-28T05:15:08.187" v="742" actId="1076"/>
          <ac:picMkLst>
            <pc:docMk/>
            <pc:sldMk cId="636874429" sldId="618"/>
            <ac:picMk id="4" creationId="{9F0752A3-493D-EC32-62E4-43F72A264812}"/>
          </ac:picMkLst>
        </pc:picChg>
      </pc:sldChg>
      <pc:sldChg chg="addSp modSp">
        <pc:chgData name="Avinash Arun Chauhan" userId="S::avinash.chauhan@mahindrauniversity.edu.in::241b5f3e-36f4-4c61-9553-90e6a1c1b8a6" providerId="AD" clId="Web-{C82A2682-72D4-3273-6619-92160AF844AD}" dt="2025-04-28T05:21:37.945" v="780" actId="1076"/>
        <pc:sldMkLst>
          <pc:docMk/>
          <pc:sldMk cId="1520519749" sldId="622"/>
        </pc:sldMkLst>
        <pc:spChg chg="mod">
          <ac:chgData name="Avinash Arun Chauhan" userId="S::avinash.chauhan@mahindrauniversity.edu.in::241b5f3e-36f4-4c61-9553-90e6a1c1b8a6" providerId="AD" clId="Web-{C82A2682-72D4-3273-6619-92160AF844AD}" dt="2025-04-28T05:20:53.444" v="766" actId="20577"/>
          <ac:spMkLst>
            <pc:docMk/>
            <pc:sldMk cId="1520519749" sldId="622"/>
            <ac:spMk id="3" creationId="{A58D1C1F-349F-67D6-15DF-AA7B0973EEB3}"/>
          </ac:spMkLst>
        </pc:spChg>
        <pc:spChg chg="add mod">
          <ac:chgData name="Avinash Arun Chauhan" userId="S::avinash.chauhan@mahindrauniversity.edu.in::241b5f3e-36f4-4c61-9553-90e6a1c1b8a6" providerId="AD" clId="Web-{C82A2682-72D4-3273-6619-92160AF844AD}" dt="2025-04-28T05:21:37.945" v="780" actId="1076"/>
          <ac:spMkLst>
            <pc:docMk/>
            <pc:sldMk cId="1520519749" sldId="622"/>
            <ac:spMk id="4" creationId="{41FC315D-3734-AD9A-DE4D-02F4A04835AF}"/>
          </ac:spMkLst>
        </pc:spChg>
      </pc:sldChg>
      <pc:sldChg chg="modSp">
        <pc:chgData name="Avinash Arun Chauhan" userId="S::avinash.chauhan@mahindrauniversity.edu.in::241b5f3e-36f4-4c61-9553-90e6a1c1b8a6" providerId="AD" clId="Web-{C82A2682-72D4-3273-6619-92160AF844AD}" dt="2025-04-28T05:23:18.259" v="794" actId="20577"/>
        <pc:sldMkLst>
          <pc:docMk/>
          <pc:sldMk cId="345356329" sldId="623"/>
        </pc:sldMkLst>
        <pc:spChg chg="mod">
          <ac:chgData name="Avinash Arun Chauhan" userId="S::avinash.chauhan@mahindrauniversity.edu.in::241b5f3e-36f4-4c61-9553-90e6a1c1b8a6" providerId="AD" clId="Web-{C82A2682-72D4-3273-6619-92160AF844AD}" dt="2025-04-28T05:23:18.259" v="794" actId="20577"/>
          <ac:spMkLst>
            <pc:docMk/>
            <pc:sldMk cId="345356329" sldId="623"/>
            <ac:spMk id="3" creationId="{5F538D14-D454-5CC8-5B14-0BE36211A194}"/>
          </ac:spMkLst>
        </pc:spChg>
      </pc:sldChg>
      <pc:sldChg chg="modSp">
        <pc:chgData name="Avinash Arun Chauhan" userId="S::avinash.chauhan@mahindrauniversity.edu.in::241b5f3e-36f4-4c61-9553-90e6a1c1b8a6" providerId="AD" clId="Web-{C82A2682-72D4-3273-6619-92160AF844AD}" dt="2025-04-28T05:24:18.260" v="825" actId="20577"/>
        <pc:sldMkLst>
          <pc:docMk/>
          <pc:sldMk cId="337004084" sldId="624"/>
        </pc:sldMkLst>
        <pc:spChg chg="mod">
          <ac:chgData name="Avinash Arun Chauhan" userId="S::avinash.chauhan@mahindrauniversity.edu.in::241b5f3e-36f4-4c61-9553-90e6a1c1b8a6" providerId="AD" clId="Web-{C82A2682-72D4-3273-6619-92160AF844AD}" dt="2025-04-28T05:24:18.260" v="825" actId="20577"/>
          <ac:spMkLst>
            <pc:docMk/>
            <pc:sldMk cId="337004084" sldId="624"/>
            <ac:spMk id="3" creationId="{0A4F7D2A-919F-2FA9-A330-EA410C6158E4}"/>
          </ac:spMkLst>
        </pc:spChg>
      </pc:sldChg>
      <pc:sldChg chg="modSp">
        <pc:chgData name="Avinash Arun Chauhan" userId="S::avinash.chauhan@mahindrauniversity.edu.in::241b5f3e-36f4-4c61-9553-90e6a1c1b8a6" providerId="AD" clId="Web-{C82A2682-72D4-3273-6619-92160AF844AD}" dt="2025-04-28T05:24:40.307" v="826" actId="20577"/>
        <pc:sldMkLst>
          <pc:docMk/>
          <pc:sldMk cId="102247038" sldId="625"/>
        </pc:sldMkLst>
        <pc:spChg chg="mod">
          <ac:chgData name="Avinash Arun Chauhan" userId="S::avinash.chauhan@mahindrauniversity.edu.in::241b5f3e-36f4-4c61-9553-90e6a1c1b8a6" providerId="AD" clId="Web-{C82A2682-72D4-3273-6619-92160AF844AD}" dt="2025-04-28T05:24:40.307" v="826" actId="20577"/>
          <ac:spMkLst>
            <pc:docMk/>
            <pc:sldMk cId="102247038" sldId="625"/>
            <ac:spMk id="3" creationId="{07B0C85A-4BF1-EE6D-3AF5-D4364E24D29C}"/>
          </ac:spMkLst>
        </pc:spChg>
      </pc:sldChg>
      <pc:sldChg chg="modSp">
        <pc:chgData name="Avinash Arun Chauhan" userId="S::avinash.chauhan@mahindrauniversity.edu.in::241b5f3e-36f4-4c61-9553-90e6a1c1b8a6" providerId="AD" clId="Web-{C82A2682-72D4-3273-6619-92160AF844AD}" dt="2025-04-28T05:25:36.980" v="831" actId="20577"/>
        <pc:sldMkLst>
          <pc:docMk/>
          <pc:sldMk cId="3287327110" sldId="626"/>
        </pc:sldMkLst>
        <pc:spChg chg="mod">
          <ac:chgData name="Avinash Arun Chauhan" userId="S::avinash.chauhan@mahindrauniversity.edu.in::241b5f3e-36f4-4c61-9553-90e6a1c1b8a6" providerId="AD" clId="Web-{C82A2682-72D4-3273-6619-92160AF844AD}" dt="2025-04-28T05:25:36.980" v="831" actId="20577"/>
          <ac:spMkLst>
            <pc:docMk/>
            <pc:sldMk cId="3287327110" sldId="626"/>
            <ac:spMk id="3" creationId="{14C7A5F3-9037-4C9F-47C6-0BBEEEFD8FC7}"/>
          </ac:spMkLst>
        </pc:spChg>
      </pc:sldChg>
      <pc:sldChg chg="modSp">
        <pc:chgData name="Avinash Arun Chauhan" userId="S::avinash.chauhan@mahindrauniversity.edu.in::241b5f3e-36f4-4c61-9553-90e6a1c1b8a6" providerId="AD" clId="Web-{C82A2682-72D4-3273-6619-92160AF844AD}" dt="2025-04-28T05:27:20.670" v="923" actId="20577"/>
        <pc:sldMkLst>
          <pc:docMk/>
          <pc:sldMk cId="740290052" sldId="627"/>
        </pc:sldMkLst>
        <pc:spChg chg="mod">
          <ac:chgData name="Avinash Arun Chauhan" userId="S::avinash.chauhan@mahindrauniversity.edu.in::241b5f3e-36f4-4c61-9553-90e6a1c1b8a6" providerId="AD" clId="Web-{C82A2682-72D4-3273-6619-92160AF844AD}" dt="2025-04-28T05:27:20.670" v="923" actId="20577"/>
          <ac:spMkLst>
            <pc:docMk/>
            <pc:sldMk cId="740290052" sldId="627"/>
            <ac:spMk id="3" creationId="{B31959C1-A2D1-1C92-68B3-D6996EE96F45}"/>
          </ac:spMkLst>
        </pc:spChg>
      </pc:sldChg>
      <pc:sldChg chg="modSp">
        <pc:chgData name="Avinash Arun Chauhan" userId="S::avinash.chauhan@mahindrauniversity.edu.in::241b5f3e-36f4-4c61-9553-90e6a1c1b8a6" providerId="AD" clId="Web-{C82A2682-72D4-3273-6619-92160AF844AD}" dt="2025-04-28T05:28:23.780" v="928" actId="20577"/>
        <pc:sldMkLst>
          <pc:docMk/>
          <pc:sldMk cId="3961141305" sldId="629"/>
        </pc:sldMkLst>
        <pc:spChg chg="mod">
          <ac:chgData name="Avinash Arun Chauhan" userId="S::avinash.chauhan@mahindrauniversity.edu.in::241b5f3e-36f4-4c61-9553-90e6a1c1b8a6" providerId="AD" clId="Web-{C82A2682-72D4-3273-6619-92160AF844AD}" dt="2025-04-28T05:28:23.780" v="928" actId="20577"/>
          <ac:spMkLst>
            <pc:docMk/>
            <pc:sldMk cId="3961141305" sldId="629"/>
            <ac:spMk id="3" creationId="{04AC6EC7-8912-7EAC-78CA-A20E856655B7}"/>
          </ac:spMkLst>
        </pc:spChg>
      </pc:sldChg>
      <pc:sldChg chg="modSp">
        <pc:chgData name="Avinash Arun Chauhan" userId="S::avinash.chauhan@mahindrauniversity.edu.in::241b5f3e-36f4-4c61-9553-90e6a1c1b8a6" providerId="AD" clId="Web-{C82A2682-72D4-3273-6619-92160AF844AD}" dt="2025-04-28T05:29:48.219" v="947" actId="20577"/>
        <pc:sldMkLst>
          <pc:docMk/>
          <pc:sldMk cId="237678753" sldId="633"/>
        </pc:sldMkLst>
        <pc:spChg chg="mod">
          <ac:chgData name="Avinash Arun Chauhan" userId="S::avinash.chauhan@mahindrauniversity.edu.in::241b5f3e-36f4-4c61-9553-90e6a1c1b8a6" providerId="AD" clId="Web-{C82A2682-72D4-3273-6619-92160AF844AD}" dt="2025-04-28T05:29:48.219" v="947" actId="20577"/>
          <ac:spMkLst>
            <pc:docMk/>
            <pc:sldMk cId="237678753" sldId="633"/>
            <ac:spMk id="2" creationId="{7C0BD257-C2E9-50BB-0A1A-39DC785DE45F}"/>
          </ac:spMkLst>
        </pc:spChg>
      </pc:sldChg>
      <pc:sldChg chg="modSp">
        <pc:chgData name="Avinash Arun Chauhan" userId="S::avinash.chauhan@mahindrauniversity.edu.in::241b5f3e-36f4-4c61-9553-90e6a1c1b8a6" providerId="AD" clId="Web-{C82A2682-72D4-3273-6619-92160AF844AD}" dt="2025-04-28T07:33:04.747" v="1978" actId="20577"/>
        <pc:sldMkLst>
          <pc:docMk/>
          <pc:sldMk cId="598258798" sldId="634"/>
        </pc:sldMkLst>
        <pc:spChg chg="mod">
          <ac:chgData name="Avinash Arun Chauhan" userId="S::avinash.chauhan@mahindrauniversity.edu.in::241b5f3e-36f4-4c61-9553-90e6a1c1b8a6" providerId="AD" clId="Web-{C82A2682-72D4-3273-6619-92160AF844AD}" dt="2025-04-28T07:33:04.747" v="1978" actId="20577"/>
          <ac:spMkLst>
            <pc:docMk/>
            <pc:sldMk cId="598258798" sldId="634"/>
            <ac:spMk id="3" creationId="{DB79F640-2D8B-F04A-0F22-0BEFF88F3C5D}"/>
          </ac:spMkLst>
        </pc:spChg>
      </pc:sldChg>
      <pc:sldChg chg="modSp">
        <pc:chgData name="Avinash Arun Chauhan" userId="S::avinash.chauhan@mahindrauniversity.edu.in::241b5f3e-36f4-4c61-9553-90e6a1c1b8a6" providerId="AD" clId="Web-{C82A2682-72D4-3273-6619-92160AF844AD}" dt="2025-04-28T05:29:42.547" v="943" actId="20577"/>
        <pc:sldMkLst>
          <pc:docMk/>
          <pc:sldMk cId="2097414520" sldId="635"/>
        </pc:sldMkLst>
        <pc:spChg chg="mod">
          <ac:chgData name="Avinash Arun Chauhan" userId="S::avinash.chauhan@mahindrauniversity.edu.in::241b5f3e-36f4-4c61-9553-90e6a1c1b8a6" providerId="AD" clId="Web-{C82A2682-72D4-3273-6619-92160AF844AD}" dt="2025-04-28T05:29:42.547" v="943" actId="20577"/>
          <ac:spMkLst>
            <pc:docMk/>
            <pc:sldMk cId="2097414520" sldId="635"/>
            <ac:spMk id="3" creationId="{C8735CE0-067B-C282-E5FE-B101C7C093EC}"/>
          </ac:spMkLst>
        </pc:spChg>
      </pc:sldChg>
      <pc:sldChg chg="modSp">
        <pc:chgData name="Avinash Arun Chauhan" userId="S::avinash.chauhan@mahindrauniversity.edu.in::241b5f3e-36f4-4c61-9553-90e6a1c1b8a6" providerId="AD" clId="Web-{C82A2682-72D4-3273-6619-92160AF844AD}" dt="2025-04-28T07:33:53.013" v="1979" actId="20577"/>
        <pc:sldMkLst>
          <pc:docMk/>
          <pc:sldMk cId="189497430" sldId="636"/>
        </pc:sldMkLst>
        <pc:spChg chg="mod">
          <ac:chgData name="Avinash Arun Chauhan" userId="S::avinash.chauhan@mahindrauniversity.edu.in::241b5f3e-36f4-4c61-9553-90e6a1c1b8a6" providerId="AD" clId="Web-{C82A2682-72D4-3273-6619-92160AF844AD}" dt="2025-04-28T07:33:53.013" v="1979" actId="20577"/>
          <ac:spMkLst>
            <pc:docMk/>
            <pc:sldMk cId="189497430" sldId="636"/>
            <ac:spMk id="3" creationId="{7A6A2603-6CFC-D9C6-6442-BF9B814D2F2A}"/>
          </ac:spMkLst>
        </pc:spChg>
      </pc:sldChg>
      <pc:sldChg chg="addSp modSp">
        <pc:chgData name="Avinash Arun Chauhan" userId="S::avinash.chauhan@mahindrauniversity.edu.in::241b5f3e-36f4-4c61-9553-90e6a1c1b8a6" providerId="AD" clId="Web-{C82A2682-72D4-3273-6619-92160AF844AD}" dt="2025-04-28T06:15:12.807" v="1691"/>
        <pc:sldMkLst>
          <pc:docMk/>
          <pc:sldMk cId="1974113713" sldId="638"/>
        </pc:sldMkLst>
        <pc:spChg chg="mod">
          <ac:chgData name="Avinash Arun Chauhan" userId="S::avinash.chauhan@mahindrauniversity.edu.in::241b5f3e-36f4-4c61-9553-90e6a1c1b8a6" providerId="AD" clId="Web-{C82A2682-72D4-3273-6619-92160AF844AD}" dt="2025-04-28T06:08:44.034" v="1370" actId="20577"/>
          <ac:spMkLst>
            <pc:docMk/>
            <pc:sldMk cId="1974113713" sldId="638"/>
            <ac:spMk id="3" creationId="{A48DE261-9C8F-5FA4-50D5-62C8BC541A1B}"/>
          </ac:spMkLst>
        </pc:spChg>
        <pc:spChg chg="add">
          <ac:chgData name="Avinash Arun Chauhan" userId="S::avinash.chauhan@mahindrauniversity.edu.in::241b5f3e-36f4-4c61-9553-90e6a1c1b8a6" providerId="AD" clId="Web-{C82A2682-72D4-3273-6619-92160AF844AD}" dt="2025-04-28T06:15:12.807" v="1691"/>
          <ac:spMkLst>
            <pc:docMk/>
            <pc:sldMk cId="1974113713" sldId="638"/>
            <ac:spMk id="4" creationId="{38E8052B-F055-4FB2-03C8-64D43643B907}"/>
          </ac:spMkLst>
        </pc:spChg>
      </pc:sldChg>
      <pc:sldChg chg="modSp del">
        <pc:chgData name="Avinash Arun Chauhan" userId="S::avinash.chauhan@mahindrauniversity.edu.in::241b5f3e-36f4-4c61-9553-90e6a1c1b8a6" providerId="AD" clId="Web-{C82A2682-72D4-3273-6619-92160AF844AD}" dt="2025-04-28T05:56:38.718" v="1220"/>
        <pc:sldMkLst>
          <pc:docMk/>
          <pc:sldMk cId="2414911166" sldId="639"/>
        </pc:sldMkLst>
        <pc:spChg chg="mod">
          <ac:chgData name="Avinash Arun Chauhan" userId="S::avinash.chauhan@mahindrauniversity.edu.in::241b5f3e-36f4-4c61-9553-90e6a1c1b8a6" providerId="AD" clId="Web-{C82A2682-72D4-3273-6619-92160AF844AD}" dt="2025-04-28T05:51:37.588" v="1141" actId="20577"/>
          <ac:spMkLst>
            <pc:docMk/>
            <pc:sldMk cId="2414911166" sldId="639"/>
            <ac:spMk id="3" creationId="{98F7A04F-6226-ECD1-B9F9-3D678D525A37}"/>
          </ac:spMkLst>
        </pc:spChg>
      </pc:sldChg>
      <pc:sldChg chg="modSp">
        <pc:chgData name="Avinash Arun Chauhan" userId="S::avinash.chauhan@mahindrauniversity.edu.in::241b5f3e-36f4-4c61-9553-90e6a1c1b8a6" providerId="AD" clId="Web-{C82A2682-72D4-3273-6619-92160AF844AD}" dt="2025-04-28T07:35:48.203" v="2003" actId="20577"/>
        <pc:sldMkLst>
          <pc:docMk/>
          <pc:sldMk cId="41231648" sldId="640"/>
        </pc:sldMkLst>
        <pc:spChg chg="mod">
          <ac:chgData name="Avinash Arun Chauhan" userId="S::avinash.chauhan@mahindrauniversity.edu.in::241b5f3e-36f4-4c61-9553-90e6a1c1b8a6" providerId="AD" clId="Web-{C82A2682-72D4-3273-6619-92160AF844AD}" dt="2025-04-28T07:35:48.203" v="2003" actId="20577"/>
          <ac:spMkLst>
            <pc:docMk/>
            <pc:sldMk cId="41231648" sldId="640"/>
            <ac:spMk id="3" creationId="{2FB3D9CF-25CB-EFB1-F331-57A746E1B767}"/>
          </ac:spMkLst>
        </pc:spChg>
      </pc:sldChg>
      <pc:sldChg chg="modSp">
        <pc:chgData name="Avinash Arun Chauhan" userId="S::avinash.chauhan@mahindrauniversity.edu.in::241b5f3e-36f4-4c61-9553-90e6a1c1b8a6" providerId="AD" clId="Web-{C82A2682-72D4-3273-6619-92160AF844AD}" dt="2025-04-28T06:02:32.881" v="1355" actId="20577"/>
        <pc:sldMkLst>
          <pc:docMk/>
          <pc:sldMk cId="932002562" sldId="641"/>
        </pc:sldMkLst>
        <pc:spChg chg="mod">
          <ac:chgData name="Avinash Arun Chauhan" userId="S::avinash.chauhan@mahindrauniversity.edu.in::241b5f3e-36f4-4c61-9553-90e6a1c1b8a6" providerId="AD" clId="Web-{C82A2682-72D4-3273-6619-92160AF844AD}" dt="2025-04-28T06:02:32.881" v="1355" actId="20577"/>
          <ac:spMkLst>
            <pc:docMk/>
            <pc:sldMk cId="932002562" sldId="641"/>
            <ac:spMk id="3" creationId="{575727EF-B60A-2895-84C5-1F229ADA96E2}"/>
          </ac:spMkLst>
        </pc:spChg>
      </pc:sldChg>
      <pc:sldChg chg="modSp add replId">
        <pc:chgData name="Avinash Arun Chauhan" userId="S::avinash.chauhan@mahindrauniversity.edu.in::241b5f3e-36f4-4c61-9553-90e6a1c1b8a6" providerId="AD" clId="Web-{C82A2682-72D4-3273-6619-92160AF844AD}" dt="2025-04-28T05:28:35.249" v="932" actId="20577"/>
        <pc:sldMkLst>
          <pc:docMk/>
          <pc:sldMk cId="3290006088" sldId="642"/>
        </pc:sldMkLst>
        <pc:spChg chg="mod">
          <ac:chgData name="Avinash Arun Chauhan" userId="S::avinash.chauhan@mahindrauniversity.edu.in::241b5f3e-36f4-4c61-9553-90e6a1c1b8a6" providerId="AD" clId="Web-{C82A2682-72D4-3273-6619-92160AF844AD}" dt="2025-04-28T05:28:35.249" v="932" actId="20577"/>
          <ac:spMkLst>
            <pc:docMk/>
            <pc:sldMk cId="3290006088" sldId="642"/>
            <ac:spMk id="3" creationId="{AFFC4DF8-A905-6C30-AEE4-579374B5A223}"/>
          </ac:spMkLst>
        </pc:spChg>
      </pc:sldChg>
      <pc:sldChg chg="addSp delSp modSp add replId">
        <pc:chgData name="Avinash Arun Chauhan" userId="S::avinash.chauhan@mahindrauniversity.edu.in::241b5f3e-36f4-4c61-9553-90e6a1c1b8a6" providerId="AD" clId="Web-{C82A2682-72D4-3273-6619-92160AF844AD}" dt="2025-04-28T06:32:34.094" v="1701" actId="1076"/>
        <pc:sldMkLst>
          <pc:docMk/>
          <pc:sldMk cId="924640843" sldId="643"/>
        </pc:sldMkLst>
        <pc:spChg chg="mod">
          <ac:chgData name="Avinash Arun Chauhan" userId="S::avinash.chauhan@mahindrauniversity.edu.in::241b5f3e-36f4-4c61-9553-90e6a1c1b8a6" providerId="AD" clId="Web-{C82A2682-72D4-3273-6619-92160AF844AD}" dt="2025-04-28T06:09:03.237" v="1375" actId="20577"/>
          <ac:spMkLst>
            <pc:docMk/>
            <pc:sldMk cId="924640843" sldId="643"/>
            <ac:spMk id="3" creationId="{B51B77A4-C275-AC3B-34AF-3BB2BDA2EED1}"/>
          </ac:spMkLst>
        </pc:spChg>
        <pc:spChg chg="add">
          <ac:chgData name="Avinash Arun Chauhan" userId="S::avinash.chauhan@mahindrauniversity.edu.in::241b5f3e-36f4-4c61-9553-90e6a1c1b8a6" providerId="AD" clId="Web-{C82A2682-72D4-3273-6619-92160AF844AD}" dt="2025-04-28T06:10:05.238" v="1379"/>
          <ac:spMkLst>
            <pc:docMk/>
            <pc:sldMk cId="924640843" sldId="643"/>
            <ac:spMk id="4" creationId="{229274CA-C459-E1F7-8B15-5DB25868697F}"/>
          </ac:spMkLst>
        </pc:spChg>
        <pc:spChg chg="add del mod">
          <ac:chgData name="Avinash Arun Chauhan" userId="S::avinash.chauhan@mahindrauniversity.edu.in::241b5f3e-36f4-4c61-9553-90e6a1c1b8a6" providerId="AD" clId="Web-{C82A2682-72D4-3273-6619-92160AF844AD}" dt="2025-04-28T06:15:10.370" v="1690"/>
          <ac:spMkLst>
            <pc:docMk/>
            <pc:sldMk cId="924640843" sldId="643"/>
            <ac:spMk id="5" creationId="{38E8052B-F055-4FB2-03C8-64D43643B907}"/>
          </ac:spMkLst>
        </pc:spChg>
        <pc:picChg chg="add mod modCrop">
          <ac:chgData name="Avinash Arun Chauhan" userId="S::avinash.chauhan@mahindrauniversity.edu.in::241b5f3e-36f4-4c61-9553-90e6a1c1b8a6" providerId="AD" clId="Web-{C82A2682-72D4-3273-6619-92160AF844AD}" dt="2025-04-28T06:32:34.094" v="1701" actId="1076"/>
          <ac:picMkLst>
            <pc:docMk/>
            <pc:sldMk cId="924640843" sldId="643"/>
            <ac:picMk id="9" creationId="{FC3449DE-C259-CCB6-7E3B-A89431FC2F73}"/>
          </ac:picMkLst>
        </pc:picChg>
      </pc:sldChg>
      <pc:sldChg chg="addSp delSp modSp add replId">
        <pc:chgData name="Avinash Arun Chauhan" userId="S::avinash.chauhan@mahindrauniversity.edu.in::241b5f3e-36f4-4c61-9553-90e6a1c1b8a6" providerId="AD" clId="Web-{C82A2682-72D4-3273-6619-92160AF844AD}" dt="2025-04-28T07:21:22.763" v="1844" actId="20577"/>
        <pc:sldMkLst>
          <pc:docMk/>
          <pc:sldMk cId="2185127698" sldId="644"/>
        </pc:sldMkLst>
        <pc:spChg chg="mod">
          <ac:chgData name="Avinash Arun Chauhan" userId="S::avinash.chauhan@mahindrauniversity.edu.in::241b5f3e-36f4-4c61-9553-90e6a1c1b8a6" providerId="AD" clId="Web-{C82A2682-72D4-3273-6619-92160AF844AD}" dt="2025-04-28T07:21:22.763" v="1844" actId="20577"/>
          <ac:spMkLst>
            <pc:docMk/>
            <pc:sldMk cId="2185127698" sldId="644"/>
            <ac:spMk id="2" creationId="{BB91788D-8DA6-4851-8893-6B2EBDCF19A8}"/>
          </ac:spMkLst>
        </pc:spChg>
        <pc:spChg chg="del mod">
          <ac:chgData name="Avinash Arun Chauhan" userId="S::avinash.chauhan@mahindrauniversity.edu.in::241b5f3e-36f4-4c61-9553-90e6a1c1b8a6" providerId="AD" clId="Web-{C82A2682-72D4-3273-6619-92160AF844AD}" dt="2025-04-28T07:19:17.370" v="1811"/>
          <ac:spMkLst>
            <pc:docMk/>
            <pc:sldMk cId="2185127698" sldId="644"/>
            <ac:spMk id="3" creationId="{FEF3A937-B731-FEBC-2D19-4EB5B8374B23}"/>
          </ac:spMkLst>
        </pc:spChg>
        <pc:spChg chg="add del mod">
          <ac:chgData name="Avinash Arun Chauhan" userId="S::avinash.chauhan@mahindrauniversity.edu.in::241b5f3e-36f4-4c61-9553-90e6a1c1b8a6" providerId="AD" clId="Web-{C82A2682-72D4-3273-6619-92160AF844AD}" dt="2025-04-28T07:19:34.605" v="1812"/>
          <ac:spMkLst>
            <pc:docMk/>
            <pc:sldMk cId="2185127698" sldId="644"/>
            <ac:spMk id="4" creationId="{0049D99F-F04B-F6E7-1B7B-C41DE2595BF0}"/>
          </ac:spMkLst>
        </pc:spChg>
        <pc:spChg chg="add del mod">
          <ac:chgData name="Avinash Arun Chauhan" userId="S::avinash.chauhan@mahindrauniversity.edu.in::241b5f3e-36f4-4c61-9553-90e6a1c1b8a6" providerId="AD" clId="Web-{C82A2682-72D4-3273-6619-92160AF844AD}" dt="2025-04-28T07:19:39.730" v="1816"/>
          <ac:spMkLst>
            <pc:docMk/>
            <pc:sldMk cId="2185127698" sldId="644"/>
            <ac:spMk id="5" creationId="{24045E4F-F178-9AB8-1967-795BAAE20DB2}"/>
          </ac:spMkLst>
        </pc:spChg>
        <pc:spChg chg="add mod">
          <ac:chgData name="Avinash Arun Chauhan" userId="S::avinash.chauhan@mahindrauniversity.edu.in::241b5f3e-36f4-4c61-9553-90e6a1c1b8a6" providerId="AD" clId="Web-{C82A2682-72D4-3273-6619-92160AF844AD}" dt="2025-04-28T07:21:03.497" v="1833" actId="1076"/>
          <ac:spMkLst>
            <pc:docMk/>
            <pc:sldMk cId="2185127698" sldId="644"/>
            <ac:spMk id="10" creationId="{FC50923B-FB3A-4B1E-0270-5034BE17C42C}"/>
          </ac:spMkLst>
        </pc:spChg>
        <pc:spChg chg="add mod">
          <ac:chgData name="Avinash Arun Chauhan" userId="S::avinash.chauhan@mahindrauniversity.edu.in::241b5f3e-36f4-4c61-9553-90e6a1c1b8a6" providerId="AD" clId="Web-{C82A2682-72D4-3273-6619-92160AF844AD}" dt="2025-04-28T07:21:13.154" v="1834" actId="1076"/>
          <ac:spMkLst>
            <pc:docMk/>
            <pc:sldMk cId="2185127698" sldId="644"/>
            <ac:spMk id="12" creationId="{7E08F966-3BC0-D4C5-81FA-D758E3C573D1}"/>
          </ac:spMkLst>
        </pc:spChg>
      </pc:sldChg>
    </pc:docChg>
  </pc:docChgLst>
  <pc:docChgLst>
    <pc:chgData name="Avinash Arun Chauhan" userId="S::avinash.chauhan@mahindrauniversity.edu.in::241b5f3e-36f4-4c61-9553-90e6a1c1b8a6" providerId="AD" clId="Web-{F582C8EE-BC47-BB7D-C1BF-84110F70DB10}"/>
    <pc:docChg chg="modSld">
      <pc:chgData name="Avinash Arun Chauhan" userId="S::avinash.chauhan@mahindrauniversity.edu.in::241b5f3e-36f4-4c61-9553-90e6a1c1b8a6" providerId="AD" clId="Web-{F582C8EE-BC47-BB7D-C1BF-84110F70DB10}" dt="2025-02-17T10:19:01.837" v="143" actId="20577"/>
      <pc:docMkLst>
        <pc:docMk/>
      </pc:docMkLst>
      <pc:sldChg chg="modSp">
        <pc:chgData name="Avinash Arun Chauhan" userId="S::avinash.chauhan@mahindrauniversity.edu.in::241b5f3e-36f4-4c61-9553-90e6a1c1b8a6" providerId="AD" clId="Web-{F582C8EE-BC47-BB7D-C1BF-84110F70DB10}" dt="2025-02-17T08:17:35.085" v="9" actId="20577"/>
        <pc:sldMkLst>
          <pc:docMk/>
          <pc:sldMk cId="2802681030" sldId="425"/>
        </pc:sldMkLst>
      </pc:sldChg>
      <pc:sldChg chg="modSp">
        <pc:chgData name="Avinash Arun Chauhan" userId="S::avinash.chauhan@mahindrauniversity.edu.in::241b5f3e-36f4-4c61-9553-90e6a1c1b8a6" providerId="AD" clId="Web-{F582C8EE-BC47-BB7D-C1BF-84110F70DB10}" dt="2025-02-17T09:36:41.903" v="45" actId="20577"/>
        <pc:sldMkLst>
          <pc:docMk/>
          <pc:sldMk cId="3686490617" sldId="429"/>
        </pc:sldMkLst>
      </pc:sldChg>
      <pc:sldChg chg="modSp">
        <pc:chgData name="Avinash Arun Chauhan" userId="S::avinash.chauhan@mahindrauniversity.edu.in::241b5f3e-36f4-4c61-9553-90e6a1c1b8a6" providerId="AD" clId="Web-{F582C8EE-BC47-BB7D-C1BF-84110F70DB10}" dt="2025-02-17T08:21:42.767" v="29" actId="20577"/>
        <pc:sldMkLst>
          <pc:docMk/>
          <pc:sldMk cId="1125462947" sldId="438"/>
        </pc:sldMkLst>
      </pc:sldChg>
      <pc:sldChg chg="modSp">
        <pc:chgData name="Avinash Arun Chauhan" userId="S::avinash.chauhan@mahindrauniversity.edu.in::241b5f3e-36f4-4c61-9553-90e6a1c1b8a6" providerId="AD" clId="Web-{F582C8EE-BC47-BB7D-C1BF-84110F70DB10}" dt="2025-02-17T10:19:01.837" v="143" actId="20577"/>
        <pc:sldMkLst>
          <pc:docMk/>
          <pc:sldMk cId="685589665" sldId="439"/>
        </pc:sldMkLst>
      </pc:sldChg>
      <pc:sldChg chg="modSp">
        <pc:chgData name="Avinash Arun Chauhan" userId="S::avinash.chauhan@mahindrauniversity.edu.in::241b5f3e-36f4-4c61-9553-90e6a1c1b8a6" providerId="AD" clId="Web-{F582C8EE-BC47-BB7D-C1BF-84110F70DB10}" dt="2025-02-17T09:37:20.779" v="69" actId="20577"/>
        <pc:sldMkLst>
          <pc:docMk/>
          <pc:sldMk cId="2918292430" sldId="447"/>
        </pc:sldMkLst>
      </pc:sldChg>
      <pc:sldChg chg="modSp">
        <pc:chgData name="Avinash Arun Chauhan" userId="S::avinash.chauhan@mahindrauniversity.edu.in::241b5f3e-36f4-4c61-9553-90e6a1c1b8a6" providerId="AD" clId="Web-{F582C8EE-BC47-BB7D-C1BF-84110F70DB10}" dt="2025-02-17T08:28:35.595" v="35" actId="20577"/>
        <pc:sldMkLst>
          <pc:docMk/>
          <pc:sldMk cId="3007920269" sldId="452"/>
        </pc:sldMkLst>
      </pc:sldChg>
    </pc:docChg>
  </pc:docChgLst>
  <pc:docChgLst>
    <pc:chgData name="Avinash Arun Chauhan" userId="S::avinash.chauhan@mahindrauniversity.edu.in::241b5f3e-36f4-4c61-9553-90e6a1c1b8a6" providerId="AD" clId="Web-{3B06D60D-F994-BC35-D1E6-0B6861B46029}"/>
    <pc:docChg chg="delSld modSld">
      <pc:chgData name="Avinash Arun Chauhan" userId="S::avinash.chauhan@mahindrauniversity.edu.in::241b5f3e-36f4-4c61-9553-90e6a1c1b8a6" providerId="AD" clId="Web-{3B06D60D-F994-BC35-D1E6-0B6861B46029}" dt="2025-03-07T06:28:47.279" v="265" actId="20577"/>
      <pc:docMkLst>
        <pc:docMk/>
      </pc:docMkLst>
      <pc:sldChg chg="modSp">
        <pc:chgData name="Avinash Arun Chauhan" userId="S::avinash.chauhan@mahindrauniversity.edu.in::241b5f3e-36f4-4c61-9553-90e6a1c1b8a6" providerId="AD" clId="Web-{3B06D60D-F994-BC35-D1E6-0B6861B46029}" dt="2025-03-07T06:26:10.034" v="224" actId="20577"/>
        <pc:sldMkLst>
          <pc:docMk/>
          <pc:sldMk cId="3811169343" sldId="426"/>
        </pc:sldMkLst>
        <pc:spChg chg="mod">
          <ac:chgData name="Avinash Arun Chauhan" userId="S::avinash.chauhan@mahindrauniversity.edu.in::241b5f3e-36f4-4c61-9553-90e6a1c1b8a6" providerId="AD" clId="Web-{3B06D60D-F994-BC35-D1E6-0B6861B46029}" dt="2025-03-07T06:22:11.283" v="1" actId="20577"/>
          <ac:spMkLst>
            <pc:docMk/>
            <pc:sldMk cId="3811169343" sldId="426"/>
            <ac:spMk id="2" creationId="{E3EA47B4-E3C2-3296-7380-E7CEADD60F53}"/>
          </ac:spMkLst>
        </pc:spChg>
        <pc:spChg chg="mod">
          <ac:chgData name="Avinash Arun Chauhan" userId="S::avinash.chauhan@mahindrauniversity.edu.in::241b5f3e-36f4-4c61-9553-90e6a1c1b8a6" providerId="AD" clId="Web-{3B06D60D-F994-BC35-D1E6-0B6861B46029}" dt="2025-03-07T06:26:10.034" v="224" actId="20577"/>
          <ac:spMkLst>
            <pc:docMk/>
            <pc:sldMk cId="3811169343" sldId="426"/>
            <ac:spMk id="3" creationId="{31932857-BFC7-D9FE-C8F3-E1C975AD4542}"/>
          </ac:spMkLst>
        </pc:spChg>
      </pc:sldChg>
      <pc:sldChg chg="del">
        <pc:chgData name="Avinash Arun Chauhan" userId="S::avinash.chauhan@mahindrauniversity.edu.in::241b5f3e-36f4-4c61-9553-90e6a1c1b8a6" providerId="AD" clId="Web-{3B06D60D-F994-BC35-D1E6-0B6861B46029}" dt="2025-03-07T06:28:06.698" v="225"/>
        <pc:sldMkLst>
          <pc:docMk/>
          <pc:sldMk cId="1425644229" sldId="446"/>
        </pc:sldMkLst>
      </pc:sldChg>
      <pc:sldChg chg="del">
        <pc:chgData name="Avinash Arun Chauhan" userId="S::avinash.chauhan@mahindrauniversity.edu.in::241b5f3e-36f4-4c61-9553-90e6a1c1b8a6" providerId="AD" clId="Web-{3B06D60D-F994-BC35-D1E6-0B6861B46029}" dt="2025-03-07T06:28:09.245" v="226"/>
        <pc:sldMkLst>
          <pc:docMk/>
          <pc:sldMk cId="3774960452" sldId="498"/>
        </pc:sldMkLst>
      </pc:sldChg>
      <pc:sldChg chg="del">
        <pc:chgData name="Avinash Arun Chauhan" userId="S::avinash.chauhan@mahindrauniversity.edu.in::241b5f3e-36f4-4c61-9553-90e6a1c1b8a6" providerId="AD" clId="Web-{3B06D60D-F994-BC35-D1E6-0B6861B46029}" dt="2025-03-07T06:28:10.058" v="227"/>
        <pc:sldMkLst>
          <pc:docMk/>
          <pc:sldMk cId="3207648784" sldId="499"/>
        </pc:sldMkLst>
      </pc:sldChg>
      <pc:sldChg chg="del">
        <pc:chgData name="Avinash Arun Chauhan" userId="S::avinash.chauhan@mahindrauniversity.edu.in::241b5f3e-36f4-4c61-9553-90e6a1c1b8a6" providerId="AD" clId="Web-{3B06D60D-F994-BC35-D1E6-0B6861B46029}" dt="2025-03-07T06:28:10.387" v="228"/>
        <pc:sldMkLst>
          <pc:docMk/>
          <pc:sldMk cId="292618234" sldId="500"/>
        </pc:sldMkLst>
      </pc:sldChg>
      <pc:sldChg chg="del">
        <pc:chgData name="Avinash Arun Chauhan" userId="S::avinash.chauhan@mahindrauniversity.edu.in::241b5f3e-36f4-4c61-9553-90e6a1c1b8a6" providerId="AD" clId="Web-{3B06D60D-F994-BC35-D1E6-0B6861B46029}" dt="2025-03-07T06:28:11.230" v="229"/>
        <pc:sldMkLst>
          <pc:docMk/>
          <pc:sldMk cId="3234110313" sldId="501"/>
        </pc:sldMkLst>
      </pc:sldChg>
      <pc:sldChg chg="del">
        <pc:chgData name="Avinash Arun Chauhan" userId="S::avinash.chauhan@mahindrauniversity.edu.in::241b5f3e-36f4-4c61-9553-90e6a1c1b8a6" providerId="AD" clId="Web-{3B06D60D-F994-BC35-D1E6-0B6861B46029}" dt="2025-03-07T06:28:11.995" v="230"/>
        <pc:sldMkLst>
          <pc:docMk/>
          <pc:sldMk cId="1241132870" sldId="502"/>
        </pc:sldMkLst>
      </pc:sldChg>
      <pc:sldChg chg="del">
        <pc:chgData name="Avinash Arun Chauhan" userId="S::avinash.chauhan@mahindrauniversity.edu.in::241b5f3e-36f4-4c61-9553-90e6a1c1b8a6" providerId="AD" clId="Web-{3B06D60D-F994-BC35-D1E6-0B6861B46029}" dt="2025-03-07T06:28:12.855" v="231"/>
        <pc:sldMkLst>
          <pc:docMk/>
          <pc:sldMk cId="1930186505" sldId="503"/>
        </pc:sldMkLst>
      </pc:sldChg>
      <pc:sldChg chg="del">
        <pc:chgData name="Avinash Arun Chauhan" userId="S::avinash.chauhan@mahindrauniversity.edu.in::241b5f3e-36f4-4c61-9553-90e6a1c1b8a6" providerId="AD" clId="Web-{3B06D60D-F994-BC35-D1E6-0B6861B46029}" dt="2025-03-07T06:28:13.980" v="232"/>
        <pc:sldMkLst>
          <pc:docMk/>
          <pc:sldMk cId="1049978987" sldId="504"/>
        </pc:sldMkLst>
      </pc:sldChg>
      <pc:sldChg chg="modSp">
        <pc:chgData name="Avinash Arun Chauhan" userId="S::avinash.chauhan@mahindrauniversity.edu.in::241b5f3e-36f4-4c61-9553-90e6a1c1b8a6" providerId="AD" clId="Web-{3B06D60D-F994-BC35-D1E6-0B6861B46029}" dt="2025-03-07T06:28:47.279" v="265" actId="20577"/>
        <pc:sldMkLst>
          <pc:docMk/>
          <pc:sldMk cId="883900188" sldId="505"/>
        </pc:sldMkLst>
        <pc:spChg chg="mod">
          <ac:chgData name="Avinash Arun Chauhan" userId="S::avinash.chauhan@mahindrauniversity.edu.in::241b5f3e-36f4-4c61-9553-90e6a1c1b8a6" providerId="AD" clId="Web-{3B06D60D-F994-BC35-D1E6-0B6861B46029}" dt="2025-03-07T06:28:47.279" v="265" actId="20577"/>
          <ac:spMkLst>
            <pc:docMk/>
            <pc:sldMk cId="883900188" sldId="505"/>
            <ac:spMk id="2" creationId="{5FED248E-235C-2C9F-86E6-FFE7D5586919}"/>
          </ac:spMkLst>
        </pc:spChg>
      </pc:sldChg>
      <pc:sldChg chg="modSp">
        <pc:chgData name="Avinash Arun Chauhan" userId="S::avinash.chauhan@mahindrauniversity.edu.in::241b5f3e-36f4-4c61-9553-90e6a1c1b8a6" providerId="AD" clId="Web-{3B06D60D-F994-BC35-D1E6-0B6861B46029}" dt="2025-03-07T06:28:36.044" v="252" actId="20577"/>
        <pc:sldMkLst>
          <pc:docMk/>
          <pc:sldMk cId="3012470631" sldId="508"/>
        </pc:sldMkLst>
        <pc:spChg chg="mod">
          <ac:chgData name="Avinash Arun Chauhan" userId="S::avinash.chauhan@mahindrauniversity.edu.in::241b5f3e-36f4-4c61-9553-90e6a1c1b8a6" providerId="AD" clId="Web-{3B06D60D-F994-BC35-D1E6-0B6861B46029}" dt="2025-03-07T06:28:36.044" v="252" actId="20577"/>
          <ac:spMkLst>
            <pc:docMk/>
            <pc:sldMk cId="3012470631" sldId="508"/>
            <ac:spMk id="3" creationId="{96E9C779-DF31-3741-3B77-D003BD44266C}"/>
          </ac:spMkLst>
        </pc:spChg>
      </pc:sldChg>
    </pc:docChg>
  </pc:docChgLst>
  <pc:docChgLst>
    <pc:chgData name="Avinash Arun Chauhan" userId="S::avinash.chauhan@mahindrauniversity.edu.in::241b5f3e-36f4-4c61-9553-90e6a1c1b8a6" providerId="AD" clId="Web-{BCD9C841-720A-B737-8E7E-4088DFBD0957}"/>
    <pc:docChg chg="addSld delSld modSld sldOrd">
      <pc:chgData name="Avinash Arun Chauhan" userId="S::avinash.chauhan@mahindrauniversity.edu.in::241b5f3e-36f4-4c61-9553-90e6a1c1b8a6" providerId="AD" clId="Web-{BCD9C841-720A-B737-8E7E-4088DFBD0957}" dt="2025-01-31T07:24:43.144" v="1838"/>
      <pc:docMkLst>
        <pc:docMk/>
      </pc:docMkLst>
      <pc:sldChg chg="add del">
        <pc:chgData name="Avinash Arun Chauhan" userId="S::avinash.chauhan@mahindrauniversity.edu.in::241b5f3e-36f4-4c61-9553-90e6a1c1b8a6" providerId="AD" clId="Web-{BCD9C841-720A-B737-8E7E-4088DFBD0957}" dt="2025-01-31T06:31:54.597" v="1425"/>
        <pc:sldMkLst>
          <pc:docMk/>
          <pc:sldMk cId="1540275285" sldId="256"/>
        </pc:sldMkLst>
      </pc:sldChg>
      <pc:sldChg chg="del">
        <pc:chgData name="Avinash Arun Chauhan" userId="S::avinash.chauhan@mahindrauniversity.edu.in::241b5f3e-36f4-4c61-9553-90e6a1c1b8a6" providerId="AD" clId="Web-{BCD9C841-720A-B737-8E7E-4088DFBD0957}" dt="2025-01-31T04:58:58.708" v="0"/>
        <pc:sldMkLst>
          <pc:docMk/>
          <pc:sldMk cId="663222757" sldId="318"/>
        </pc:sldMkLst>
      </pc:sldChg>
      <pc:sldChg chg="del">
        <pc:chgData name="Avinash Arun Chauhan" userId="S::avinash.chauhan@mahindrauniversity.edu.in::241b5f3e-36f4-4c61-9553-90e6a1c1b8a6" providerId="AD" clId="Web-{BCD9C841-720A-B737-8E7E-4088DFBD0957}" dt="2025-01-31T04:58:59.583" v="1"/>
        <pc:sldMkLst>
          <pc:docMk/>
          <pc:sldMk cId="858546598" sldId="336"/>
        </pc:sldMkLst>
      </pc:sldChg>
      <pc:sldChg chg="del">
        <pc:chgData name="Avinash Arun Chauhan" userId="S::avinash.chauhan@mahindrauniversity.edu.in::241b5f3e-36f4-4c61-9553-90e6a1c1b8a6" providerId="AD" clId="Web-{BCD9C841-720A-B737-8E7E-4088DFBD0957}" dt="2025-01-31T04:59:06.271" v="8"/>
        <pc:sldMkLst>
          <pc:docMk/>
          <pc:sldMk cId="2542694259" sldId="340"/>
        </pc:sldMkLst>
      </pc:sldChg>
      <pc:sldChg chg="del">
        <pc:chgData name="Avinash Arun Chauhan" userId="S::avinash.chauhan@mahindrauniversity.edu.in::241b5f3e-36f4-4c61-9553-90e6a1c1b8a6" providerId="AD" clId="Web-{BCD9C841-720A-B737-8E7E-4088DFBD0957}" dt="2025-01-31T04:59:07.411" v="9"/>
        <pc:sldMkLst>
          <pc:docMk/>
          <pc:sldMk cId="3703910383" sldId="341"/>
        </pc:sldMkLst>
      </pc:sldChg>
      <pc:sldChg chg="del">
        <pc:chgData name="Avinash Arun Chauhan" userId="S::avinash.chauhan@mahindrauniversity.edu.in::241b5f3e-36f4-4c61-9553-90e6a1c1b8a6" providerId="AD" clId="Web-{BCD9C841-720A-B737-8E7E-4088DFBD0957}" dt="2025-01-31T04:59:08.318" v="10"/>
        <pc:sldMkLst>
          <pc:docMk/>
          <pc:sldMk cId="1499174930" sldId="342"/>
        </pc:sldMkLst>
      </pc:sldChg>
      <pc:sldChg chg="modSp">
        <pc:chgData name="Avinash Arun Chauhan" userId="S::avinash.chauhan@mahindrauniversity.edu.in::241b5f3e-36f4-4c61-9553-90e6a1c1b8a6" providerId="AD" clId="Web-{BCD9C841-720A-B737-8E7E-4088DFBD0957}" dt="2025-01-31T05:16:14.561" v="94" actId="20577"/>
        <pc:sldMkLst>
          <pc:docMk/>
          <pc:sldMk cId="3662289297" sldId="343"/>
        </pc:sldMkLst>
      </pc:sldChg>
      <pc:sldChg chg="modSp">
        <pc:chgData name="Avinash Arun Chauhan" userId="S::avinash.chauhan@mahindrauniversity.edu.in::241b5f3e-36f4-4c61-9553-90e6a1c1b8a6" providerId="AD" clId="Web-{BCD9C841-720A-B737-8E7E-4088DFBD0957}" dt="2025-01-31T05:46:16.925" v="224" actId="20577"/>
        <pc:sldMkLst>
          <pc:docMk/>
          <pc:sldMk cId="3379929072" sldId="344"/>
        </pc:sldMkLst>
      </pc:sldChg>
      <pc:sldChg chg="modSp">
        <pc:chgData name="Avinash Arun Chauhan" userId="S::avinash.chauhan@mahindrauniversity.edu.in::241b5f3e-36f4-4c61-9553-90e6a1c1b8a6" providerId="AD" clId="Web-{BCD9C841-720A-B737-8E7E-4088DFBD0957}" dt="2025-01-31T05:49:52.112" v="399" actId="14100"/>
        <pc:sldMkLst>
          <pc:docMk/>
          <pc:sldMk cId="3804487949" sldId="345"/>
        </pc:sldMkLst>
      </pc:sldChg>
      <pc:sldChg chg="modSp">
        <pc:chgData name="Avinash Arun Chauhan" userId="S::avinash.chauhan@mahindrauniversity.edu.in::241b5f3e-36f4-4c61-9553-90e6a1c1b8a6" providerId="AD" clId="Web-{BCD9C841-720A-B737-8E7E-4088DFBD0957}" dt="2025-01-31T05:54:24.440" v="453" actId="20577"/>
        <pc:sldMkLst>
          <pc:docMk/>
          <pc:sldMk cId="1050131186" sldId="346"/>
        </pc:sldMkLst>
      </pc:sldChg>
      <pc:sldChg chg="modSp ord">
        <pc:chgData name="Avinash Arun Chauhan" userId="S::avinash.chauhan@mahindrauniversity.edu.in::241b5f3e-36f4-4c61-9553-90e6a1c1b8a6" providerId="AD" clId="Web-{BCD9C841-720A-B737-8E7E-4088DFBD0957}" dt="2025-01-31T06:37:16.706" v="1539"/>
        <pc:sldMkLst>
          <pc:docMk/>
          <pc:sldMk cId="770928017" sldId="347"/>
        </pc:sldMkLst>
      </pc:sldChg>
      <pc:sldChg chg="addSp delSp modSp">
        <pc:chgData name="Avinash Arun Chauhan" userId="S::avinash.chauhan@mahindrauniversity.edu.in::241b5f3e-36f4-4c61-9553-90e6a1c1b8a6" providerId="AD" clId="Web-{BCD9C841-720A-B737-8E7E-4088DFBD0957}" dt="2025-01-31T05:58:13.690" v="615" actId="1076"/>
        <pc:sldMkLst>
          <pc:docMk/>
          <pc:sldMk cId="4166520187" sldId="348"/>
        </pc:sldMkLst>
      </pc:sldChg>
      <pc:sldChg chg="del">
        <pc:chgData name="Avinash Arun Chauhan" userId="S::avinash.chauhan@mahindrauniversity.edu.in::241b5f3e-36f4-4c61-9553-90e6a1c1b8a6" providerId="AD" clId="Web-{BCD9C841-720A-B737-8E7E-4088DFBD0957}" dt="2025-01-31T06:05:45.206" v="1083"/>
        <pc:sldMkLst>
          <pc:docMk/>
          <pc:sldMk cId="2115772716" sldId="349"/>
        </pc:sldMkLst>
      </pc:sldChg>
      <pc:sldChg chg="addSp delSp modSp">
        <pc:chgData name="Avinash Arun Chauhan" userId="S::avinash.chauhan@mahindrauniversity.edu.in::241b5f3e-36f4-4c61-9553-90e6a1c1b8a6" providerId="AD" clId="Web-{BCD9C841-720A-B737-8E7E-4088DFBD0957}" dt="2025-01-31T06:07:16.675" v="1140" actId="20577"/>
        <pc:sldMkLst>
          <pc:docMk/>
          <pc:sldMk cId="3686163997" sldId="350"/>
        </pc:sldMkLst>
      </pc:sldChg>
      <pc:sldChg chg="modSp">
        <pc:chgData name="Avinash Arun Chauhan" userId="S::avinash.chauhan@mahindrauniversity.edu.in::241b5f3e-36f4-4c61-9553-90e6a1c1b8a6" providerId="AD" clId="Web-{BCD9C841-720A-B737-8E7E-4088DFBD0957}" dt="2025-01-31T06:09:50.034" v="1163" actId="14100"/>
        <pc:sldMkLst>
          <pc:docMk/>
          <pc:sldMk cId="111794783" sldId="351"/>
        </pc:sldMkLst>
      </pc:sldChg>
      <pc:sldChg chg="modSp">
        <pc:chgData name="Avinash Arun Chauhan" userId="S::avinash.chauhan@mahindrauniversity.edu.in::241b5f3e-36f4-4c61-9553-90e6a1c1b8a6" providerId="AD" clId="Web-{BCD9C841-720A-B737-8E7E-4088DFBD0957}" dt="2025-01-31T06:11:11.284" v="1191" actId="20577"/>
        <pc:sldMkLst>
          <pc:docMk/>
          <pc:sldMk cId="1807025913" sldId="352"/>
        </pc:sldMkLst>
      </pc:sldChg>
      <pc:sldChg chg="addSp delSp modSp">
        <pc:chgData name="Avinash Arun Chauhan" userId="S::avinash.chauhan@mahindrauniversity.edu.in::241b5f3e-36f4-4c61-9553-90e6a1c1b8a6" providerId="AD" clId="Web-{BCD9C841-720A-B737-8E7E-4088DFBD0957}" dt="2025-01-31T06:27:33.003" v="1376" actId="1076"/>
        <pc:sldMkLst>
          <pc:docMk/>
          <pc:sldMk cId="3509781182" sldId="353"/>
        </pc:sldMkLst>
      </pc:sldChg>
      <pc:sldChg chg="modSp">
        <pc:chgData name="Avinash Arun Chauhan" userId="S::avinash.chauhan@mahindrauniversity.edu.in::241b5f3e-36f4-4c61-9553-90e6a1c1b8a6" providerId="AD" clId="Web-{BCD9C841-720A-B737-8E7E-4088DFBD0957}" dt="2025-01-31T06:31:33.612" v="1414" actId="20577"/>
        <pc:sldMkLst>
          <pc:docMk/>
          <pc:sldMk cId="1291515926" sldId="354"/>
        </pc:sldMkLst>
      </pc:sldChg>
      <pc:sldChg chg="modSp">
        <pc:chgData name="Avinash Arun Chauhan" userId="S::avinash.chauhan@mahindrauniversity.edu.in::241b5f3e-36f4-4c61-9553-90e6a1c1b8a6" providerId="AD" clId="Web-{BCD9C841-720A-B737-8E7E-4088DFBD0957}" dt="2025-01-31T07:24:34.628" v="1831" actId="20577"/>
        <pc:sldMkLst>
          <pc:docMk/>
          <pc:sldMk cId="1153999674" sldId="355"/>
        </pc:sldMkLst>
      </pc:sldChg>
      <pc:sldChg chg="del">
        <pc:chgData name="Avinash Arun Chauhan" userId="S::avinash.chauhan@mahindrauniversity.edu.in::241b5f3e-36f4-4c61-9553-90e6a1c1b8a6" providerId="AD" clId="Web-{BCD9C841-720A-B737-8E7E-4088DFBD0957}" dt="2025-01-31T07:24:42.425" v="1837"/>
        <pc:sldMkLst>
          <pc:docMk/>
          <pc:sldMk cId="3401666456" sldId="356"/>
        </pc:sldMkLst>
      </pc:sldChg>
      <pc:sldChg chg="del">
        <pc:chgData name="Avinash Arun Chauhan" userId="S::avinash.chauhan@mahindrauniversity.edu.in::241b5f3e-36f4-4c61-9553-90e6a1c1b8a6" providerId="AD" clId="Web-{BCD9C841-720A-B737-8E7E-4088DFBD0957}" dt="2025-01-31T07:24:36.660" v="1832"/>
        <pc:sldMkLst>
          <pc:docMk/>
          <pc:sldMk cId="4056035360" sldId="357"/>
        </pc:sldMkLst>
      </pc:sldChg>
      <pc:sldChg chg="del">
        <pc:chgData name="Avinash Arun Chauhan" userId="S::avinash.chauhan@mahindrauniversity.edu.in::241b5f3e-36f4-4c61-9553-90e6a1c1b8a6" providerId="AD" clId="Web-{BCD9C841-720A-B737-8E7E-4088DFBD0957}" dt="2025-01-31T06:08:15.972" v="1141"/>
        <pc:sldMkLst>
          <pc:docMk/>
          <pc:sldMk cId="1406407962" sldId="358"/>
        </pc:sldMkLst>
      </pc:sldChg>
      <pc:sldChg chg="del">
        <pc:chgData name="Avinash Arun Chauhan" userId="S::avinash.chauhan@mahindrauniversity.edu.in::241b5f3e-36f4-4c61-9553-90e6a1c1b8a6" providerId="AD" clId="Web-{BCD9C841-720A-B737-8E7E-4088DFBD0957}" dt="2025-01-31T07:24:38.144" v="1833"/>
        <pc:sldMkLst>
          <pc:docMk/>
          <pc:sldMk cId="2151911027" sldId="359"/>
        </pc:sldMkLst>
      </pc:sldChg>
      <pc:sldChg chg="del">
        <pc:chgData name="Avinash Arun Chauhan" userId="S::avinash.chauhan@mahindrauniversity.edu.in::241b5f3e-36f4-4c61-9553-90e6a1c1b8a6" providerId="AD" clId="Web-{BCD9C841-720A-B737-8E7E-4088DFBD0957}" dt="2025-01-31T07:24:38.988" v="1834"/>
        <pc:sldMkLst>
          <pc:docMk/>
          <pc:sldMk cId="1387188195" sldId="360"/>
        </pc:sldMkLst>
      </pc:sldChg>
      <pc:sldChg chg="del">
        <pc:chgData name="Avinash Arun Chauhan" userId="S::avinash.chauhan@mahindrauniversity.edu.in::241b5f3e-36f4-4c61-9553-90e6a1c1b8a6" providerId="AD" clId="Web-{BCD9C841-720A-B737-8E7E-4088DFBD0957}" dt="2025-01-31T04:59:20.584" v="15"/>
        <pc:sldMkLst>
          <pc:docMk/>
          <pc:sldMk cId="1104067534" sldId="361"/>
        </pc:sldMkLst>
      </pc:sldChg>
      <pc:sldChg chg="del">
        <pc:chgData name="Avinash Arun Chauhan" userId="S::avinash.chauhan@mahindrauniversity.edu.in::241b5f3e-36f4-4c61-9553-90e6a1c1b8a6" providerId="AD" clId="Web-{BCD9C841-720A-B737-8E7E-4088DFBD0957}" dt="2025-01-31T04:59:21.271" v="16"/>
        <pc:sldMkLst>
          <pc:docMk/>
          <pc:sldMk cId="1491116084" sldId="362"/>
        </pc:sldMkLst>
      </pc:sldChg>
      <pc:sldChg chg="modSp">
        <pc:chgData name="Avinash Arun Chauhan" userId="S::avinash.chauhan@mahindrauniversity.edu.in::241b5f3e-36f4-4c61-9553-90e6a1c1b8a6" providerId="AD" clId="Web-{BCD9C841-720A-B737-8E7E-4088DFBD0957}" dt="2025-01-31T04:59:16.974" v="14" actId="20577"/>
        <pc:sldMkLst>
          <pc:docMk/>
          <pc:sldMk cId="3396591590" sldId="363"/>
        </pc:sldMkLst>
      </pc:sldChg>
      <pc:sldChg chg="del">
        <pc:chgData name="Avinash Arun Chauhan" userId="S::avinash.chauhan@mahindrauniversity.edu.in::241b5f3e-36f4-4c61-9553-90e6a1c1b8a6" providerId="AD" clId="Web-{BCD9C841-720A-B737-8E7E-4088DFBD0957}" dt="2025-01-31T04:59:00.630" v="2"/>
        <pc:sldMkLst>
          <pc:docMk/>
          <pc:sldMk cId="3779786542" sldId="364"/>
        </pc:sldMkLst>
      </pc:sldChg>
      <pc:sldChg chg="del">
        <pc:chgData name="Avinash Arun Chauhan" userId="S::avinash.chauhan@mahindrauniversity.edu.in::241b5f3e-36f4-4c61-9553-90e6a1c1b8a6" providerId="AD" clId="Web-{BCD9C841-720A-B737-8E7E-4088DFBD0957}" dt="2025-01-31T04:59:01.489" v="3"/>
        <pc:sldMkLst>
          <pc:docMk/>
          <pc:sldMk cId="567046635" sldId="365"/>
        </pc:sldMkLst>
      </pc:sldChg>
      <pc:sldChg chg="del">
        <pc:chgData name="Avinash Arun Chauhan" userId="S::avinash.chauhan@mahindrauniversity.edu.in::241b5f3e-36f4-4c61-9553-90e6a1c1b8a6" providerId="AD" clId="Web-{BCD9C841-720A-B737-8E7E-4088DFBD0957}" dt="2025-01-31T04:59:05.661" v="7"/>
        <pc:sldMkLst>
          <pc:docMk/>
          <pc:sldMk cId="3011812231" sldId="366"/>
        </pc:sldMkLst>
      </pc:sldChg>
      <pc:sldChg chg="del">
        <pc:chgData name="Avinash Arun Chauhan" userId="S::avinash.chauhan@mahindrauniversity.edu.in::241b5f3e-36f4-4c61-9553-90e6a1c1b8a6" providerId="AD" clId="Web-{BCD9C841-720A-B737-8E7E-4088DFBD0957}" dt="2025-01-31T04:59:02.302" v="4"/>
        <pc:sldMkLst>
          <pc:docMk/>
          <pc:sldMk cId="2388618079" sldId="367"/>
        </pc:sldMkLst>
      </pc:sldChg>
      <pc:sldChg chg="del">
        <pc:chgData name="Avinash Arun Chauhan" userId="S::avinash.chauhan@mahindrauniversity.edu.in::241b5f3e-36f4-4c61-9553-90e6a1c1b8a6" providerId="AD" clId="Web-{BCD9C841-720A-B737-8E7E-4088DFBD0957}" dt="2025-01-31T04:59:03.083" v="5"/>
        <pc:sldMkLst>
          <pc:docMk/>
          <pc:sldMk cId="1689753424" sldId="368"/>
        </pc:sldMkLst>
      </pc:sldChg>
      <pc:sldChg chg="del">
        <pc:chgData name="Avinash Arun Chauhan" userId="S::avinash.chauhan@mahindrauniversity.edu.in::241b5f3e-36f4-4c61-9553-90e6a1c1b8a6" providerId="AD" clId="Web-{BCD9C841-720A-B737-8E7E-4088DFBD0957}" dt="2025-01-31T07:24:39.660" v="1835"/>
        <pc:sldMkLst>
          <pc:docMk/>
          <pc:sldMk cId="2898864194" sldId="369"/>
        </pc:sldMkLst>
      </pc:sldChg>
      <pc:sldChg chg="del">
        <pc:chgData name="Avinash Arun Chauhan" userId="S::avinash.chauhan@mahindrauniversity.edu.in::241b5f3e-36f4-4c61-9553-90e6a1c1b8a6" providerId="AD" clId="Web-{BCD9C841-720A-B737-8E7E-4088DFBD0957}" dt="2025-01-31T07:24:40.128" v="1836"/>
        <pc:sldMkLst>
          <pc:docMk/>
          <pc:sldMk cId="1949490953" sldId="370"/>
        </pc:sldMkLst>
      </pc:sldChg>
      <pc:sldChg chg="del">
        <pc:chgData name="Avinash Arun Chauhan" userId="S::avinash.chauhan@mahindrauniversity.edu.in::241b5f3e-36f4-4c61-9553-90e6a1c1b8a6" providerId="AD" clId="Web-{BCD9C841-720A-B737-8E7E-4088DFBD0957}" dt="2025-01-31T04:59:04.099" v="6"/>
        <pc:sldMkLst>
          <pc:docMk/>
          <pc:sldMk cId="3784808034" sldId="371"/>
        </pc:sldMkLst>
      </pc:sldChg>
      <pc:sldChg chg="addSp delSp modSp">
        <pc:chgData name="Avinash Arun Chauhan" userId="S::avinash.chauhan@mahindrauniversity.edu.in::241b5f3e-36f4-4c61-9553-90e6a1c1b8a6" providerId="AD" clId="Web-{BCD9C841-720A-B737-8E7E-4088DFBD0957}" dt="2025-01-31T06:33:38.253" v="1454" actId="20577"/>
        <pc:sldMkLst>
          <pc:docMk/>
          <pc:sldMk cId="4238744636" sldId="372"/>
        </pc:sldMkLst>
      </pc:sldChg>
      <pc:sldChg chg="del">
        <pc:chgData name="Avinash Arun Chauhan" userId="S::avinash.chauhan@mahindrauniversity.edu.in::241b5f3e-36f4-4c61-9553-90e6a1c1b8a6" providerId="AD" clId="Web-{BCD9C841-720A-B737-8E7E-4088DFBD0957}" dt="2025-01-31T07:24:43.144" v="1838"/>
        <pc:sldMkLst>
          <pc:docMk/>
          <pc:sldMk cId="1313524152" sldId="373"/>
        </pc:sldMkLst>
      </pc:sldChg>
      <pc:sldChg chg="modSp add ord replId">
        <pc:chgData name="Avinash Arun Chauhan" userId="S::avinash.chauhan@mahindrauniversity.edu.in::241b5f3e-36f4-4c61-9553-90e6a1c1b8a6" providerId="AD" clId="Web-{BCD9C841-720A-B737-8E7E-4088DFBD0957}" dt="2025-01-31T05:43:27.487" v="182"/>
        <pc:sldMkLst>
          <pc:docMk/>
          <pc:sldMk cId="3125990423" sldId="374"/>
        </pc:sldMkLst>
      </pc:sldChg>
      <pc:sldChg chg="modSp add replId">
        <pc:chgData name="Avinash Arun Chauhan" userId="S::avinash.chauhan@mahindrauniversity.edu.in::241b5f3e-36f4-4c61-9553-90e6a1c1b8a6" providerId="AD" clId="Web-{BCD9C841-720A-B737-8E7E-4088DFBD0957}" dt="2025-01-31T06:22:54.847" v="1337" actId="20577"/>
        <pc:sldMkLst>
          <pc:docMk/>
          <pc:sldMk cId="621486198" sldId="375"/>
        </pc:sldMkLst>
      </pc:sldChg>
      <pc:sldChg chg="modSp add replId">
        <pc:chgData name="Avinash Arun Chauhan" userId="S::avinash.chauhan@mahindrauniversity.edu.in::241b5f3e-36f4-4c61-9553-90e6a1c1b8a6" providerId="AD" clId="Web-{BCD9C841-720A-B737-8E7E-4088DFBD0957}" dt="2025-01-31T06:24:22.472" v="1359" actId="20577"/>
        <pc:sldMkLst>
          <pc:docMk/>
          <pc:sldMk cId="2243988265" sldId="376"/>
        </pc:sldMkLst>
      </pc:sldChg>
      <pc:sldChg chg="addSp delSp modSp add replId">
        <pc:chgData name="Avinash Arun Chauhan" userId="S::avinash.chauhan@mahindrauniversity.edu.in::241b5f3e-36f4-4c61-9553-90e6a1c1b8a6" providerId="AD" clId="Web-{BCD9C841-720A-B737-8E7E-4088DFBD0957}" dt="2025-01-31T06:28:57.253" v="1387" actId="1076"/>
        <pc:sldMkLst>
          <pc:docMk/>
          <pc:sldMk cId="1283551440" sldId="377"/>
        </pc:sldMkLst>
      </pc:sldChg>
      <pc:sldChg chg="addSp delSp modSp add replId">
        <pc:chgData name="Avinash Arun Chauhan" userId="S::avinash.chauhan@mahindrauniversity.edu.in::241b5f3e-36f4-4c61-9553-90e6a1c1b8a6" providerId="AD" clId="Web-{BCD9C841-720A-B737-8E7E-4088DFBD0957}" dt="2025-01-31T06:29:30.393" v="1395" actId="1076"/>
        <pc:sldMkLst>
          <pc:docMk/>
          <pc:sldMk cId="758402021" sldId="378"/>
        </pc:sldMkLst>
      </pc:sldChg>
      <pc:sldChg chg="addSp delSp modSp add replId">
        <pc:chgData name="Avinash Arun Chauhan" userId="S::avinash.chauhan@mahindrauniversity.edu.in::241b5f3e-36f4-4c61-9553-90e6a1c1b8a6" providerId="AD" clId="Web-{BCD9C841-720A-B737-8E7E-4088DFBD0957}" dt="2025-01-31T06:34:01.128" v="1461" actId="14100"/>
        <pc:sldMkLst>
          <pc:docMk/>
          <pc:sldMk cId="1215175948" sldId="379"/>
        </pc:sldMkLst>
      </pc:sldChg>
      <pc:sldChg chg="addSp delSp modSp add replId">
        <pc:chgData name="Avinash Arun Chauhan" userId="S::avinash.chauhan@mahindrauniversity.edu.in::241b5f3e-36f4-4c61-9553-90e6a1c1b8a6" providerId="AD" clId="Web-{BCD9C841-720A-B737-8E7E-4088DFBD0957}" dt="2025-01-31T06:35:05.565" v="1489" actId="1076"/>
        <pc:sldMkLst>
          <pc:docMk/>
          <pc:sldMk cId="3894528177" sldId="380"/>
        </pc:sldMkLst>
      </pc:sldChg>
      <pc:sldChg chg="addSp delSp modSp add replId">
        <pc:chgData name="Avinash Arun Chauhan" userId="S::avinash.chauhan@mahindrauniversity.edu.in::241b5f3e-36f4-4c61-9553-90e6a1c1b8a6" providerId="AD" clId="Web-{BCD9C841-720A-B737-8E7E-4088DFBD0957}" dt="2025-01-31T06:38:05.487" v="1550" actId="1076"/>
        <pc:sldMkLst>
          <pc:docMk/>
          <pc:sldMk cId="3407660478" sldId="381"/>
        </pc:sldMkLst>
      </pc:sldChg>
      <pc:sldChg chg="addSp delSp modSp add ord replId">
        <pc:chgData name="Avinash Arun Chauhan" userId="S::avinash.chauhan@mahindrauniversity.edu.in::241b5f3e-36f4-4c61-9553-90e6a1c1b8a6" providerId="AD" clId="Web-{BCD9C841-720A-B737-8E7E-4088DFBD0957}" dt="2025-01-31T06:39:16.769" v="1581" actId="1076"/>
        <pc:sldMkLst>
          <pc:docMk/>
          <pc:sldMk cId="246870963" sldId="382"/>
        </pc:sldMkLst>
      </pc:sldChg>
      <pc:sldChg chg="modSp add ord replId">
        <pc:chgData name="Avinash Arun Chauhan" userId="S::avinash.chauhan@mahindrauniversity.edu.in::241b5f3e-36f4-4c61-9553-90e6a1c1b8a6" providerId="AD" clId="Web-{BCD9C841-720A-B737-8E7E-4088DFBD0957}" dt="2025-01-31T06:43:39.190" v="1718" actId="20577"/>
        <pc:sldMkLst>
          <pc:docMk/>
          <pc:sldMk cId="278790401" sldId="383"/>
        </pc:sldMkLst>
      </pc:sldChg>
      <pc:sldChg chg="modSp add replId">
        <pc:chgData name="Avinash Arun Chauhan" userId="S::avinash.chauhan@mahindrauniversity.edu.in::241b5f3e-36f4-4c61-9553-90e6a1c1b8a6" providerId="AD" clId="Web-{BCD9C841-720A-B737-8E7E-4088DFBD0957}" dt="2025-01-31T06:48:04.581" v="1794" actId="20577"/>
        <pc:sldMkLst>
          <pc:docMk/>
          <pc:sldMk cId="45710291" sldId="384"/>
        </pc:sldMkLst>
      </pc:sldChg>
      <pc:sldChg chg="modSp add replId">
        <pc:chgData name="Avinash Arun Chauhan" userId="S::avinash.chauhan@mahindrauniversity.edu.in::241b5f3e-36f4-4c61-9553-90e6a1c1b8a6" providerId="AD" clId="Web-{BCD9C841-720A-B737-8E7E-4088DFBD0957}" dt="2025-01-31T06:48:35.847" v="1828" actId="20577"/>
        <pc:sldMkLst>
          <pc:docMk/>
          <pc:sldMk cId="3912346787" sldId="385"/>
        </pc:sldMkLst>
      </pc:sldChg>
    </pc:docChg>
  </pc:docChgLst>
  <pc:docChgLst>
    <pc:chgData name="Avinash Arun Chauhan" userId="S::avinash.chauhan@mahindrauniversity.edu.in::241b5f3e-36f4-4c61-9553-90e6a1c1b8a6" providerId="AD" clId="Web-{6B919414-8687-61DA-15B2-F736F548A91C}"/>
    <pc:docChg chg="delSld modSld">
      <pc:chgData name="Avinash Arun Chauhan" userId="S::avinash.chauhan@mahindrauniversity.edu.in::241b5f3e-36f4-4c61-9553-90e6a1c1b8a6" providerId="AD" clId="Web-{6B919414-8687-61DA-15B2-F736F548A91C}" dt="2025-01-18T12:29:13.659" v="41"/>
      <pc:docMkLst>
        <pc:docMk/>
      </pc:docMkLst>
      <pc:sldChg chg="modSp">
        <pc:chgData name="Avinash Arun Chauhan" userId="S::avinash.chauhan@mahindrauniversity.edu.in::241b5f3e-36f4-4c61-9553-90e6a1c1b8a6" providerId="AD" clId="Web-{6B919414-8687-61DA-15B2-F736F548A91C}" dt="2025-01-18T12:27:50.262" v="11" actId="20577"/>
        <pc:sldMkLst>
          <pc:docMk/>
          <pc:sldMk cId="2511884408" sldId="305"/>
        </pc:sldMkLst>
      </pc:sldChg>
      <pc:sldChg chg="modSp">
        <pc:chgData name="Avinash Arun Chauhan" userId="S::avinash.chauhan@mahindrauniversity.edu.in::241b5f3e-36f4-4c61-9553-90e6a1c1b8a6" providerId="AD" clId="Web-{6B919414-8687-61DA-15B2-F736F548A91C}" dt="2025-01-18T12:28:52.377" v="40" actId="20577"/>
        <pc:sldMkLst>
          <pc:docMk/>
          <pc:sldMk cId="3244401758" sldId="307"/>
        </pc:sldMkLst>
      </pc:sldChg>
      <pc:sldChg chg="del">
        <pc:chgData name="Avinash Arun Chauhan" userId="S::avinash.chauhan@mahindrauniversity.edu.in::241b5f3e-36f4-4c61-9553-90e6a1c1b8a6" providerId="AD" clId="Web-{6B919414-8687-61DA-15B2-F736F548A91C}" dt="2025-01-18T12:29:13.659" v="41"/>
        <pc:sldMkLst>
          <pc:docMk/>
          <pc:sldMk cId="817768886" sldId="320"/>
        </pc:sldMkLst>
      </pc:sldChg>
    </pc:docChg>
  </pc:docChgLst>
  <pc:docChgLst>
    <pc:chgData name="Avinash Arun Chauhan" userId="S::avinash.chauhan@mahindrauniversity.edu.in::241b5f3e-36f4-4c61-9553-90e6a1c1b8a6" providerId="AD" clId="Web-{7AD81895-40B4-7A52-507D-901AD4871A87}"/>
    <pc:docChg chg="addSld delSld modSld sldOrd">
      <pc:chgData name="Avinash Arun Chauhan" userId="S::avinash.chauhan@mahindrauniversity.edu.in::241b5f3e-36f4-4c61-9553-90e6a1c1b8a6" providerId="AD" clId="Web-{7AD81895-40B4-7A52-507D-901AD4871A87}" dt="2025-01-15T13:25:06.074" v="1935" actId="20577"/>
      <pc:docMkLst>
        <pc:docMk/>
      </pc:docMkLst>
      <pc:sldChg chg="modSp">
        <pc:chgData name="Avinash Arun Chauhan" userId="S::avinash.chauhan@mahindrauniversity.edu.in::241b5f3e-36f4-4c61-9553-90e6a1c1b8a6" providerId="AD" clId="Web-{7AD81895-40B4-7A52-507D-901AD4871A87}" dt="2025-01-15T12:23:15.519" v="14" actId="20577"/>
        <pc:sldMkLst>
          <pc:docMk/>
          <pc:sldMk cId="1540275285" sldId="256"/>
        </pc:sldMkLst>
        <pc:spChg chg="mod">
          <ac:chgData name="Avinash Arun Chauhan" userId="S::avinash.chauhan@mahindrauniversity.edu.in::241b5f3e-36f4-4c61-9553-90e6a1c1b8a6" providerId="AD" clId="Web-{7AD81895-40B4-7A52-507D-901AD4871A87}" dt="2025-01-15T12:23:15.519" v="14" actId="20577"/>
          <ac:spMkLst>
            <pc:docMk/>
            <pc:sldMk cId="1540275285" sldId="256"/>
            <ac:spMk id="2" creationId="{727870F2-A17E-4535-8ECE-F608007055B7}"/>
          </ac:spMkLst>
        </pc:spChg>
      </pc:sldChg>
      <pc:sldChg chg="delSp modSp">
        <pc:chgData name="Avinash Arun Chauhan" userId="S::avinash.chauhan@mahindrauniversity.edu.in::241b5f3e-36f4-4c61-9553-90e6a1c1b8a6" providerId="AD" clId="Web-{7AD81895-40B4-7A52-507D-901AD4871A87}" dt="2025-01-15T13:23:06.214" v="1874" actId="20577"/>
        <pc:sldMkLst>
          <pc:docMk/>
          <pc:sldMk cId="832602602" sldId="257"/>
        </pc:sldMkLst>
      </pc:sldChg>
      <pc:sldChg chg="del">
        <pc:chgData name="Avinash Arun Chauhan" userId="S::avinash.chauhan@mahindrauniversity.edu.in::241b5f3e-36f4-4c61-9553-90e6a1c1b8a6" providerId="AD" clId="Web-{7AD81895-40B4-7A52-507D-901AD4871A87}" dt="2025-01-15T13:22:14.042" v="1846"/>
        <pc:sldMkLst>
          <pc:docMk/>
          <pc:sldMk cId="3615545428" sldId="259"/>
        </pc:sldMkLst>
      </pc:sldChg>
      <pc:sldChg chg="modSp">
        <pc:chgData name="Avinash Arun Chauhan" userId="S::avinash.chauhan@mahindrauniversity.edu.in::241b5f3e-36f4-4c61-9553-90e6a1c1b8a6" providerId="AD" clId="Web-{7AD81895-40B4-7A52-507D-901AD4871A87}" dt="2025-01-15T13:23:38.417" v="1889" actId="20577"/>
        <pc:sldMkLst>
          <pc:docMk/>
          <pc:sldMk cId="686329520" sldId="262"/>
        </pc:sldMkLst>
      </pc:sldChg>
      <pc:sldChg chg="modSp">
        <pc:chgData name="Avinash Arun Chauhan" userId="S::avinash.chauhan@mahindrauniversity.edu.in::241b5f3e-36f4-4c61-9553-90e6a1c1b8a6" providerId="AD" clId="Web-{7AD81895-40B4-7A52-507D-901AD4871A87}" dt="2025-01-15T13:23:29.136" v="1885" actId="20577"/>
        <pc:sldMkLst>
          <pc:docMk/>
          <pc:sldMk cId="3834488751" sldId="263"/>
        </pc:sldMkLst>
      </pc:sldChg>
      <pc:sldChg chg="del">
        <pc:chgData name="Avinash Arun Chauhan" userId="S::avinash.chauhan@mahindrauniversity.edu.in::241b5f3e-36f4-4c61-9553-90e6a1c1b8a6" providerId="AD" clId="Web-{7AD81895-40B4-7A52-507D-901AD4871A87}" dt="2025-01-15T12:54:29.828" v="672"/>
        <pc:sldMkLst>
          <pc:docMk/>
          <pc:sldMk cId="3009557333" sldId="264"/>
        </pc:sldMkLst>
      </pc:sldChg>
      <pc:sldChg chg="addSp delSp modSp add del">
        <pc:chgData name="Avinash Arun Chauhan" userId="S::avinash.chauhan@mahindrauniversity.edu.in::241b5f3e-36f4-4c61-9553-90e6a1c1b8a6" providerId="AD" clId="Web-{7AD81895-40B4-7A52-507D-901AD4871A87}" dt="2025-01-15T13:24:26.308" v="1913" actId="20577"/>
        <pc:sldMkLst>
          <pc:docMk/>
          <pc:sldMk cId="3445711273" sldId="267"/>
        </pc:sldMkLst>
      </pc:sldChg>
      <pc:sldChg chg="modSp add del">
        <pc:chgData name="Avinash Arun Chauhan" userId="S::avinash.chauhan@mahindrauniversity.edu.in::241b5f3e-36f4-4c61-9553-90e6a1c1b8a6" providerId="AD" clId="Web-{7AD81895-40B4-7A52-507D-901AD4871A87}" dt="2025-01-15T13:24:11.011" v="1905" actId="20577"/>
        <pc:sldMkLst>
          <pc:docMk/>
          <pc:sldMk cId="934216185" sldId="268"/>
        </pc:sldMkLst>
      </pc:sldChg>
      <pc:sldChg chg="modSp ord">
        <pc:chgData name="Avinash Arun Chauhan" userId="S::avinash.chauhan@mahindrauniversity.edu.in::241b5f3e-36f4-4c61-9553-90e6a1c1b8a6" providerId="AD" clId="Web-{7AD81895-40B4-7A52-507D-901AD4871A87}" dt="2025-01-15T13:23:34.011" v="1887" actId="20577"/>
        <pc:sldMkLst>
          <pc:docMk/>
          <pc:sldMk cId="216913" sldId="270"/>
        </pc:sldMkLst>
      </pc:sldChg>
      <pc:sldChg chg="add del">
        <pc:chgData name="Avinash Arun Chauhan" userId="S::avinash.chauhan@mahindrauniversity.edu.in::241b5f3e-36f4-4c61-9553-90e6a1c1b8a6" providerId="AD" clId="Web-{7AD81895-40B4-7A52-507D-901AD4871A87}" dt="2025-01-15T13:08:31.817" v="1160"/>
        <pc:sldMkLst>
          <pc:docMk/>
          <pc:sldMk cId="1482878579" sldId="272"/>
        </pc:sldMkLst>
      </pc:sldChg>
      <pc:sldChg chg="modSp">
        <pc:chgData name="Avinash Arun Chauhan" userId="S::avinash.chauhan@mahindrauniversity.edu.in::241b5f3e-36f4-4c61-9553-90e6a1c1b8a6" providerId="AD" clId="Web-{7AD81895-40B4-7A52-507D-901AD4871A87}" dt="2025-01-15T13:22:45.104" v="1871" actId="20577"/>
        <pc:sldMkLst>
          <pc:docMk/>
          <pc:sldMk cId="2029719128" sldId="274"/>
        </pc:sldMkLst>
      </pc:sldChg>
      <pc:sldChg chg="modSp">
        <pc:chgData name="Avinash Arun Chauhan" userId="S::avinash.chauhan@mahindrauniversity.edu.in::241b5f3e-36f4-4c61-9553-90e6a1c1b8a6" providerId="AD" clId="Web-{7AD81895-40B4-7A52-507D-901AD4871A87}" dt="2025-01-15T13:23:49.324" v="1894" actId="20577"/>
        <pc:sldMkLst>
          <pc:docMk/>
          <pc:sldMk cId="3954983918" sldId="276"/>
        </pc:sldMkLst>
      </pc:sldChg>
      <pc:sldChg chg="modSp add del">
        <pc:chgData name="Avinash Arun Chauhan" userId="S::avinash.chauhan@mahindrauniversity.edu.in::241b5f3e-36f4-4c61-9553-90e6a1c1b8a6" providerId="AD" clId="Web-{7AD81895-40B4-7A52-507D-901AD4871A87}" dt="2025-01-15T13:24:06.011" v="1903" actId="20577"/>
        <pc:sldMkLst>
          <pc:docMk/>
          <pc:sldMk cId="3140380364" sldId="277"/>
        </pc:sldMkLst>
      </pc:sldChg>
      <pc:sldChg chg="modSp add del">
        <pc:chgData name="Avinash Arun Chauhan" userId="S::avinash.chauhan@mahindrauniversity.edu.in::241b5f3e-36f4-4c61-9553-90e6a1c1b8a6" providerId="AD" clId="Web-{7AD81895-40B4-7A52-507D-901AD4871A87}" dt="2025-01-15T13:24:15.855" v="1907" actId="20577"/>
        <pc:sldMkLst>
          <pc:docMk/>
          <pc:sldMk cId="1186293514" sldId="278"/>
        </pc:sldMkLst>
      </pc:sldChg>
      <pc:sldChg chg="modSp">
        <pc:chgData name="Avinash Arun Chauhan" userId="S::avinash.chauhan@mahindrauniversity.edu.in::241b5f3e-36f4-4c61-9553-90e6a1c1b8a6" providerId="AD" clId="Web-{7AD81895-40B4-7A52-507D-901AD4871A87}" dt="2025-01-15T13:23:15.183" v="1878" actId="20577"/>
        <pc:sldMkLst>
          <pc:docMk/>
          <pc:sldMk cId="3908280556" sldId="279"/>
        </pc:sldMkLst>
      </pc:sldChg>
      <pc:sldChg chg="del">
        <pc:chgData name="Avinash Arun Chauhan" userId="S::avinash.chauhan@mahindrauniversity.edu.in::241b5f3e-36f4-4c61-9553-90e6a1c1b8a6" providerId="AD" clId="Web-{7AD81895-40B4-7A52-507D-901AD4871A87}" dt="2025-01-15T13:22:18.057" v="1848"/>
        <pc:sldMkLst>
          <pc:docMk/>
          <pc:sldMk cId="989628149" sldId="281"/>
        </pc:sldMkLst>
      </pc:sldChg>
      <pc:sldChg chg="modSp">
        <pc:chgData name="Avinash Arun Chauhan" userId="S::avinash.chauhan@mahindrauniversity.edu.in::241b5f3e-36f4-4c61-9553-90e6a1c1b8a6" providerId="AD" clId="Web-{7AD81895-40B4-7A52-507D-901AD4871A87}" dt="2025-01-15T13:23:21.214" v="1880" actId="20577"/>
        <pc:sldMkLst>
          <pc:docMk/>
          <pc:sldMk cId="124130375" sldId="283"/>
        </pc:sldMkLst>
      </pc:sldChg>
      <pc:sldChg chg="modSp">
        <pc:chgData name="Avinash Arun Chauhan" userId="S::avinash.chauhan@mahindrauniversity.edu.in::241b5f3e-36f4-4c61-9553-90e6a1c1b8a6" providerId="AD" clId="Web-{7AD81895-40B4-7A52-507D-901AD4871A87}" dt="2025-01-15T13:23:26.214" v="1883" actId="20577"/>
        <pc:sldMkLst>
          <pc:docMk/>
          <pc:sldMk cId="2181026294" sldId="284"/>
        </pc:sldMkLst>
      </pc:sldChg>
      <pc:sldChg chg="del">
        <pc:chgData name="Avinash Arun Chauhan" userId="S::avinash.chauhan@mahindrauniversity.edu.in::241b5f3e-36f4-4c61-9553-90e6a1c1b8a6" providerId="AD" clId="Web-{7AD81895-40B4-7A52-507D-901AD4871A87}" dt="2025-01-15T13:22:16.354" v="1847"/>
        <pc:sldMkLst>
          <pc:docMk/>
          <pc:sldMk cId="1884272887" sldId="285"/>
        </pc:sldMkLst>
      </pc:sldChg>
      <pc:sldChg chg="add del">
        <pc:chgData name="Avinash Arun Chauhan" userId="S::avinash.chauhan@mahindrauniversity.edu.in::241b5f3e-36f4-4c61-9553-90e6a1c1b8a6" providerId="AD" clId="Web-{7AD81895-40B4-7A52-507D-901AD4871A87}" dt="2025-01-15T13:22:11.807" v="1843"/>
        <pc:sldMkLst>
          <pc:docMk/>
          <pc:sldMk cId="1259393115" sldId="287"/>
        </pc:sldMkLst>
      </pc:sldChg>
      <pc:sldChg chg="modSp">
        <pc:chgData name="Avinash Arun Chauhan" userId="S::avinash.chauhan@mahindrauniversity.edu.in::241b5f3e-36f4-4c61-9553-90e6a1c1b8a6" providerId="AD" clId="Web-{7AD81895-40B4-7A52-507D-901AD4871A87}" dt="2025-01-15T13:25:06.074" v="1935" actId="20577"/>
        <pc:sldMkLst>
          <pc:docMk/>
          <pc:sldMk cId="724459202" sldId="288"/>
        </pc:sldMkLst>
      </pc:sldChg>
      <pc:sldChg chg="add del">
        <pc:chgData name="Avinash Arun Chauhan" userId="S::avinash.chauhan@mahindrauniversity.edu.in::241b5f3e-36f4-4c61-9553-90e6a1c1b8a6" providerId="AD" clId="Web-{7AD81895-40B4-7A52-507D-901AD4871A87}" dt="2025-01-15T13:22:12.542" v="1844"/>
        <pc:sldMkLst>
          <pc:docMk/>
          <pc:sldMk cId="3127311794" sldId="290"/>
        </pc:sldMkLst>
      </pc:sldChg>
      <pc:sldChg chg="modSp add del">
        <pc:chgData name="Avinash Arun Chauhan" userId="S::avinash.chauhan@mahindrauniversity.edu.in::241b5f3e-36f4-4c61-9553-90e6a1c1b8a6" providerId="AD" clId="Web-{7AD81895-40B4-7A52-507D-901AD4871A87}" dt="2025-01-15T13:24:29.949" v="1915" actId="20577"/>
        <pc:sldMkLst>
          <pc:docMk/>
          <pc:sldMk cId="3716297763" sldId="291"/>
        </pc:sldMkLst>
      </pc:sldChg>
      <pc:sldChg chg="del">
        <pc:chgData name="Avinash Arun Chauhan" userId="S::avinash.chauhan@mahindrauniversity.edu.in::241b5f3e-36f4-4c61-9553-90e6a1c1b8a6" providerId="AD" clId="Web-{7AD81895-40B4-7A52-507D-901AD4871A87}" dt="2025-01-15T13:22:13.104" v="1845"/>
        <pc:sldMkLst>
          <pc:docMk/>
          <pc:sldMk cId="2340768922" sldId="292"/>
        </pc:sldMkLst>
      </pc:sldChg>
      <pc:sldChg chg="delSp modSp add replId">
        <pc:chgData name="Avinash Arun Chauhan" userId="S::avinash.chauhan@mahindrauniversity.edu.in::241b5f3e-36f4-4c61-9553-90e6a1c1b8a6" providerId="AD" clId="Web-{7AD81895-40B4-7A52-507D-901AD4871A87}" dt="2025-01-15T13:23:10.105" v="1876" actId="20577"/>
        <pc:sldMkLst>
          <pc:docMk/>
          <pc:sldMk cId="3299872713" sldId="293"/>
        </pc:sldMkLst>
      </pc:sldChg>
      <pc:sldChg chg="modSp add ord replId">
        <pc:chgData name="Avinash Arun Chauhan" userId="S::avinash.chauhan@mahindrauniversity.edu.in::241b5f3e-36f4-4c61-9553-90e6a1c1b8a6" providerId="AD" clId="Web-{7AD81895-40B4-7A52-507D-901AD4871A87}" dt="2025-01-15T13:23:43.667" v="1891" actId="20577"/>
        <pc:sldMkLst>
          <pc:docMk/>
          <pc:sldMk cId="3927065482" sldId="294"/>
        </pc:sldMkLst>
      </pc:sldChg>
      <pc:sldChg chg="modSp add replId">
        <pc:chgData name="Avinash Arun Chauhan" userId="S::avinash.chauhan@mahindrauniversity.edu.in::241b5f3e-36f4-4c61-9553-90e6a1c1b8a6" providerId="AD" clId="Web-{7AD81895-40B4-7A52-507D-901AD4871A87}" dt="2025-01-15T13:23:52.074" v="1896" actId="20577"/>
        <pc:sldMkLst>
          <pc:docMk/>
          <pc:sldMk cId="2570694905" sldId="295"/>
        </pc:sldMkLst>
      </pc:sldChg>
      <pc:sldChg chg="modSp add replId">
        <pc:chgData name="Avinash Arun Chauhan" userId="S::avinash.chauhan@mahindrauniversity.edu.in::241b5f3e-36f4-4c61-9553-90e6a1c1b8a6" providerId="AD" clId="Web-{7AD81895-40B4-7A52-507D-901AD4871A87}" dt="2025-01-15T13:24:02.449" v="1901" actId="20577"/>
        <pc:sldMkLst>
          <pc:docMk/>
          <pc:sldMk cId="4174301513" sldId="296"/>
        </pc:sldMkLst>
      </pc:sldChg>
      <pc:sldChg chg="modSp add replId">
        <pc:chgData name="Avinash Arun Chauhan" userId="S::avinash.chauhan@mahindrauniversity.edu.in::241b5f3e-36f4-4c61-9553-90e6a1c1b8a6" providerId="AD" clId="Web-{7AD81895-40B4-7A52-507D-901AD4871A87}" dt="2025-01-15T13:23:57.683" v="1898" actId="20577"/>
        <pc:sldMkLst>
          <pc:docMk/>
          <pc:sldMk cId="1602905219" sldId="297"/>
        </pc:sldMkLst>
      </pc:sldChg>
      <pc:sldChg chg="modSp add replId">
        <pc:chgData name="Avinash Arun Chauhan" userId="S::avinash.chauhan@mahindrauniversity.edu.in::241b5f3e-36f4-4c61-9553-90e6a1c1b8a6" providerId="AD" clId="Web-{7AD81895-40B4-7A52-507D-901AD4871A87}" dt="2025-01-15T13:24:20.980" v="1910" actId="20577"/>
        <pc:sldMkLst>
          <pc:docMk/>
          <pc:sldMk cId="3274344979" sldId="298"/>
        </pc:sldMkLst>
      </pc:sldChg>
      <pc:sldChg chg="modSp add replId">
        <pc:chgData name="Avinash Arun Chauhan" userId="S::avinash.chauhan@mahindrauniversity.edu.in::241b5f3e-36f4-4c61-9553-90e6a1c1b8a6" providerId="AD" clId="Web-{7AD81895-40B4-7A52-507D-901AD4871A87}" dt="2025-01-15T13:24:33.839" v="1917" actId="20577"/>
        <pc:sldMkLst>
          <pc:docMk/>
          <pc:sldMk cId="3646577299" sldId="299"/>
        </pc:sldMkLst>
      </pc:sldChg>
      <pc:sldChg chg="modSp add replId">
        <pc:chgData name="Avinash Arun Chauhan" userId="S::avinash.chauhan@mahindrauniversity.edu.in::241b5f3e-36f4-4c61-9553-90e6a1c1b8a6" providerId="AD" clId="Web-{7AD81895-40B4-7A52-507D-901AD4871A87}" dt="2025-01-15T13:24:39.371" v="1920" actId="20577"/>
        <pc:sldMkLst>
          <pc:docMk/>
          <pc:sldMk cId="49444374" sldId="300"/>
        </pc:sldMkLst>
      </pc:sldChg>
      <pc:sldChg chg="modSp add replId">
        <pc:chgData name="Avinash Arun Chauhan" userId="S::avinash.chauhan@mahindrauniversity.edu.in::241b5f3e-36f4-4c61-9553-90e6a1c1b8a6" providerId="AD" clId="Web-{7AD81895-40B4-7A52-507D-901AD4871A87}" dt="2025-01-15T13:25:00.668" v="1932" actId="20577"/>
        <pc:sldMkLst>
          <pc:docMk/>
          <pc:sldMk cId="3369998483" sldId="301"/>
        </pc:sldMkLst>
      </pc:sldChg>
      <pc:sldChg chg="modSp add replId">
        <pc:chgData name="Avinash Arun Chauhan" userId="S::avinash.chauhan@mahindrauniversity.edu.in::241b5f3e-36f4-4c61-9553-90e6a1c1b8a6" providerId="AD" clId="Web-{7AD81895-40B4-7A52-507D-901AD4871A87}" dt="2025-01-15T13:24:45.246" v="1923" actId="20577"/>
        <pc:sldMkLst>
          <pc:docMk/>
          <pc:sldMk cId="839790597" sldId="302"/>
        </pc:sldMkLst>
      </pc:sldChg>
      <pc:sldChg chg="modSp add replId">
        <pc:chgData name="Avinash Arun Chauhan" userId="S::avinash.chauhan@mahindrauniversity.edu.in::241b5f3e-36f4-4c61-9553-90e6a1c1b8a6" providerId="AD" clId="Web-{7AD81895-40B4-7A52-507D-901AD4871A87}" dt="2025-01-15T13:24:54.168" v="1929" actId="20577"/>
        <pc:sldMkLst>
          <pc:docMk/>
          <pc:sldMk cId="3359934488" sldId="303"/>
        </pc:sldMkLst>
      </pc:sldChg>
      <pc:sldChg chg="modSp add replId">
        <pc:chgData name="Avinash Arun Chauhan" userId="S::avinash.chauhan@mahindrauniversity.edu.in::241b5f3e-36f4-4c61-9553-90e6a1c1b8a6" providerId="AD" clId="Web-{7AD81895-40B4-7A52-507D-901AD4871A87}" dt="2025-01-15T13:24:49.777" v="1926" actId="20577"/>
        <pc:sldMkLst>
          <pc:docMk/>
          <pc:sldMk cId="1563133675" sldId="304"/>
        </pc:sldMkLst>
      </pc:sldChg>
    </pc:docChg>
  </pc:docChgLst>
  <pc:docChgLst>
    <pc:chgData name="Avinash Arun Chauhan" userId="S::avinash.chauhan@mahindrauniversity.edu.in::241b5f3e-36f4-4c61-9553-90e6a1c1b8a6" providerId="AD" clId="Web-{C21D973D-348C-4C8E-91E8-927E40FC3DAF}"/>
    <pc:docChg chg="modSld">
      <pc:chgData name="Avinash Arun Chauhan" userId="S::avinash.chauhan@mahindrauniversity.edu.in::241b5f3e-36f4-4c61-9553-90e6a1c1b8a6" providerId="AD" clId="Web-{C21D973D-348C-4C8E-91E8-927E40FC3DAF}" dt="2025-01-17T13:46:38.126" v="114" actId="1076"/>
      <pc:docMkLst>
        <pc:docMk/>
      </pc:docMkLst>
      <pc:sldChg chg="addSp modSp">
        <pc:chgData name="Avinash Arun Chauhan" userId="S::avinash.chauhan@mahindrauniversity.edu.in::241b5f3e-36f4-4c61-9553-90e6a1c1b8a6" providerId="AD" clId="Web-{C21D973D-348C-4C8E-91E8-927E40FC3DAF}" dt="2025-01-17T13:46:38.126" v="114" actId="1076"/>
        <pc:sldMkLst>
          <pc:docMk/>
          <pc:sldMk cId="2029719128" sldId="274"/>
        </pc:sldMkLst>
      </pc:sldChg>
    </pc:docChg>
  </pc:docChgLst>
  <pc:docChgLst>
    <pc:chgData name="Avinash Arun Chauhan" userId="S::avinash.chauhan@mahindrauniversity.edu.in::241b5f3e-36f4-4c61-9553-90e6a1c1b8a6" providerId="AD" clId="Web-{78EECB7A-AB92-986E-10CA-C05C09963E44}"/>
    <pc:docChg chg="delSld">
      <pc:chgData name="Avinash Arun Chauhan" userId="S::avinash.chauhan@mahindrauniversity.edu.in::241b5f3e-36f4-4c61-9553-90e6a1c1b8a6" providerId="AD" clId="Web-{78EECB7A-AB92-986E-10CA-C05C09963E44}" dt="2025-02-24T05:29:47.234" v="1"/>
      <pc:docMkLst>
        <pc:docMk/>
      </pc:docMkLst>
      <pc:sldChg chg="del">
        <pc:chgData name="Avinash Arun Chauhan" userId="S::avinash.chauhan@mahindrauniversity.edu.in::241b5f3e-36f4-4c61-9553-90e6a1c1b8a6" providerId="AD" clId="Web-{78EECB7A-AB92-986E-10CA-C05C09963E44}" dt="2025-02-24T05:29:45.437" v="0"/>
        <pc:sldMkLst>
          <pc:docMk/>
          <pc:sldMk cId="3396591590" sldId="363"/>
        </pc:sldMkLst>
      </pc:sldChg>
      <pc:sldChg chg="del">
        <pc:chgData name="Avinash Arun Chauhan" userId="S::avinash.chauhan@mahindrauniversity.edu.in::241b5f3e-36f4-4c61-9553-90e6a1c1b8a6" providerId="AD" clId="Web-{78EECB7A-AB92-986E-10CA-C05C09963E44}" dt="2025-02-24T05:29:47.234" v="1"/>
        <pc:sldMkLst>
          <pc:docMk/>
          <pc:sldMk cId="2802681030" sldId="425"/>
        </pc:sldMkLst>
      </pc:sldChg>
    </pc:docChg>
  </pc:docChgLst>
  <pc:docChgLst>
    <pc:chgData name="Avinash Arun Chauhan" userId="S::avinash.chauhan@mahindrauniversity.edu.in::241b5f3e-36f4-4c61-9553-90e6a1c1b8a6" providerId="AD" clId="Web-{9473E106-FE3B-2B51-69EC-B999569D047E}"/>
    <pc:docChg chg="modSld">
      <pc:chgData name="Avinash Arun Chauhan" userId="S::avinash.chauhan@mahindrauniversity.edu.in::241b5f3e-36f4-4c61-9553-90e6a1c1b8a6" providerId="AD" clId="Web-{9473E106-FE3B-2B51-69EC-B999569D047E}" dt="2022-08-04T07:31:57.364" v="50" actId="20577"/>
      <pc:docMkLst>
        <pc:docMk/>
      </pc:docMkLst>
      <pc:sldChg chg="modSp">
        <pc:chgData name="Avinash Arun Chauhan" userId="S::avinash.chauhan@mahindrauniversity.edu.in::241b5f3e-36f4-4c61-9553-90e6a1c1b8a6" providerId="AD" clId="Web-{9473E106-FE3B-2B51-69EC-B999569D047E}" dt="2022-08-04T07:31:57.364" v="50" actId="20577"/>
        <pc:sldMkLst>
          <pc:docMk/>
          <pc:sldMk cId="3009557333" sldId="264"/>
        </pc:sldMkLst>
      </pc:sldChg>
    </pc:docChg>
  </pc:docChgLst>
  <pc:docChgLst>
    <pc:chgData name="Avinash Arun Chauhan" userId="S::avinash.chauhan@mahindrauniversity.edu.in::241b5f3e-36f4-4c61-9553-90e6a1c1b8a6" providerId="AD" clId="Web-{918EF5F4-3319-5E15-1231-E46FC8C0EDC5}"/>
    <pc:docChg chg="addSld modSld sldOrd">
      <pc:chgData name="Avinash Arun Chauhan" userId="S::avinash.chauhan@mahindrauniversity.edu.in::241b5f3e-36f4-4c61-9553-90e6a1c1b8a6" providerId="AD" clId="Web-{918EF5F4-3319-5E15-1231-E46FC8C0EDC5}" dt="2025-02-17T07:01:48.787" v="1029" actId="20577"/>
      <pc:docMkLst>
        <pc:docMk/>
      </pc:docMkLst>
      <pc:sldChg chg="modSp">
        <pc:chgData name="Avinash Arun Chauhan" userId="S::avinash.chauhan@mahindrauniversity.edu.in::241b5f3e-36f4-4c61-9553-90e6a1c1b8a6" providerId="AD" clId="Web-{918EF5F4-3319-5E15-1231-E46FC8C0EDC5}" dt="2025-02-17T05:22:57.587" v="77" actId="20577"/>
        <pc:sldMkLst>
          <pc:docMk/>
          <pc:sldMk cId="3811169343" sldId="426"/>
        </pc:sldMkLst>
      </pc:sldChg>
      <pc:sldChg chg="modSp">
        <pc:chgData name="Avinash Arun Chauhan" userId="S::avinash.chauhan@mahindrauniversity.edu.in::241b5f3e-36f4-4c61-9553-90e6a1c1b8a6" providerId="AD" clId="Web-{918EF5F4-3319-5E15-1231-E46FC8C0EDC5}" dt="2025-02-17T05:27:10.515" v="97" actId="20577"/>
        <pc:sldMkLst>
          <pc:docMk/>
          <pc:sldMk cId="3686490617" sldId="429"/>
        </pc:sldMkLst>
      </pc:sldChg>
      <pc:sldChg chg="modSp">
        <pc:chgData name="Avinash Arun Chauhan" userId="S::avinash.chauhan@mahindrauniversity.edu.in::241b5f3e-36f4-4c61-9553-90e6a1c1b8a6" providerId="AD" clId="Web-{918EF5F4-3319-5E15-1231-E46FC8C0EDC5}" dt="2025-02-17T07:00:30.286" v="1023" actId="20577"/>
        <pc:sldMkLst>
          <pc:docMk/>
          <pc:sldMk cId="86552837" sldId="430"/>
        </pc:sldMkLst>
      </pc:sldChg>
      <pc:sldChg chg="modSp">
        <pc:chgData name="Avinash Arun Chauhan" userId="S::avinash.chauhan@mahindrauniversity.edu.in::241b5f3e-36f4-4c61-9553-90e6a1c1b8a6" providerId="AD" clId="Web-{918EF5F4-3319-5E15-1231-E46FC8C0EDC5}" dt="2025-02-17T05:37:48.185" v="192" actId="20577"/>
        <pc:sldMkLst>
          <pc:docMk/>
          <pc:sldMk cId="430656824" sldId="432"/>
        </pc:sldMkLst>
      </pc:sldChg>
      <pc:sldChg chg="modSp">
        <pc:chgData name="Avinash Arun Chauhan" userId="S::avinash.chauhan@mahindrauniversity.edu.in::241b5f3e-36f4-4c61-9553-90e6a1c1b8a6" providerId="AD" clId="Web-{918EF5F4-3319-5E15-1231-E46FC8C0EDC5}" dt="2025-02-17T05:40:54.908" v="253" actId="20577"/>
        <pc:sldMkLst>
          <pc:docMk/>
          <pc:sldMk cId="2336727406" sldId="433"/>
        </pc:sldMkLst>
      </pc:sldChg>
      <pc:sldChg chg="modSp">
        <pc:chgData name="Avinash Arun Chauhan" userId="S::avinash.chauhan@mahindrauniversity.edu.in::241b5f3e-36f4-4c61-9553-90e6a1c1b8a6" providerId="AD" clId="Web-{918EF5F4-3319-5E15-1231-E46FC8C0EDC5}" dt="2025-02-17T05:43:32.739" v="257" actId="20577"/>
        <pc:sldMkLst>
          <pc:docMk/>
          <pc:sldMk cId="2554666538" sldId="435"/>
        </pc:sldMkLst>
      </pc:sldChg>
      <pc:sldChg chg="modSp">
        <pc:chgData name="Avinash Arun Chauhan" userId="S::avinash.chauhan@mahindrauniversity.edu.in::241b5f3e-36f4-4c61-9553-90e6a1c1b8a6" providerId="AD" clId="Web-{918EF5F4-3319-5E15-1231-E46FC8C0EDC5}" dt="2025-02-17T06:02:57.406" v="314" actId="20577"/>
        <pc:sldMkLst>
          <pc:docMk/>
          <pc:sldMk cId="620991165" sldId="437"/>
        </pc:sldMkLst>
      </pc:sldChg>
      <pc:sldChg chg="modSp">
        <pc:chgData name="Avinash Arun Chauhan" userId="S::avinash.chauhan@mahindrauniversity.edu.in::241b5f3e-36f4-4c61-9553-90e6a1c1b8a6" providerId="AD" clId="Web-{918EF5F4-3319-5E15-1231-E46FC8C0EDC5}" dt="2025-02-17T06:02:29.499" v="305" actId="20577"/>
        <pc:sldMkLst>
          <pc:docMk/>
          <pc:sldMk cId="685589665" sldId="439"/>
        </pc:sldMkLst>
      </pc:sldChg>
      <pc:sldChg chg="modSp">
        <pc:chgData name="Avinash Arun Chauhan" userId="S::avinash.chauhan@mahindrauniversity.edu.in::241b5f3e-36f4-4c61-9553-90e6a1c1b8a6" providerId="AD" clId="Web-{918EF5F4-3319-5E15-1231-E46FC8C0EDC5}" dt="2025-02-17T06:04:38.361" v="316" actId="20577"/>
        <pc:sldMkLst>
          <pc:docMk/>
          <pc:sldMk cId="2422187861" sldId="444"/>
        </pc:sldMkLst>
      </pc:sldChg>
      <pc:sldChg chg="modSp add replId modNotes">
        <pc:chgData name="Avinash Arun Chauhan" userId="S::avinash.chauhan@mahindrauniversity.edu.in::241b5f3e-36f4-4c61-9553-90e6a1c1b8a6" providerId="AD" clId="Web-{918EF5F4-3319-5E15-1231-E46FC8C0EDC5}" dt="2025-02-17T05:36:45.809" v="173" actId="20577"/>
        <pc:sldMkLst>
          <pc:docMk/>
          <pc:sldMk cId="2918292430" sldId="447"/>
        </pc:sldMkLst>
      </pc:sldChg>
      <pc:sldChg chg="modSp add replId">
        <pc:chgData name="Avinash Arun Chauhan" userId="S::avinash.chauhan@mahindrauniversity.edu.in::241b5f3e-36f4-4c61-9553-90e6a1c1b8a6" providerId="AD" clId="Web-{918EF5F4-3319-5E15-1231-E46FC8C0EDC5}" dt="2025-02-17T05:40:04.735" v="236" actId="20577"/>
        <pc:sldMkLst>
          <pc:docMk/>
          <pc:sldMk cId="1068902488" sldId="448"/>
        </pc:sldMkLst>
      </pc:sldChg>
      <pc:sldChg chg="addSp delSp modSp add replId">
        <pc:chgData name="Avinash Arun Chauhan" userId="S::avinash.chauhan@mahindrauniversity.edu.in::241b5f3e-36f4-4c61-9553-90e6a1c1b8a6" providerId="AD" clId="Web-{918EF5F4-3319-5E15-1231-E46FC8C0EDC5}" dt="2025-02-17T06:07:02.192" v="356" actId="1076"/>
        <pc:sldMkLst>
          <pc:docMk/>
          <pc:sldMk cId="544750727" sldId="449"/>
        </pc:sldMkLst>
      </pc:sldChg>
      <pc:sldChg chg="modSp add ord replId">
        <pc:chgData name="Avinash Arun Chauhan" userId="S::avinash.chauhan@mahindrauniversity.edu.in::241b5f3e-36f4-4c61-9553-90e6a1c1b8a6" providerId="AD" clId="Web-{918EF5F4-3319-5E15-1231-E46FC8C0EDC5}" dt="2025-02-17T06:15:56.735" v="554" actId="20577"/>
        <pc:sldMkLst>
          <pc:docMk/>
          <pc:sldMk cId="1620686835" sldId="450"/>
        </pc:sldMkLst>
      </pc:sldChg>
      <pc:sldChg chg="modSp add replId">
        <pc:chgData name="Avinash Arun Chauhan" userId="S::avinash.chauhan@mahindrauniversity.edu.in::241b5f3e-36f4-4c61-9553-90e6a1c1b8a6" providerId="AD" clId="Web-{918EF5F4-3319-5E15-1231-E46FC8C0EDC5}" dt="2025-02-17T06:13:04.028" v="514" actId="20577"/>
        <pc:sldMkLst>
          <pc:docMk/>
          <pc:sldMk cId="3155866144" sldId="451"/>
        </pc:sldMkLst>
      </pc:sldChg>
      <pc:sldChg chg="modSp add ord replId">
        <pc:chgData name="Avinash Arun Chauhan" userId="S::avinash.chauhan@mahindrauniversity.edu.in::241b5f3e-36f4-4c61-9553-90e6a1c1b8a6" providerId="AD" clId="Web-{918EF5F4-3319-5E15-1231-E46FC8C0EDC5}" dt="2025-02-17T07:01:48.787" v="1029" actId="20577"/>
        <pc:sldMkLst>
          <pc:docMk/>
          <pc:sldMk cId="3007920269" sldId="452"/>
        </pc:sldMkLst>
      </pc:sldChg>
      <pc:sldChg chg="modSp add ord replId">
        <pc:chgData name="Avinash Arun Chauhan" userId="S::avinash.chauhan@mahindrauniversity.edu.in::241b5f3e-36f4-4c61-9553-90e6a1c1b8a6" providerId="AD" clId="Web-{918EF5F4-3319-5E15-1231-E46FC8C0EDC5}" dt="2025-02-17T06:20:47.476" v="658" actId="20577"/>
        <pc:sldMkLst>
          <pc:docMk/>
          <pc:sldMk cId="603496316" sldId="453"/>
        </pc:sldMkLst>
      </pc:sldChg>
      <pc:sldChg chg="addSp modSp add replId">
        <pc:chgData name="Avinash Arun Chauhan" userId="S::avinash.chauhan@mahindrauniversity.edu.in::241b5f3e-36f4-4c61-9553-90e6a1c1b8a6" providerId="AD" clId="Web-{918EF5F4-3319-5E15-1231-E46FC8C0EDC5}" dt="2025-02-17T06:22:22.884" v="701" actId="1076"/>
        <pc:sldMkLst>
          <pc:docMk/>
          <pc:sldMk cId="1631076798" sldId="454"/>
        </pc:sldMkLst>
      </pc:sldChg>
      <pc:sldChg chg="modSp add ord replId">
        <pc:chgData name="Avinash Arun Chauhan" userId="S::avinash.chauhan@mahindrauniversity.edu.in::241b5f3e-36f4-4c61-9553-90e6a1c1b8a6" providerId="AD" clId="Web-{918EF5F4-3319-5E15-1231-E46FC8C0EDC5}" dt="2025-02-17T06:31:36.116" v="881" actId="20577"/>
        <pc:sldMkLst>
          <pc:docMk/>
          <pc:sldMk cId="2023183045" sldId="455"/>
        </pc:sldMkLst>
      </pc:sldChg>
      <pc:sldChg chg="modSp add replId">
        <pc:chgData name="Avinash Arun Chauhan" userId="S::avinash.chauhan@mahindrauniversity.edu.in::241b5f3e-36f4-4c61-9553-90e6a1c1b8a6" providerId="AD" clId="Web-{918EF5F4-3319-5E15-1231-E46FC8C0EDC5}" dt="2025-02-17T06:34:02.588" v="1020" actId="20577"/>
        <pc:sldMkLst>
          <pc:docMk/>
          <pc:sldMk cId="963676731" sldId="456"/>
        </pc:sldMkLst>
      </pc:sldChg>
      <pc:sldChg chg="modSp add replId">
        <pc:chgData name="Avinash Arun Chauhan" userId="S::avinash.chauhan@mahindrauniversity.edu.in::241b5f3e-36f4-4c61-9553-90e6a1c1b8a6" providerId="AD" clId="Web-{918EF5F4-3319-5E15-1231-E46FC8C0EDC5}" dt="2025-02-17T06:33:20.524" v="989" actId="20577"/>
        <pc:sldMkLst>
          <pc:docMk/>
          <pc:sldMk cId="1913081862" sldId="457"/>
        </pc:sldMkLst>
      </pc:sldChg>
      <pc:sldChg chg="modSp add replId">
        <pc:chgData name="Avinash Arun Chauhan" userId="S::avinash.chauhan@mahindrauniversity.edu.in::241b5f3e-36f4-4c61-9553-90e6a1c1b8a6" providerId="AD" clId="Web-{918EF5F4-3319-5E15-1231-E46FC8C0EDC5}" dt="2025-02-17T06:33:56.587" v="1018" actId="20577"/>
        <pc:sldMkLst>
          <pc:docMk/>
          <pc:sldMk cId="76133212" sldId="458"/>
        </pc:sldMkLst>
      </pc:sldChg>
    </pc:docChg>
  </pc:docChgLst>
  <pc:docChgLst>
    <pc:chgData name="Avinash Arun Chauhan" userId="S::avinash.chauhan@mahindrauniversity.edu.in::241b5f3e-36f4-4c61-9553-90e6a1c1b8a6" providerId="AD" clId="Web-{F457F4BE-A992-9B5C-938D-41B1363344E1}"/>
    <pc:docChg chg="addSld delSld modSld">
      <pc:chgData name="Avinash Arun Chauhan" userId="S::avinash.chauhan@mahindrauniversity.edu.in::241b5f3e-36f4-4c61-9553-90e6a1c1b8a6" providerId="AD" clId="Web-{F457F4BE-A992-9B5C-938D-41B1363344E1}" dt="2025-03-04T08:30:49.698" v="184" actId="1076"/>
      <pc:docMkLst>
        <pc:docMk/>
      </pc:docMkLst>
      <pc:sldChg chg="modSp">
        <pc:chgData name="Avinash Arun Chauhan" userId="S::avinash.chauhan@mahindrauniversity.edu.in::241b5f3e-36f4-4c61-9553-90e6a1c1b8a6" providerId="AD" clId="Web-{F457F4BE-A992-9B5C-938D-41B1363344E1}" dt="2025-03-04T08:21:14.864" v="18" actId="20577"/>
        <pc:sldMkLst>
          <pc:docMk/>
          <pc:sldMk cId="3811169343" sldId="426"/>
        </pc:sldMkLst>
        <pc:spChg chg="mod">
          <ac:chgData name="Avinash Arun Chauhan" userId="S::avinash.chauhan@mahindrauniversity.edu.in::241b5f3e-36f4-4c61-9553-90e6a1c1b8a6" providerId="AD" clId="Web-{F457F4BE-A992-9B5C-938D-41B1363344E1}" dt="2025-03-04T08:21:14.864" v="18"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F457F4BE-A992-9B5C-938D-41B1363344E1}" dt="2025-03-04T08:21:48.489" v="56" actId="20577"/>
        <pc:sldMkLst>
          <pc:docMk/>
          <pc:sldMk cId="1425644229" sldId="446"/>
        </pc:sldMkLst>
        <pc:spChg chg="mod">
          <ac:chgData name="Avinash Arun Chauhan" userId="S::avinash.chauhan@mahindrauniversity.edu.in::241b5f3e-36f4-4c61-9553-90e6a1c1b8a6" providerId="AD" clId="Web-{F457F4BE-A992-9B5C-938D-41B1363344E1}" dt="2025-03-04T08:21:48.489" v="56" actId="20577"/>
          <ac:spMkLst>
            <pc:docMk/>
            <pc:sldMk cId="1425644229" sldId="446"/>
            <ac:spMk id="3" creationId="{BB1998E0-72CB-339E-B9FC-7C9E76D9C740}"/>
          </ac:spMkLst>
        </pc:spChg>
      </pc:sldChg>
      <pc:sldChg chg="modSp">
        <pc:chgData name="Avinash Arun Chauhan" userId="S::avinash.chauhan@mahindrauniversity.edu.in::241b5f3e-36f4-4c61-9553-90e6a1c1b8a6" providerId="AD" clId="Web-{F457F4BE-A992-9B5C-938D-41B1363344E1}" dt="2025-03-04T08:25:15.757" v="61" actId="20577"/>
        <pc:sldMkLst>
          <pc:docMk/>
          <pc:sldMk cId="1241132870" sldId="502"/>
        </pc:sldMkLst>
        <pc:spChg chg="mod">
          <ac:chgData name="Avinash Arun Chauhan" userId="S::avinash.chauhan@mahindrauniversity.edu.in::241b5f3e-36f4-4c61-9553-90e6a1c1b8a6" providerId="AD" clId="Web-{F457F4BE-A992-9B5C-938D-41B1363344E1}" dt="2025-03-04T08:25:15.757" v="61" actId="20577"/>
          <ac:spMkLst>
            <pc:docMk/>
            <pc:sldMk cId="1241132870" sldId="502"/>
            <ac:spMk id="3" creationId="{B59F9376-EE9E-CCCE-7757-AA9EA4AF748A}"/>
          </ac:spMkLst>
        </pc:spChg>
      </pc:sldChg>
      <pc:sldChg chg="modSp">
        <pc:chgData name="Avinash Arun Chauhan" userId="S::avinash.chauhan@mahindrauniversity.edu.in::241b5f3e-36f4-4c61-9553-90e6a1c1b8a6" providerId="AD" clId="Web-{F457F4BE-A992-9B5C-938D-41B1363344E1}" dt="2025-03-04T08:27:55.618" v="70" actId="20577"/>
        <pc:sldMkLst>
          <pc:docMk/>
          <pc:sldMk cId="627015369" sldId="513"/>
        </pc:sldMkLst>
        <pc:spChg chg="mod">
          <ac:chgData name="Avinash Arun Chauhan" userId="S::avinash.chauhan@mahindrauniversity.edu.in::241b5f3e-36f4-4c61-9553-90e6a1c1b8a6" providerId="AD" clId="Web-{F457F4BE-A992-9B5C-938D-41B1363344E1}" dt="2025-03-04T08:27:55.618" v="70" actId="20577"/>
          <ac:spMkLst>
            <pc:docMk/>
            <pc:sldMk cId="627015369" sldId="513"/>
            <ac:spMk id="3" creationId="{C376A169-50A7-023F-287D-21D93CAAF140}"/>
          </ac:spMkLst>
        </pc:spChg>
      </pc:sldChg>
      <pc:sldChg chg="modSp">
        <pc:chgData name="Avinash Arun Chauhan" userId="S::avinash.chauhan@mahindrauniversity.edu.in::241b5f3e-36f4-4c61-9553-90e6a1c1b8a6" providerId="AD" clId="Web-{F457F4BE-A992-9B5C-938D-41B1363344E1}" dt="2025-03-04T08:30:49.698" v="184" actId="1076"/>
        <pc:sldMkLst>
          <pc:docMk/>
          <pc:sldMk cId="1125937358" sldId="515"/>
        </pc:sldMkLst>
        <pc:spChg chg="mod">
          <ac:chgData name="Avinash Arun Chauhan" userId="S::avinash.chauhan@mahindrauniversity.edu.in::241b5f3e-36f4-4c61-9553-90e6a1c1b8a6" providerId="AD" clId="Web-{F457F4BE-A992-9B5C-938D-41B1363344E1}" dt="2025-03-04T08:30:48.464" v="183" actId="20577"/>
          <ac:spMkLst>
            <pc:docMk/>
            <pc:sldMk cId="1125937358" sldId="515"/>
            <ac:spMk id="3" creationId="{86AFBCC4-54CD-623E-6D2A-310693823D01}"/>
          </ac:spMkLst>
        </pc:spChg>
        <pc:picChg chg="mod">
          <ac:chgData name="Avinash Arun Chauhan" userId="S::avinash.chauhan@mahindrauniversity.edu.in::241b5f3e-36f4-4c61-9553-90e6a1c1b8a6" providerId="AD" clId="Web-{F457F4BE-A992-9B5C-938D-41B1363344E1}" dt="2025-03-04T08:30:49.698" v="184" actId="1076"/>
          <ac:picMkLst>
            <pc:docMk/>
            <pc:sldMk cId="1125937358" sldId="515"/>
            <ac:picMk id="4" creationId="{0F026AA7-7C35-292A-D4B1-985CF4DDFFD3}"/>
          </ac:picMkLst>
        </pc:picChg>
      </pc:sldChg>
      <pc:sldChg chg="delSp modSp add del replId">
        <pc:chgData name="Avinash Arun Chauhan" userId="S::avinash.chauhan@mahindrauniversity.edu.in::241b5f3e-36f4-4c61-9553-90e6a1c1b8a6" providerId="AD" clId="Web-{F457F4BE-A992-9B5C-938D-41B1363344E1}" dt="2025-03-04T08:29:53.213" v="128" actId="20577"/>
        <pc:sldMkLst>
          <pc:docMk/>
          <pc:sldMk cId="335113786" sldId="519"/>
        </pc:sldMkLst>
        <pc:spChg chg="mod">
          <ac:chgData name="Avinash Arun Chauhan" userId="S::avinash.chauhan@mahindrauniversity.edu.in::241b5f3e-36f4-4c61-9553-90e6a1c1b8a6" providerId="AD" clId="Web-{F457F4BE-A992-9B5C-938D-41B1363344E1}" dt="2025-03-04T08:29:53.213" v="128" actId="20577"/>
          <ac:spMkLst>
            <pc:docMk/>
            <pc:sldMk cId="335113786" sldId="519"/>
            <ac:spMk id="2" creationId="{6E441A38-ECB7-1043-75FA-E0296F39216A}"/>
          </ac:spMkLst>
        </pc:spChg>
        <pc:spChg chg="mod">
          <ac:chgData name="Avinash Arun Chauhan" userId="S::avinash.chauhan@mahindrauniversity.edu.in::241b5f3e-36f4-4c61-9553-90e6a1c1b8a6" providerId="AD" clId="Web-{F457F4BE-A992-9B5C-938D-41B1363344E1}" dt="2025-03-04T08:29:44.666" v="107" actId="20577"/>
          <ac:spMkLst>
            <pc:docMk/>
            <pc:sldMk cId="335113786" sldId="519"/>
            <ac:spMk id="3" creationId="{528C9B20-5DB6-EC13-884E-F43E376B96D9}"/>
          </ac:spMkLst>
        </pc:spChg>
        <pc:picChg chg="del">
          <ac:chgData name="Avinash Arun Chauhan" userId="S::avinash.chauhan@mahindrauniversity.edu.in::241b5f3e-36f4-4c61-9553-90e6a1c1b8a6" providerId="AD" clId="Web-{F457F4BE-A992-9B5C-938D-41B1363344E1}" dt="2025-03-04T08:29:14.213" v="79"/>
          <ac:picMkLst>
            <pc:docMk/>
            <pc:sldMk cId="335113786" sldId="519"/>
            <ac:picMk id="4" creationId="{37080BEE-5AE3-BB96-E292-DC2BD7D564C8}"/>
          </ac:picMkLst>
        </pc:picChg>
        <pc:picChg chg="del">
          <ac:chgData name="Avinash Arun Chauhan" userId="S::avinash.chauhan@mahindrauniversity.edu.in::241b5f3e-36f4-4c61-9553-90e6a1c1b8a6" providerId="AD" clId="Web-{F457F4BE-A992-9B5C-938D-41B1363344E1}" dt="2025-03-04T08:29:15.619" v="80"/>
          <ac:picMkLst>
            <pc:docMk/>
            <pc:sldMk cId="335113786" sldId="519"/>
            <ac:picMk id="5" creationId="{13B3E0AC-EC6D-4D50-9903-F827C8C63BD0}"/>
          </ac:picMkLst>
        </pc:picChg>
      </pc:sldChg>
    </pc:docChg>
  </pc:docChgLst>
  <pc:docChgLst>
    <pc:chgData name="Avinash Arun Chauhan" userId="S::avinash.chauhan@mahindrauniversity.edu.in::241b5f3e-36f4-4c61-9553-90e6a1c1b8a6" providerId="AD" clId="Web-{E73989AF-D6D2-9A5C-C2C4-B83F35128E21}"/>
    <pc:docChg chg="addSld delSld modSld sldOrd">
      <pc:chgData name="Avinash Arun Chauhan" userId="S::avinash.chauhan@mahindrauniversity.edu.in::241b5f3e-36f4-4c61-9553-90e6a1c1b8a6" providerId="AD" clId="Web-{E73989AF-D6D2-9A5C-C2C4-B83F35128E21}" dt="2025-02-11T13:50:42.045" v="2612" actId="20577"/>
      <pc:docMkLst>
        <pc:docMk/>
      </pc:docMkLst>
      <pc:sldChg chg="del">
        <pc:chgData name="Avinash Arun Chauhan" userId="S::avinash.chauhan@mahindrauniversity.edu.in::241b5f3e-36f4-4c61-9553-90e6a1c1b8a6" providerId="AD" clId="Web-{E73989AF-D6D2-9A5C-C2C4-B83F35128E21}" dt="2025-02-11T11:11:29.330" v="0"/>
        <pc:sldMkLst>
          <pc:docMk/>
          <pc:sldMk cId="3662289297" sldId="343"/>
        </pc:sldMkLst>
      </pc:sldChg>
      <pc:sldChg chg="del">
        <pc:chgData name="Avinash Arun Chauhan" userId="S::avinash.chauhan@mahindrauniversity.edu.in::241b5f3e-36f4-4c61-9553-90e6a1c1b8a6" providerId="AD" clId="Web-{E73989AF-D6D2-9A5C-C2C4-B83F35128E21}" dt="2025-02-11T11:11:32.861" v="1"/>
        <pc:sldMkLst>
          <pc:docMk/>
          <pc:sldMk cId="2224388889" sldId="416"/>
        </pc:sldMkLst>
      </pc:sldChg>
      <pc:sldChg chg="modSp add replId">
        <pc:chgData name="Avinash Arun Chauhan" userId="S::avinash.chauhan@mahindrauniversity.edu.in::241b5f3e-36f4-4c61-9553-90e6a1c1b8a6" providerId="AD" clId="Web-{E73989AF-D6D2-9A5C-C2C4-B83F35128E21}" dt="2025-02-11T11:24:17.074" v="302" actId="20577"/>
        <pc:sldMkLst>
          <pc:docMk/>
          <pc:sldMk cId="3811169343" sldId="426"/>
        </pc:sldMkLst>
      </pc:sldChg>
      <pc:sldChg chg="modSp add replId">
        <pc:chgData name="Avinash Arun Chauhan" userId="S::avinash.chauhan@mahindrauniversity.edu.in::241b5f3e-36f4-4c61-9553-90e6a1c1b8a6" providerId="AD" clId="Web-{E73989AF-D6D2-9A5C-C2C4-B83F35128E21}" dt="2025-02-11T11:28:40.489" v="400" actId="20577"/>
        <pc:sldMkLst>
          <pc:docMk/>
          <pc:sldMk cId="227902600" sldId="427"/>
        </pc:sldMkLst>
      </pc:sldChg>
      <pc:sldChg chg="modSp add replId">
        <pc:chgData name="Avinash Arun Chauhan" userId="S::avinash.chauhan@mahindrauniversity.edu.in::241b5f3e-36f4-4c61-9553-90e6a1c1b8a6" providerId="AD" clId="Web-{E73989AF-D6D2-9A5C-C2C4-B83F35128E21}" dt="2025-02-11T11:38:49.994" v="1123" actId="20577"/>
        <pc:sldMkLst>
          <pc:docMk/>
          <pc:sldMk cId="2640816908" sldId="428"/>
        </pc:sldMkLst>
      </pc:sldChg>
      <pc:sldChg chg="modSp add replId">
        <pc:chgData name="Avinash Arun Chauhan" userId="S::avinash.chauhan@mahindrauniversity.edu.in::241b5f3e-36f4-4c61-9553-90e6a1c1b8a6" providerId="AD" clId="Web-{E73989AF-D6D2-9A5C-C2C4-B83F35128E21}" dt="2025-02-11T11:38:24.853" v="1119" actId="20577"/>
        <pc:sldMkLst>
          <pc:docMk/>
          <pc:sldMk cId="3686490617" sldId="429"/>
        </pc:sldMkLst>
      </pc:sldChg>
      <pc:sldChg chg="modSp add replId modNotes">
        <pc:chgData name="Avinash Arun Chauhan" userId="S::avinash.chauhan@mahindrauniversity.edu.in::241b5f3e-36f4-4c61-9553-90e6a1c1b8a6" providerId="AD" clId="Web-{E73989AF-D6D2-9A5C-C2C4-B83F35128E21}" dt="2025-02-11T11:47:15.573" v="1392"/>
        <pc:sldMkLst>
          <pc:docMk/>
          <pc:sldMk cId="86552837" sldId="430"/>
        </pc:sldMkLst>
      </pc:sldChg>
      <pc:sldChg chg="modSp add replId modNotes">
        <pc:chgData name="Avinash Arun Chauhan" userId="S::avinash.chauhan@mahindrauniversity.edu.in::241b5f3e-36f4-4c61-9553-90e6a1c1b8a6" providerId="AD" clId="Web-{E73989AF-D6D2-9A5C-C2C4-B83F35128E21}" dt="2025-02-11T11:49:44.844" v="1472" actId="20577"/>
        <pc:sldMkLst>
          <pc:docMk/>
          <pc:sldMk cId="448871923" sldId="431"/>
        </pc:sldMkLst>
      </pc:sldChg>
      <pc:sldChg chg="modSp add ord replId">
        <pc:chgData name="Avinash Arun Chauhan" userId="S::avinash.chauhan@mahindrauniversity.edu.in::241b5f3e-36f4-4c61-9553-90e6a1c1b8a6" providerId="AD" clId="Web-{E73989AF-D6D2-9A5C-C2C4-B83F35128E21}" dt="2025-02-11T11:48:36.982" v="1417" actId="20577"/>
        <pc:sldMkLst>
          <pc:docMk/>
          <pc:sldMk cId="430656824" sldId="432"/>
        </pc:sldMkLst>
      </pc:sldChg>
      <pc:sldChg chg="modSp add replId">
        <pc:chgData name="Avinash Arun Chauhan" userId="S::avinash.chauhan@mahindrauniversity.edu.in::241b5f3e-36f4-4c61-9553-90e6a1c1b8a6" providerId="AD" clId="Web-{E73989AF-D6D2-9A5C-C2C4-B83F35128E21}" dt="2025-02-11T12:01:03.273" v="1964" actId="20577"/>
        <pc:sldMkLst>
          <pc:docMk/>
          <pc:sldMk cId="2336727406" sldId="433"/>
        </pc:sldMkLst>
      </pc:sldChg>
      <pc:sldChg chg="modSp add replId">
        <pc:chgData name="Avinash Arun Chauhan" userId="S::avinash.chauhan@mahindrauniversity.edu.in::241b5f3e-36f4-4c61-9553-90e6a1c1b8a6" providerId="AD" clId="Web-{E73989AF-D6D2-9A5C-C2C4-B83F35128E21}" dt="2025-02-11T12:05:35.876" v="2076" actId="20577"/>
        <pc:sldMkLst>
          <pc:docMk/>
          <pc:sldMk cId="859797520" sldId="434"/>
        </pc:sldMkLst>
      </pc:sldChg>
      <pc:sldChg chg="modSp add replId">
        <pc:chgData name="Avinash Arun Chauhan" userId="S::avinash.chauhan@mahindrauniversity.edu.in::241b5f3e-36f4-4c61-9553-90e6a1c1b8a6" providerId="AD" clId="Web-{E73989AF-D6D2-9A5C-C2C4-B83F35128E21}" dt="2025-02-11T12:07:21.614" v="2171" actId="20577"/>
        <pc:sldMkLst>
          <pc:docMk/>
          <pc:sldMk cId="2554666538" sldId="435"/>
        </pc:sldMkLst>
      </pc:sldChg>
      <pc:sldChg chg="addSp delSp modSp add replId">
        <pc:chgData name="Avinash Arun Chauhan" userId="S::avinash.chauhan@mahindrauniversity.edu.in::241b5f3e-36f4-4c61-9553-90e6a1c1b8a6" providerId="AD" clId="Web-{E73989AF-D6D2-9A5C-C2C4-B83F35128E21}" dt="2025-02-11T12:08:17.037" v="2204" actId="1076"/>
        <pc:sldMkLst>
          <pc:docMk/>
          <pc:sldMk cId="2824834544" sldId="436"/>
        </pc:sldMkLst>
      </pc:sldChg>
      <pc:sldChg chg="addSp delSp modSp add replId">
        <pc:chgData name="Avinash Arun Chauhan" userId="S::avinash.chauhan@mahindrauniversity.edu.in::241b5f3e-36f4-4c61-9553-90e6a1c1b8a6" providerId="AD" clId="Web-{E73989AF-D6D2-9A5C-C2C4-B83F35128E21}" dt="2025-02-11T12:09:48.806" v="2284" actId="14100"/>
        <pc:sldMkLst>
          <pc:docMk/>
          <pc:sldMk cId="620991165" sldId="437"/>
        </pc:sldMkLst>
      </pc:sldChg>
      <pc:sldChg chg="modSp add ord replId">
        <pc:chgData name="Avinash Arun Chauhan" userId="S::avinash.chauhan@mahindrauniversity.edu.in::241b5f3e-36f4-4c61-9553-90e6a1c1b8a6" providerId="AD" clId="Web-{E73989AF-D6D2-9A5C-C2C4-B83F35128E21}" dt="2025-02-11T12:33:45.976" v="2412" actId="20577"/>
        <pc:sldMkLst>
          <pc:docMk/>
          <pc:sldMk cId="1125462947" sldId="438"/>
        </pc:sldMkLst>
      </pc:sldChg>
      <pc:sldChg chg="modSp add replId">
        <pc:chgData name="Avinash Arun Chauhan" userId="S::avinash.chauhan@mahindrauniversity.edu.in::241b5f3e-36f4-4c61-9553-90e6a1c1b8a6" providerId="AD" clId="Web-{E73989AF-D6D2-9A5C-C2C4-B83F35128E21}" dt="2025-02-11T12:33:58.773" v="2418" actId="20577"/>
        <pc:sldMkLst>
          <pc:docMk/>
          <pc:sldMk cId="685589665" sldId="439"/>
        </pc:sldMkLst>
      </pc:sldChg>
      <pc:sldChg chg="modSp add replId">
        <pc:chgData name="Avinash Arun Chauhan" userId="S::avinash.chauhan@mahindrauniversity.edu.in::241b5f3e-36f4-4c61-9553-90e6a1c1b8a6" providerId="AD" clId="Web-{E73989AF-D6D2-9A5C-C2C4-B83F35128E21}" dt="2025-02-11T12:36:36.747" v="2496" actId="20577"/>
        <pc:sldMkLst>
          <pc:docMk/>
          <pc:sldMk cId="2354634915" sldId="440"/>
        </pc:sldMkLst>
      </pc:sldChg>
      <pc:sldChg chg="modSp add ord replId">
        <pc:chgData name="Avinash Arun Chauhan" userId="S::avinash.chauhan@mahindrauniversity.edu.in::241b5f3e-36f4-4c61-9553-90e6a1c1b8a6" providerId="AD" clId="Web-{E73989AF-D6D2-9A5C-C2C4-B83F35128E21}" dt="2025-02-11T13:50:42.045" v="2612" actId="20577"/>
        <pc:sldMkLst>
          <pc:docMk/>
          <pc:sldMk cId="2478878777" sldId="441"/>
        </pc:sldMkLst>
      </pc:sldChg>
      <pc:sldChg chg="modSp add replId">
        <pc:chgData name="Avinash Arun Chauhan" userId="S::avinash.chauhan@mahindrauniversity.edu.in::241b5f3e-36f4-4c61-9553-90e6a1c1b8a6" providerId="AD" clId="Web-{E73989AF-D6D2-9A5C-C2C4-B83F35128E21}" dt="2025-02-11T13:49:48.372" v="2598" actId="1076"/>
        <pc:sldMkLst>
          <pc:docMk/>
          <pc:sldMk cId="2001429447" sldId="442"/>
        </pc:sldMkLst>
      </pc:sldChg>
      <pc:sldChg chg="modSp add replId">
        <pc:chgData name="Avinash Arun Chauhan" userId="S::avinash.chauhan@mahindrauniversity.edu.in::241b5f3e-36f4-4c61-9553-90e6a1c1b8a6" providerId="AD" clId="Web-{E73989AF-D6D2-9A5C-C2C4-B83F35128E21}" dt="2025-02-11T13:50:31.623" v="2611" actId="20577"/>
        <pc:sldMkLst>
          <pc:docMk/>
          <pc:sldMk cId="2270276121" sldId="443"/>
        </pc:sldMkLst>
      </pc:sldChg>
      <pc:sldChg chg="del">
        <pc:chgData name="Avinash Arun Chauhan" userId="S::avinash.chauhan@mahindrauniversity.edu.in::241b5f3e-36f4-4c61-9553-90e6a1c1b8a6" providerId="AD" clId="Web-{E73989AF-D6D2-9A5C-C2C4-B83F35128E21}" dt="2025-02-11T11:11:34.236" v="2"/>
        <pc:sldMkLst>
          <pc:docMk/>
          <pc:sldMk cId="2769609335" sldId="444"/>
        </pc:sldMkLst>
      </pc:sldChg>
      <pc:sldChg chg="del">
        <pc:chgData name="Avinash Arun Chauhan" userId="S::avinash.chauhan@mahindrauniversity.edu.in::241b5f3e-36f4-4c61-9553-90e6a1c1b8a6" providerId="AD" clId="Web-{E73989AF-D6D2-9A5C-C2C4-B83F35128E21}" dt="2025-02-11T11:11:35.471" v="3"/>
        <pc:sldMkLst>
          <pc:docMk/>
          <pc:sldMk cId="2145789392" sldId="445"/>
        </pc:sldMkLst>
      </pc:sldChg>
      <pc:sldChg chg="del">
        <pc:chgData name="Avinash Arun Chauhan" userId="S::avinash.chauhan@mahindrauniversity.edu.in::241b5f3e-36f4-4c61-9553-90e6a1c1b8a6" providerId="AD" clId="Web-{E73989AF-D6D2-9A5C-C2C4-B83F35128E21}" dt="2025-02-11T11:11:37.018" v="4"/>
        <pc:sldMkLst>
          <pc:docMk/>
          <pc:sldMk cId="777442966" sldId="446"/>
        </pc:sldMkLst>
      </pc:sldChg>
      <pc:sldChg chg="del">
        <pc:chgData name="Avinash Arun Chauhan" userId="S::avinash.chauhan@mahindrauniversity.edu.in::241b5f3e-36f4-4c61-9553-90e6a1c1b8a6" providerId="AD" clId="Web-{E73989AF-D6D2-9A5C-C2C4-B83F35128E21}" dt="2025-02-11T11:11:39.096" v="5"/>
        <pc:sldMkLst>
          <pc:docMk/>
          <pc:sldMk cId="2588250358" sldId="447"/>
        </pc:sldMkLst>
      </pc:sldChg>
      <pc:sldChg chg="del">
        <pc:chgData name="Avinash Arun Chauhan" userId="S::avinash.chauhan@mahindrauniversity.edu.in::241b5f3e-36f4-4c61-9553-90e6a1c1b8a6" providerId="AD" clId="Web-{E73989AF-D6D2-9A5C-C2C4-B83F35128E21}" dt="2025-02-11T11:11:46.627" v="6"/>
        <pc:sldMkLst>
          <pc:docMk/>
          <pc:sldMk cId="3276880208" sldId="448"/>
        </pc:sldMkLst>
      </pc:sldChg>
      <pc:sldChg chg="del">
        <pc:chgData name="Avinash Arun Chauhan" userId="S::avinash.chauhan@mahindrauniversity.edu.in::241b5f3e-36f4-4c61-9553-90e6a1c1b8a6" providerId="AD" clId="Web-{E73989AF-D6D2-9A5C-C2C4-B83F35128E21}" dt="2025-02-11T11:11:48.362" v="7"/>
        <pc:sldMkLst>
          <pc:docMk/>
          <pc:sldMk cId="2975428961" sldId="449"/>
        </pc:sldMkLst>
      </pc:sldChg>
    </pc:docChg>
  </pc:docChgLst>
  <pc:docChgLst>
    <pc:chgData clId="Web-{B1E70A6D-0DCA-40EB-B807-45ABDE8263EF}"/>
    <pc:docChg chg="modSld">
      <pc:chgData name="" userId="" providerId="" clId="Web-{B1E70A6D-0DCA-40EB-B807-45ABDE8263EF}" dt="2024-07-29T14:21:02.026" v="2" actId="20577"/>
      <pc:docMkLst>
        <pc:docMk/>
      </pc:docMkLst>
      <pc:sldChg chg="modSp">
        <pc:chgData name="" userId="" providerId="" clId="Web-{B1E70A6D-0DCA-40EB-B807-45ABDE8263EF}" dt="2024-07-29T14:21:02.026" v="2" actId="20577"/>
        <pc:sldMkLst>
          <pc:docMk/>
          <pc:sldMk cId="934216185" sldId="268"/>
        </pc:sldMkLst>
      </pc:sldChg>
    </pc:docChg>
  </pc:docChgLst>
  <pc:docChgLst>
    <pc:chgData name="Avinash Arun Chauhan" userId="S::avinash.chauhan@mahindrauniversity.edu.in::241b5f3e-36f4-4c61-9553-90e6a1c1b8a6" providerId="AD" clId="Web-{4D7F9885-7B17-EE81-7A8F-02551AD88724}"/>
    <pc:docChg chg="modSld">
      <pc:chgData name="Avinash Arun Chauhan" userId="S::avinash.chauhan@mahindrauniversity.edu.in::241b5f3e-36f4-4c61-9553-90e6a1c1b8a6" providerId="AD" clId="Web-{4D7F9885-7B17-EE81-7A8F-02551AD88724}" dt="2025-02-12T09:59:04.009" v="4"/>
      <pc:docMkLst>
        <pc:docMk/>
      </pc:docMkLst>
      <pc:sldChg chg="modNotes">
        <pc:chgData name="Avinash Arun Chauhan" userId="S::avinash.chauhan@mahindrauniversity.edu.in::241b5f3e-36f4-4c61-9553-90e6a1c1b8a6" providerId="AD" clId="Web-{4D7F9885-7B17-EE81-7A8F-02551AD88724}" dt="2025-02-12T09:59:04.009" v="4"/>
        <pc:sldMkLst>
          <pc:docMk/>
          <pc:sldMk cId="620991165" sldId="437"/>
        </pc:sldMkLst>
      </pc:sldChg>
    </pc:docChg>
  </pc:docChgLst>
  <pc:docChgLst>
    <pc:chgData name="Avinash Arun Chauhan" userId="S::avinash.chauhan@mahindrauniversity.edu.in::241b5f3e-36f4-4c61-9553-90e6a1c1b8a6" providerId="AD" clId="Web-{AC1AD84D-A6D2-E8B9-4A7C-EFFADECF48E0}"/>
    <pc:docChg chg="addSld delSld modSld sldOrd">
      <pc:chgData name="Avinash Arun Chauhan" userId="S::avinash.chauhan@mahindrauniversity.edu.in::241b5f3e-36f4-4c61-9553-90e6a1c1b8a6" providerId="AD" clId="Web-{AC1AD84D-A6D2-E8B9-4A7C-EFFADECF48E0}" dt="2025-04-01T06:49:03.145" v="4001" actId="20577"/>
      <pc:docMkLst>
        <pc:docMk/>
      </pc:docMkLst>
      <pc:sldChg chg="modSp">
        <pc:chgData name="Avinash Arun Chauhan" userId="S::avinash.chauhan@mahindrauniversity.edu.in::241b5f3e-36f4-4c61-9553-90e6a1c1b8a6" providerId="AD" clId="Web-{AC1AD84D-A6D2-E8B9-4A7C-EFFADECF48E0}" dt="2025-04-01T06:28:15.447" v="3995" actId="20577"/>
        <pc:sldMkLst>
          <pc:docMk/>
          <pc:sldMk cId="1540275285" sldId="256"/>
        </pc:sldMkLst>
        <pc:spChg chg="mod">
          <ac:chgData name="Avinash Arun Chauhan" userId="S::avinash.chauhan@mahindrauniversity.edu.in::241b5f3e-36f4-4c61-9553-90e6a1c1b8a6" providerId="AD" clId="Web-{AC1AD84D-A6D2-E8B9-4A7C-EFFADECF48E0}" dt="2025-04-01T06:28:15.447" v="3995" actId="20577"/>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AC1AD84D-A6D2-E8B9-4A7C-EFFADECF48E0}" dt="2025-04-01T04:35:20.231" v="143" actId="20577"/>
        <pc:sldMkLst>
          <pc:docMk/>
          <pc:sldMk cId="3811169343" sldId="426"/>
        </pc:sldMkLst>
        <pc:spChg chg="mod">
          <ac:chgData name="Avinash Arun Chauhan" userId="S::avinash.chauhan@mahindrauniversity.edu.in::241b5f3e-36f4-4c61-9553-90e6a1c1b8a6" providerId="AD" clId="Web-{AC1AD84D-A6D2-E8B9-4A7C-EFFADECF48E0}" dt="2025-04-01T04:33:05.335" v="4" actId="20577"/>
          <ac:spMkLst>
            <pc:docMk/>
            <pc:sldMk cId="3811169343" sldId="426"/>
            <ac:spMk id="2" creationId="{E3EA47B4-E3C2-3296-7380-E7CEADD60F53}"/>
          </ac:spMkLst>
        </pc:spChg>
        <pc:spChg chg="mod">
          <ac:chgData name="Avinash Arun Chauhan" userId="S::avinash.chauhan@mahindrauniversity.edu.in::241b5f3e-36f4-4c61-9553-90e6a1c1b8a6" providerId="AD" clId="Web-{AC1AD84D-A6D2-E8B9-4A7C-EFFADECF48E0}" dt="2025-04-01T04:35:20.231" v="143" actId="20577"/>
          <ac:spMkLst>
            <pc:docMk/>
            <pc:sldMk cId="3811169343" sldId="426"/>
            <ac:spMk id="3" creationId="{31932857-BFC7-D9FE-C8F3-E1C975AD4542}"/>
          </ac:spMkLst>
        </pc:spChg>
      </pc:sldChg>
      <pc:sldChg chg="modSp ord">
        <pc:chgData name="Avinash Arun Chauhan" userId="S::avinash.chauhan@mahindrauniversity.edu.in::241b5f3e-36f4-4c61-9553-90e6a1c1b8a6" providerId="AD" clId="Web-{AC1AD84D-A6D2-E8B9-4A7C-EFFADECF48E0}" dt="2025-04-01T06:49:03.145" v="4001" actId="20577"/>
        <pc:sldMkLst>
          <pc:docMk/>
          <pc:sldMk cId="883900188" sldId="505"/>
        </pc:sldMkLst>
        <pc:spChg chg="mod">
          <ac:chgData name="Avinash Arun Chauhan" userId="S::avinash.chauhan@mahindrauniversity.edu.in::241b5f3e-36f4-4c61-9553-90e6a1c1b8a6" providerId="AD" clId="Web-{AC1AD84D-A6D2-E8B9-4A7C-EFFADECF48E0}" dt="2025-04-01T06:49:03.145" v="4001"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AC1AD84D-A6D2-E8B9-4A7C-EFFADECF48E0}" dt="2025-04-01T04:39:05.224" v="155" actId="20577"/>
        <pc:sldMkLst>
          <pc:docMk/>
          <pc:sldMk cId="3012470631" sldId="508"/>
        </pc:sldMkLst>
        <pc:spChg chg="mod">
          <ac:chgData name="Avinash Arun Chauhan" userId="S::avinash.chauhan@mahindrauniversity.edu.in::241b5f3e-36f4-4c61-9553-90e6a1c1b8a6" providerId="AD" clId="Web-{AC1AD84D-A6D2-E8B9-4A7C-EFFADECF48E0}" dt="2025-04-01T04:39:05.224" v="155" actId="20577"/>
          <ac:spMkLst>
            <pc:docMk/>
            <pc:sldMk cId="3012470631" sldId="508"/>
            <ac:spMk id="3" creationId="{96E9C779-DF31-3741-3B77-D003BD44266C}"/>
          </ac:spMkLst>
        </pc:spChg>
      </pc:sldChg>
      <pc:sldChg chg="del">
        <pc:chgData name="Avinash Arun Chauhan" userId="S::avinash.chauhan@mahindrauniversity.edu.in::241b5f3e-36f4-4c61-9553-90e6a1c1b8a6" providerId="AD" clId="Web-{AC1AD84D-A6D2-E8B9-4A7C-EFFADECF48E0}" dt="2025-04-01T06:18:47.382" v="3490"/>
        <pc:sldMkLst>
          <pc:docMk/>
          <pc:sldMk cId="2210816079" sldId="520"/>
        </pc:sldMkLst>
      </pc:sldChg>
      <pc:sldChg chg="del">
        <pc:chgData name="Avinash Arun Chauhan" userId="S::avinash.chauhan@mahindrauniversity.edu.in::241b5f3e-36f4-4c61-9553-90e6a1c1b8a6" providerId="AD" clId="Web-{AC1AD84D-A6D2-E8B9-4A7C-EFFADECF48E0}" dt="2025-04-01T06:18:47.366" v="3486"/>
        <pc:sldMkLst>
          <pc:docMk/>
          <pc:sldMk cId="1385111681" sldId="521"/>
        </pc:sldMkLst>
      </pc:sldChg>
      <pc:sldChg chg="del">
        <pc:chgData name="Avinash Arun Chauhan" userId="S::avinash.chauhan@mahindrauniversity.edu.in::241b5f3e-36f4-4c61-9553-90e6a1c1b8a6" providerId="AD" clId="Web-{AC1AD84D-A6D2-E8B9-4A7C-EFFADECF48E0}" dt="2025-04-01T06:18:47.366" v="3485"/>
        <pc:sldMkLst>
          <pc:docMk/>
          <pc:sldMk cId="1001124138" sldId="523"/>
        </pc:sldMkLst>
      </pc:sldChg>
      <pc:sldChg chg="del">
        <pc:chgData name="Avinash Arun Chauhan" userId="S::avinash.chauhan@mahindrauniversity.edu.in::241b5f3e-36f4-4c61-9553-90e6a1c1b8a6" providerId="AD" clId="Web-{AC1AD84D-A6D2-E8B9-4A7C-EFFADECF48E0}" dt="2025-04-01T06:18:47.350" v="3478"/>
        <pc:sldMkLst>
          <pc:docMk/>
          <pc:sldMk cId="2459760131" sldId="524"/>
        </pc:sldMkLst>
      </pc:sldChg>
      <pc:sldChg chg="addSp delSp modSp ord">
        <pc:chgData name="Avinash Arun Chauhan" userId="S::avinash.chauhan@mahindrauniversity.edu.in::241b5f3e-36f4-4c61-9553-90e6a1c1b8a6" providerId="AD" clId="Web-{AC1AD84D-A6D2-E8B9-4A7C-EFFADECF48E0}" dt="2025-04-01T05:11:10.498" v="1121" actId="20577"/>
        <pc:sldMkLst>
          <pc:docMk/>
          <pc:sldMk cId="3425567104" sldId="536"/>
        </pc:sldMkLst>
        <pc:spChg chg="mod">
          <ac:chgData name="Avinash Arun Chauhan" userId="S::avinash.chauhan@mahindrauniversity.edu.in::241b5f3e-36f4-4c61-9553-90e6a1c1b8a6" providerId="AD" clId="Web-{AC1AD84D-A6D2-E8B9-4A7C-EFFADECF48E0}" dt="2025-04-01T05:10:29.075" v="1073" actId="20577"/>
          <ac:spMkLst>
            <pc:docMk/>
            <pc:sldMk cId="3425567104" sldId="536"/>
            <ac:spMk id="2" creationId="{C6572595-8BDF-1ECC-9F45-1DE1F5D7EAFA}"/>
          </ac:spMkLst>
        </pc:spChg>
        <pc:spChg chg="mod">
          <ac:chgData name="Avinash Arun Chauhan" userId="S::avinash.chauhan@mahindrauniversity.edu.in::241b5f3e-36f4-4c61-9553-90e6a1c1b8a6" providerId="AD" clId="Web-{AC1AD84D-A6D2-E8B9-4A7C-EFFADECF48E0}" dt="2025-04-01T05:11:10.498" v="1121" actId="20577"/>
          <ac:spMkLst>
            <pc:docMk/>
            <pc:sldMk cId="3425567104" sldId="536"/>
            <ac:spMk id="3" creationId="{0E83EF3D-3BBE-C0C1-B7BC-091AEA10A3B8}"/>
          </ac:spMkLst>
        </pc:spChg>
        <pc:picChg chg="add mod">
          <ac:chgData name="Avinash Arun Chauhan" userId="S::avinash.chauhan@mahindrauniversity.edu.in::241b5f3e-36f4-4c61-9553-90e6a1c1b8a6" providerId="AD" clId="Web-{AC1AD84D-A6D2-E8B9-4A7C-EFFADECF48E0}" dt="2025-04-01T05:10:39.606" v="1078" actId="1076"/>
          <ac:picMkLst>
            <pc:docMk/>
            <pc:sldMk cId="3425567104" sldId="536"/>
            <ac:picMk id="4" creationId="{3C205B69-81C2-F07A-0759-021991D5AA5B}"/>
          </ac:picMkLst>
        </pc:picChg>
        <pc:picChg chg="del">
          <ac:chgData name="Avinash Arun Chauhan" userId="S::avinash.chauhan@mahindrauniversity.edu.in::241b5f3e-36f4-4c61-9553-90e6a1c1b8a6" providerId="AD" clId="Web-{AC1AD84D-A6D2-E8B9-4A7C-EFFADECF48E0}" dt="2025-04-01T05:10:29.950" v="1074"/>
          <ac:picMkLst>
            <pc:docMk/>
            <pc:sldMk cId="3425567104" sldId="536"/>
            <ac:picMk id="5" creationId="{95BEF6DF-9308-2F8E-0045-FC3155DE7357}"/>
          </ac:picMkLst>
        </pc:picChg>
      </pc:sldChg>
      <pc:sldChg chg="del">
        <pc:chgData name="Avinash Arun Chauhan" userId="S::avinash.chauhan@mahindrauniversity.edu.in::241b5f3e-36f4-4c61-9553-90e6a1c1b8a6" providerId="AD" clId="Web-{AC1AD84D-A6D2-E8B9-4A7C-EFFADECF48E0}" dt="2025-04-01T06:18:47.382" v="3489"/>
        <pc:sldMkLst>
          <pc:docMk/>
          <pc:sldMk cId="459135711" sldId="537"/>
        </pc:sldMkLst>
      </pc:sldChg>
      <pc:sldChg chg="del">
        <pc:chgData name="Avinash Arun Chauhan" userId="S::avinash.chauhan@mahindrauniversity.edu.in::241b5f3e-36f4-4c61-9553-90e6a1c1b8a6" providerId="AD" clId="Web-{AC1AD84D-A6D2-E8B9-4A7C-EFFADECF48E0}" dt="2025-04-01T06:18:47.382" v="3488"/>
        <pc:sldMkLst>
          <pc:docMk/>
          <pc:sldMk cId="2464847432" sldId="538"/>
        </pc:sldMkLst>
      </pc:sldChg>
      <pc:sldChg chg="del">
        <pc:chgData name="Avinash Arun Chauhan" userId="S::avinash.chauhan@mahindrauniversity.edu.in::241b5f3e-36f4-4c61-9553-90e6a1c1b8a6" providerId="AD" clId="Web-{AC1AD84D-A6D2-E8B9-4A7C-EFFADECF48E0}" dt="2025-04-01T06:18:47.366" v="3487"/>
        <pc:sldMkLst>
          <pc:docMk/>
          <pc:sldMk cId="1206480458" sldId="539"/>
        </pc:sldMkLst>
      </pc:sldChg>
      <pc:sldChg chg="del">
        <pc:chgData name="Avinash Arun Chauhan" userId="S::avinash.chauhan@mahindrauniversity.edu.in::241b5f3e-36f4-4c61-9553-90e6a1c1b8a6" providerId="AD" clId="Web-{AC1AD84D-A6D2-E8B9-4A7C-EFFADECF48E0}" dt="2025-04-01T06:18:47.366" v="3484"/>
        <pc:sldMkLst>
          <pc:docMk/>
          <pc:sldMk cId="4274453463" sldId="540"/>
        </pc:sldMkLst>
      </pc:sldChg>
      <pc:sldChg chg="del">
        <pc:chgData name="Avinash Arun Chauhan" userId="S::avinash.chauhan@mahindrauniversity.edu.in::241b5f3e-36f4-4c61-9553-90e6a1c1b8a6" providerId="AD" clId="Web-{AC1AD84D-A6D2-E8B9-4A7C-EFFADECF48E0}" dt="2025-04-01T06:18:47.366" v="3483"/>
        <pc:sldMkLst>
          <pc:docMk/>
          <pc:sldMk cId="441690049" sldId="541"/>
        </pc:sldMkLst>
      </pc:sldChg>
      <pc:sldChg chg="del">
        <pc:chgData name="Avinash Arun Chauhan" userId="S::avinash.chauhan@mahindrauniversity.edu.in::241b5f3e-36f4-4c61-9553-90e6a1c1b8a6" providerId="AD" clId="Web-{AC1AD84D-A6D2-E8B9-4A7C-EFFADECF48E0}" dt="2025-04-01T06:18:47.366" v="3480"/>
        <pc:sldMkLst>
          <pc:docMk/>
          <pc:sldMk cId="3619178225" sldId="542"/>
        </pc:sldMkLst>
      </pc:sldChg>
      <pc:sldChg chg="del">
        <pc:chgData name="Avinash Arun Chauhan" userId="S::avinash.chauhan@mahindrauniversity.edu.in::241b5f3e-36f4-4c61-9553-90e6a1c1b8a6" providerId="AD" clId="Web-{AC1AD84D-A6D2-E8B9-4A7C-EFFADECF48E0}" dt="2025-04-01T06:18:47.366" v="3479"/>
        <pc:sldMkLst>
          <pc:docMk/>
          <pc:sldMk cId="1126217134" sldId="543"/>
        </pc:sldMkLst>
      </pc:sldChg>
      <pc:sldChg chg="del">
        <pc:chgData name="Avinash Arun Chauhan" userId="S::avinash.chauhan@mahindrauniversity.edu.in::241b5f3e-36f4-4c61-9553-90e6a1c1b8a6" providerId="AD" clId="Web-{AC1AD84D-A6D2-E8B9-4A7C-EFFADECF48E0}" dt="2025-04-01T06:18:47.350" v="3477"/>
        <pc:sldMkLst>
          <pc:docMk/>
          <pc:sldMk cId="2290421655" sldId="544"/>
        </pc:sldMkLst>
      </pc:sldChg>
      <pc:sldChg chg="del">
        <pc:chgData name="Avinash Arun Chauhan" userId="S::avinash.chauhan@mahindrauniversity.edu.in::241b5f3e-36f4-4c61-9553-90e6a1c1b8a6" providerId="AD" clId="Web-{AC1AD84D-A6D2-E8B9-4A7C-EFFADECF48E0}" dt="2025-04-01T06:18:47.350" v="3476"/>
        <pc:sldMkLst>
          <pc:docMk/>
          <pc:sldMk cId="2343679900" sldId="545"/>
        </pc:sldMkLst>
      </pc:sldChg>
      <pc:sldChg chg="del">
        <pc:chgData name="Avinash Arun Chauhan" userId="S::avinash.chauhan@mahindrauniversity.edu.in::241b5f3e-36f4-4c61-9553-90e6a1c1b8a6" providerId="AD" clId="Web-{AC1AD84D-A6D2-E8B9-4A7C-EFFADECF48E0}" dt="2025-04-01T06:18:47.350" v="3475"/>
        <pc:sldMkLst>
          <pc:docMk/>
          <pc:sldMk cId="32424817" sldId="546"/>
        </pc:sldMkLst>
      </pc:sldChg>
      <pc:sldChg chg="del">
        <pc:chgData name="Avinash Arun Chauhan" userId="S::avinash.chauhan@mahindrauniversity.edu.in::241b5f3e-36f4-4c61-9553-90e6a1c1b8a6" providerId="AD" clId="Web-{AC1AD84D-A6D2-E8B9-4A7C-EFFADECF48E0}" dt="2025-04-01T06:18:47.350" v="3474"/>
        <pc:sldMkLst>
          <pc:docMk/>
          <pc:sldMk cId="2485763350" sldId="547"/>
        </pc:sldMkLst>
      </pc:sldChg>
      <pc:sldChg chg="del">
        <pc:chgData name="Avinash Arun Chauhan" userId="S::avinash.chauhan@mahindrauniversity.edu.in::241b5f3e-36f4-4c61-9553-90e6a1c1b8a6" providerId="AD" clId="Web-{AC1AD84D-A6D2-E8B9-4A7C-EFFADECF48E0}" dt="2025-04-01T06:18:47.350" v="3473"/>
        <pc:sldMkLst>
          <pc:docMk/>
          <pc:sldMk cId="3561408596" sldId="548"/>
        </pc:sldMkLst>
      </pc:sldChg>
      <pc:sldChg chg="del">
        <pc:chgData name="Avinash Arun Chauhan" userId="S::avinash.chauhan@mahindrauniversity.edu.in::241b5f3e-36f4-4c61-9553-90e6a1c1b8a6" providerId="AD" clId="Web-{AC1AD84D-A6D2-E8B9-4A7C-EFFADECF48E0}" dt="2025-04-01T06:18:47.350" v="3472"/>
        <pc:sldMkLst>
          <pc:docMk/>
          <pc:sldMk cId="2340896708" sldId="549"/>
        </pc:sldMkLst>
      </pc:sldChg>
      <pc:sldChg chg="del">
        <pc:chgData name="Avinash Arun Chauhan" userId="S::avinash.chauhan@mahindrauniversity.edu.in::241b5f3e-36f4-4c61-9553-90e6a1c1b8a6" providerId="AD" clId="Web-{AC1AD84D-A6D2-E8B9-4A7C-EFFADECF48E0}" dt="2025-04-01T06:18:47.350" v="3471"/>
        <pc:sldMkLst>
          <pc:docMk/>
          <pc:sldMk cId="3416988593" sldId="550"/>
        </pc:sldMkLst>
      </pc:sldChg>
      <pc:sldChg chg="del">
        <pc:chgData name="Avinash Arun Chauhan" userId="S::avinash.chauhan@mahindrauniversity.edu.in::241b5f3e-36f4-4c61-9553-90e6a1c1b8a6" providerId="AD" clId="Web-{AC1AD84D-A6D2-E8B9-4A7C-EFFADECF48E0}" dt="2025-04-01T06:18:47.350" v="3470"/>
        <pc:sldMkLst>
          <pc:docMk/>
          <pc:sldMk cId="3412932967" sldId="551"/>
        </pc:sldMkLst>
      </pc:sldChg>
      <pc:sldChg chg="del">
        <pc:chgData name="Avinash Arun Chauhan" userId="S::avinash.chauhan@mahindrauniversity.edu.in::241b5f3e-36f4-4c61-9553-90e6a1c1b8a6" providerId="AD" clId="Web-{AC1AD84D-A6D2-E8B9-4A7C-EFFADECF48E0}" dt="2025-04-01T06:18:47.335" v="3466"/>
        <pc:sldMkLst>
          <pc:docMk/>
          <pc:sldMk cId="166915190" sldId="552"/>
        </pc:sldMkLst>
      </pc:sldChg>
      <pc:sldChg chg="del">
        <pc:chgData name="Avinash Arun Chauhan" userId="S::avinash.chauhan@mahindrauniversity.edu.in::241b5f3e-36f4-4c61-9553-90e6a1c1b8a6" providerId="AD" clId="Web-{AC1AD84D-A6D2-E8B9-4A7C-EFFADECF48E0}" dt="2025-04-01T06:18:47.335" v="3467"/>
        <pc:sldMkLst>
          <pc:docMk/>
          <pc:sldMk cId="3322212427" sldId="553"/>
        </pc:sldMkLst>
      </pc:sldChg>
      <pc:sldChg chg="del">
        <pc:chgData name="Avinash Arun Chauhan" userId="S::avinash.chauhan@mahindrauniversity.edu.in::241b5f3e-36f4-4c61-9553-90e6a1c1b8a6" providerId="AD" clId="Web-{AC1AD84D-A6D2-E8B9-4A7C-EFFADECF48E0}" dt="2025-04-01T06:18:47.335" v="3469"/>
        <pc:sldMkLst>
          <pc:docMk/>
          <pc:sldMk cId="3908321294" sldId="555"/>
        </pc:sldMkLst>
      </pc:sldChg>
      <pc:sldChg chg="del">
        <pc:chgData name="Avinash Arun Chauhan" userId="S::avinash.chauhan@mahindrauniversity.edu.in::241b5f3e-36f4-4c61-9553-90e6a1c1b8a6" providerId="AD" clId="Web-{AC1AD84D-A6D2-E8B9-4A7C-EFFADECF48E0}" dt="2025-04-01T06:18:47.335" v="3461"/>
        <pc:sldMkLst>
          <pc:docMk/>
          <pc:sldMk cId="3746647340" sldId="556"/>
        </pc:sldMkLst>
      </pc:sldChg>
      <pc:sldChg chg="del">
        <pc:chgData name="Avinash Arun Chauhan" userId="S::avinash.chauhan@mahindrauniversity.edu.in::241b5f3e-36f4-4c61-9553-90e6a1c1b8a6" providerId="AD" clId="Web-{AC1AD84D-A6D2-E8B9-4A7C-EFFADECF48E0}" dt="2025-04-01T06:18:47.335" v="3462"/>
        <pc:sldMkLst>
          <pc:docMk/>
          <pc:sldMk cId="3863020777" sldId="557"/>
        </pc:sldMkLst>
      </pc:sldChg>
      <pc:sldChg chg="del">
        <pc:chgData name="Avinash Arun Chauhan" userId="S::avinash.chauhan@mahindrauniversity.edu.in::241b5f3e-36f4-4c61-9553-90e6a1c1b8a6" providerId="AD" clId="Web-{AC1AD84D-A6D2-E8B9-4A7C-EFFADECF48E0}" dt="2025-04-01T06:18:47.335" v="3464"/>
        <pc:sldMkLst>
          <pc:docMk/>
          <pc:sldMk cId="2249365035" sldId="558"/>
        </pc:sldMkLst>
      </pc:sldChg>
      <pc:sldChg chg="del">
        <pc:chgData name="Avinash Arun Chauhan" userId="S::avinash.chauhan@mahindrauniversity.edu.in::241b5f3e-36f4-4c61-9553-90e6a1c1b8a6" providerId="AD" clId="Web-{AC1AD84D-A6D2-E8B9-4A7C-EFFADECF48E0}" dt="2025-04-01T06:18:47.335" v="3463"/>
        <pc:sldMkLst>
          <pc:docMk/>
          <pc:sldMk cId="4281418255" sldId="559"/>
        </pc:sldMkLst>
      </pc:sldChg>
      <pc:sldChg chg="del">
        <pc:chgData name="Avinash Arun Chauhan" userId="S::avinash.chauhan@mahindrauniversity.edu.in::241b5f3e-36f4-4c61-9553-90e6a1c1b8a6" providerId="AD" clId="Web-{AC1AD84D-A6D2-E8B9-4A7C-EFFADECF48E0}" dt="2025-04-01T06:18:47.319" v="3458"/>
        <pc:sldMkLst>
          <pc:docMk/>
          <pc:sldMk cId="1109814727" sldId="560"/>
        </pc:sldMkLst>
      </pc:sldChg>
      <pc:sldChg chg="del">
        <pc:chgData name="Avinash Arun Chauhan" userId="S::avinash.chauhan@mahindrauniversity.edu.in::241b5f3e-36f4-4c61-9553-90e6a1c1b8a6" providerId="AD" clId="Web-{AC1AD84D-A6D2-E8B9-4A7C-EFFADECF48E0}" dt="2025-04-01T06:18:47.319" v="3459"/>
        <pc:sldMkLst>
          <pc:docMk/>
          <pc:sldMk cId="198272382" sldId="561"/>
        </pc:sldMkLst>
      </pc:sldChg>
      <pc:sldChg chg="del">
        <pc:chgData name="Avinash Arun Chauhan" userId="S::avinash.chauhan@mahindrauniversity.edu.in::241b5f3e-36f4-4c61-9553-90e6a1c1b8a6" providerId="AD" clId="Web-{AC1AD84D-A6D2-E8B9-4A7C-EFFADECF48E0}" dt="2025-04-01T06:18:47.335" v="3460"/>
        <pc:sldMkLst>
          <pc:docMk/>
          <pc:sldMk cId="198535223" sldId="563"/>
        </pc:sldMkLst>
      </pc:sldChg>
      <pc:sldChg chg="del">
        <pc:chgData name="Avinash Arun Chauhan" userId="S::avinash.chauhan@mahindrauniversity.edu.in::241b5f3e-36f4-4c61-9553-90e6a1c1b8a6" providerId="AD" clId="Web-{AC1AD84D-A6D2-E8B9-4A7C-EFFADECF48E0}" dt="2025-04-01T06:18:47.366" v="3482"/>
        <pc:sldMkLst>
          <pc:docMk/>
          <pc:sldMk cId="3335294390" sldId="564"/>
        </pc:sldMkLst>
      </pc:sldChg>
      <pc:sldChg chg="del">
        <pc:chgData name="Avinash Arun Chauhan" userId="S::avinash.chauhan@mahindrauniversity.edu.in::241b5f3e-36f4-4c61-9553-90e6a1c1b8a6" providerId="AD" clId="Web-{AC1AD84D-A6D2-E8B9-4A7C-EFFADECF48E0}" dt="2025-04-01T06:18:47.366" v="3481"/>
        <pc:sldMkLst>
          <pc:docMk/>
          <pc:sldMk cId="292383162" sldId="565"/>
        </pc:sldMkLst>
      </pc:sldChg>
      <pc:sldChg chg="del">
        <pc:chgData name="Avinash Arun Chauhan" userId="S::avinash.chauhan@mahindrauniversity.edu.in::241b5f3e-36f4-4c61-9553-90e6a1c1b8a6" providerId="AD" clId="Web-{AC1AD84D-A6D2-E8B9-4A7C-EFFADECF48E0}" dt="2025-04-01T06:18:47.335" v="3468"/>
        <pc:sldMkLst>
          <pc:docMk/>
          <pc:sldMk cId="1043497396" sldId="566"/>
        </pc:sldMkLst>
      </pc:sldChg>
      <pc:sldChg chg="del">
        <pc:chgData name="Avinash Arun Chauhan" userId="S::avinash.chauhan@mahindrauniversity.edu.in::241b5f3e-36f4-4c61-9553-90e6a1c1b8a6" providerId="AD" clId="Web-{AC1AD84D-A6D2-E8B9-4A7C-EFFADECF48E0}" dt="2025-04-01T06:18:47.335" v="3465"/>
        <pc:sldMkLst>
          <pc:docMk/>
          <pc:sldMk cId="1006382314" sldId="567"/>
        </pc:sldMkLst>
      </pc:sldChg>
      <pc:sldChg chg="del">
        <pc:chgData name="Avinash Arun Chauhan" userId="S::avinash.chauhan@mahindrauniversity.edu.in::241b5f3e-36f4-4c61-9553-90e6a1c1b8a6" providerId="AD" clId="Web-{AC1AD84D-A6D2-E8B9-4A7C-EFFADECF48E0}" dt="2025-04-01T06:18:47.319" v="3457"/>
        <pc:sldMkLst>
          <pc:docMk/>
          <pc:sldMk cId="3222510880" sldId="569"/>
        </pc:sldMkLst>
      </pc:sldChg>
      <pc:sldChg chg="del">
        <pc:chgData name="Avinash Arun Chauhan" userId="S::avinash.chauhan@mahindrauniversity.edu.in::241b5f3e-36f4-4c61-9553-90e6a1c1b8a6" providerId="AD" clId="Web-{AC1AD84D-A6D2-E8B9-4A7C-EFFADECF48E0}" dt="2025-04-01T06:18:47.319" v="3456"/>
        <pc:sldMkLst>
          <pc:docMk/>
          <pc:sldMk cId="2785781789" sldId="570"/>
        </pc:sldMkLst>
      </pc:sldChg>
      <pc:sldChg chg="del">
        <pc:chgData name="Avinash Arun Chauhan" userId="S::avinash.chauhan@mahindrauniversity.edu.in::241b5f3e-36f4-4c61-9553-90e6a1c1b8a6" providerId="AD" clId="Web-{AC1AD84D-A6D2-E8B9-4A7C-EFFADECF48E0}" dt="2025-04-01T06:18:47.319" v="3455"/>
        <pc:sldMkLst>
          <pc:docMk/>
          <pc:sldMk cId="2298066015" sldId="571"/>
        </pc:sldMkLst>
      </pc:sldChg>
      <pc:sldChg chg="del">
        <pc:chgData name="Avinash Arun Chauhan" userId="S::avinash.chauhan@mahindrauniversity.edu.in::241b5f3e-36f4-4c61-9553-90e6a1c1b8a6" providerId="AD" clId="Web-{AC1AD84D-A6D2-E8B9-4A7C-EFFADECF48E0}" dt="2025-04-01T06:18:47.319" v="3454"/>
        <pc:sldMkLst>
          <pc:docMk/>
          <pc:sldMk cId="1612426753" sldId="572"/>
        </pc:sldMkLst>
      </pc:sldChg>
      <pc:sldChg chg="modSp add replId">
        <pc:chgData name="Avinash Arun Chauhan" userId="S::avinash.chauhan@mahindrauniversity.edu.in::241b5f3e-36f4-4c61-9553-90e6a1c1b8a6" providerId="AD" clId="Web-{AC1AD84D-A6D2-E8B9-4A7C-EFFADECF48E0}" dt="2025-04-01T04:39:14.333" v="160" actId="20577"/>
        <pc:sldMkLst>
          <pc:docMk/>
          <pc:sldMk cId="2236724537" sldId="573"/>
        </pc:sldMkLst>
        <pc:spChg chg="mod">
          <ac:chgData name="Avinash Arun Chauhan" userId="S::avinash.chauhan@mahindrauniversity.edu.in::241b5f3e-36f4-4c61-9553-90e6a1c1b8a6" providerId="AD" clId="Web-{AC1AD84D-A6D2-E8B9-4A7C-EFFADECF48E0}" dt="2025-04-01T04:39:14.333" v="160" actId="20577"/>
          <ac:spMkLst>
            <pc:docMk/>
            <pc:sldMk cId="2236724537" sldId="573"/>
            <ac:spMk id="3" creationId="{5E795F41-6892-08EE-6779-C8A7A5CE3AB0}"/>
          </ac:spMkLst>
        </pc:spChg>
      </pc:sldChg>
      <pc:sldChg chg="add replId">
        <pc:chgData name="Avinash Arun Chauhan" userId="S::avinash.chauhan@mahindrauniversity.edu.in::241b5f3e-36f4-4c61-9553-90e6a1c1b8a6" providerId="AD" clId="Web-{AC1AD84D-A6D2-E8B9-4A7C-EFFADECF48E0}" dt="2025-04-01T04:54:29.039" v="532"/>
        <pc:sldMkLst>
          <pc:docMk/>
          <pc:sldMk cId="978924540" sldId="574"/>
        </pc:sldMkLst>
      </pc:sldChg>
      <pc:sldChg chg="modSp add replId">
        <pc:chgData name="Avinash Arun Chauhan" userId="S::avinash.chauhan@mahindrauniversity.edu.in::241b5f3e-36f4-4c61-9553-90e6a1c1b8a6" providerId="AD" clId="Web-{AC1AD84D-A6D2-E8B9-4A7C-EFFADECF48E0}" dt="2025-04-01T05:09:42.448" v="1048" actId="20577"/>
        <pc:sldMkLst>
          <pc:docMk/>
          <pc:sldMk cId="1709140773" sldId="575"/>
        </pc:sldMkLst>
        <pc:spChg chg="mod">
          <ac:chgData name="Avinash Arun Chauhan" userId="S::avinash.chauhan@mahindrauniversity.edu.in::241b5f3e-36f4-4c61-9553-90e6a1c1b8a6" providerId="AD" clId="Web-{AC1AD84D-A6D2-E8B9-4A7C-EFFADECF48E0}" dt="2025-04-01T05:05:31.251" v="884" actId="20577"/>
          <ac:spMkLst>
            <pc:docMk/>
            <pc:sldMk cId="1709140773" sldId="575"/>
            <ac:spMk id="2" creationId="{3FA2FC6C-21EB-72F6-3DF3-30EEBF755A7F}"/>
          </ac:spMkLst>
        </pc:spChg>
        <pc:spChg chg="mod">
          <ac:chgData name="Avinash Arun Chauhan" userId="S::avinash.chauhan@mahindrauniversity.edu.in::241b5f3e-36f4-4c61-9553-90e6a1c1b8a6" providerId="AD" clId="Web-{AC1AD84D-A6D2-E8B9-4A7C-EFFADECF48E0}" dt="2025-04-01T05:09:42.448" v="1048" actId="20577"/>
          <ac:spMkLst>
            <pc:docMk/>
            <pc:sldMk cId="1709140773" sldId="575"/>
            <ac:spMk id="3" creationId="{C5FE8B11-4EA5-5E19-AD21-B6E34B99E0BA}"/>
          </ac:spMkLst>
        </pc:spChg>
      </pc:sldChg>
      <pc:sldChg chg="addSp delSp modSp add replId">
        <pc:chgData name="Avinash Arun Chauhan" userId="S::avinash.chauhan@mahindrauniversity.edu.in::241b5f3e-36f4-4c61-9553-90e6a1c1b8a6" providerId="AD" clId="Web-{AC1AD84D-A6D2-E8B9-4A7C-EFFADECF48E0}" dt="2025-04-01T05:11:59.641" v="1146" actId="1076"/>
        <pc:sldMkLst>
          <pc:docMk/>
          <pc:sldMk cId="122602255" sldId="576"/>
        </pc:sldMkLst>
        <pc:spChg chg="mod">
          <ac:chgData name="Avinash Arun Chauhan" userId="S::avinash.chauhan@mahindrauniversity.edu.in::241b5f3e-36f4-4c61-9553-90e6a1c1b8a6" providerId="AD" clId="Web-{AC1AD84D-A6D2-E8B9-4A7C-EFFADECF48E0}" dt="2025-04-01T05:11:36.077" v="1138" actId="20577"/>
          <ac:spMkLst>
            <pc:docMk/>
            <pc:sldMk cId="122602255" sldId="576"/>
            <ac:spMk id="2" creationId="{2CF0F6E3-5AB7-811C-2D4B-20DF278AAB03}"/>
          </ac:spMkLst>
        </pc:spChg>
        <pc:spChg chg="del mod">
          <ac:chgData name="Avinash Arun Chauhan" userId="S::avinash.chauhan@mahindrauniversity.edu.in::241b5f3e-36f4-4c61-9553-90e6a1c1b8a6" providerId="AD" clId="Web-{AC1AD84D-A6D2-E8B9-4A7C-EFFADECF48E0}" dt="2025-04-01T05:11:45.156" v="1141"/>
          <ac:spMkLst>
            <pc:docMk/>
            <pc:sldMk cId="122602255" sldId="576"/>
            <ac:spMk id="3" creationId="{0A97DF50-83EB-540C-CE66-D7B8C6A77CFE}"/>
          </ac:spMkLst>
        </pc:spChg>
        <pc:spChg chg="add del mod">
          <ac:chgData name="Avinash Arun Chauhan" userId="S::avinash.chauhan@mahindrauniversity.edu.in::241b5f3e-36f4-4c61-9553-90e6a1c1b8a6" providerId="AD" clId="Web-{AC1AD84D-A6D2-E8B9-4A7C-EFFADECF48E0}" dt="2025-04-01T05:11:47.218" v="1142"/>
          <ac:spMkLst>
            <pc:docMk/>
            <pc:sldMk cId="122602255" sldId="576"/>
            <ac:spMk id="9" creationId="{AA20EA62-39B8-4B42-6ADD-1FB546B064C5}"/>
          </ac:spMkLst>
        </pc:spChg>
        <pc:picChg chg="del">
          <ac:chgData name="Avinash Arun Chauhan" userId="S::avinash.chauhan@mahindrauniversity.edu.in::241b5f3e-36f4-4c61-9553-90e6a1c1b8a6" providerId="AD" clId="Web-{AC1AD84D-A6D2-E8B9-4A7C-EFFADECF48E0}" dt="2025-04-01T05:11:37.765" v="1139"/>
          <ac:picMkLst>
            <pc:docMk/>
            <pc:sldMk cId="122602255" sldId="576"/>
            <ac:picMk id="4" creationId="{4E3F0639-EAD9-583B-5511-4199550F1115}"/>
          </ac:picMkLst>
        </pc:picChg>
        <pc:picChg chg="add mod ord">
          <ac:chgData name="Avinash Arun Chauhan" userId="S::avinash.chauhan@mahindrauniversity.edu.in::241b5f3e-36f4-4c61-9553-90e6a1c1b8a6" providerId="AD" clId="Web-{AC1AD84D-A6D2-E8B9-4A7C-EFFADECF48E0}" dt="2025-04-01T05:11:59.641" v="1146" actId="1076"/>
          <ac:picMkLst>
            <pc:docMk/>
            <pc:sldMk cId="122602255" sldId="576"/>
            <ac:picMk id="10" creationId="{AB861A6E-98D4-D257-F0EE-3FEABC203069}"/>
          </ac:picMkLst>
        </pc:picChg>
      </pc:sldChg>
      <pc:sldChg chg="addSp delSp modSp add replId">
        <pc:chgData name="Avinash Arun Chauhan" userId="S::avinash.chauhan@mahindrauniversity.edu.in::241b5f3e-36f4-4c61-9553-90e6a1c1b8a6" providerId="AD" clId="Web-{AC1AD84D-A6D2-E8B9-4A7C-EFFADECF48E0}" dt="2025-04-01T05:12:52.924" v="1174" actId="1076"/>
        <pc:sldMkLst>
          <pc:docMk/>
          <pc:sldMk cId="2344524554" sldId="577"/>
        </pc:sldMkLst>
        <pc:spChg chg="mod">
          <ac:chgData name="Avinash Arun Chauhan" userId="S::avinash.chauhan@mahindrauniversity.edu.in::241b5f3e-36f4-4c61-9553-90e6a1c1b8a6" providerId="AD" clId="Web-{AC1AD84D-A6D2-E8B9-4A7C-EFFADECF48E0}" dt="2025-04-01T05:12:24.110" v="1168" actId="20577"/>
          <ac:spMkLst>
            <pc:docMk/>
            <pc:sldMk cId="2344524554" sldId="577"/>
            <ac:spMk id="2" creationId="{A459CD25-2914-532A-5B0B-EB7F6B33AF88}"/>
          </ac:spMkLst>
        </pc:spChg>
        <pc:spChg chg="add del mod">
          <ac:chgData name="Avinash Arun Chauhan" userId="S::avinash.chauhan@mahindrauniversity.edu.in::241b5f3e-36f4-4c61-9553-90e6a1c1b8a6" providerId="AD" clId="Web-{AC1AD84D-A6D2-E8B9-4A7C-EFFADECF48E0}" dt="2025-04-01T05:12:38.580" v="1170"/>
          <ac:spMkLst>
            <pc:docMk/>
            <pc:sldMk cId="2344524554" sldId="577"/>
            <ac:spMk id="4" creationId="{8E6DD779-47B3-0897-D088-2BF12675F458}"/>
          </ac:spMkLst>
        </pc:spChg>
        <pc:picChg chg="add mod ord">
          <ac:chgData name="Avinash Arun Chauhan" userId="S::avinash.chauhan@mahindrauniversity.edu.in::241b5f3e-36f4-4c61-9553-90e6a1c1b8a6" providerId="AD" clId="Web-{AC1AD84D-A6D2-E8B9-4A7C-EFFADECF48E0}" dt="2025-04-01T05:12:52.924" v="1174" actId="1076"/>
          <ac:picMkLst>
            <pc:docMk/>
            <pc:sldMk cId="2344524554" sldId="577"/>
            <ac:picMk id="5" creationId="{1FBAEBEC-5EC6-3700-F25F-B8E225BFBD2B}"/>
          </ac:picMkLst>
        </pc:picChg>
        <pc:picChg chg="del">
          <ac:chgData name="Avinash Arun Chauhan" userId="S::avinash.chauhan@mahindrauniversity.edu.in::241b5f3e-36f4-4c61-9553-90e6a1c1b8a6" providerId="AD" clId="Web-{AC1AD84D-A6D2-E8B9-4A7C-EFFADECF48E0}" dt="2025-04-01T05:12:26.407" v="1169"/>
          <ac:picMkLst>
            <pc:docMk/>
            <pc:sldMk cId="2344524554" sldId="577"/>
            <ac:picMk id="10" creationId="{90D6CEC6-C48F-68D4-63F3-51C1BE868C43}"/>
          </ac:picMkLst>
        </pc:picChg>
      </pc:sldChg>
      <pc:sldChg chg="modSp add replId">
        <pc:chgData name="Avinash Arun Chauhan" userId="S::avinash.chauhan@mahindrauniversity.edu.in::241b5f3e-36f4-4c61-9553-90e6a1c1b8a6" providerId="AD" clId="Web-{AC1AD84D-A6D2-E8B9-4A7C-EFFADECF48E0}" dt="2025-04-01T05:39:04.584" v="1524" actId="20577"/>
        <pc:sldMkLst>
          <pc:docMk/>
          <pc:sldMk cId="3060705436" sldId="578"/>
        </pc:sldMkLst>
        <pc:spChg chg="mod">
          <ac:chgData name="Avinash Arun Chauhan" userId="S::avinash.chauhan@mahindrauniversity.edu.in::241b5f3e-36f4-4c61-9553-90e6a1c1b8a6" providerId="AD" clId="Web-{AC1AD84D-A6D2-E8B9-4A7C-EFFADECF48E0}" dt="2025-04-01T05:32:19.180" v="1193" actId="20577"/>
          <ac:spMkLst>
            <pc:docMk/>
            <pc:sldMk cId="3060705436" sldId="578"/>
            <ac:spMk id="2" creationId="{90CF744A-1E70-F257-DDB4-2F958456F417}"/>
          </ac:spMkLst>
        </pc:spChg>
        <pc:spChg chg="mod">
          <ac:chgData name="Avinash Arun Chauhan" userId="S::avinash.chauhan@mahindrauniversity.edu.in::241b5f3e-36f4-4c61-9553-90e6a1c1b8a6" providerId="AD" clId="Web-{AC1AD84D-A6D2-E8B9-4A7C-EFFADECF48E0}" dt="2025-04-01T05:39:04.584" v="1524" actId="20577"/>
          <ac:spMkLst>
            <pc:docMk/>
            <pc:sldMk cId="3060705436" sldId="578"/>
            <ac:spMk id="3" creationId="{D2F75FF2-1B1C-4A68-E1FC-8B090AB0BF92}"/>
          </ac:spMkLst>
        </pc:spChg>
      </pc:sldChg>
      <pc:sldChg chg="addSp modSp add replId">
        <pc:chgData name="Avinash Arun Chauhan" userId="S::avinash.chauhan@mahindrauniversity.edu.in::241b5f3e-36f4-4c61-9553-90e6a1c1b8a6" providerId="AD" clId="Web-{AC1AD84D-A6D2-E8B9-4A7C-EFFADECF48E0}" dt="2025-04-01T05:41:38.277" v="1617" actId="20577"/>
        <pc:sldMkLst>
          <pc:docMk/>
          <pc:sldMk cId="274696165" sldId="579"/>
        </pc:sldMkLst>
        <pc:spChg chg="mod">
          <ac:chgData name="Avinash Arun Chauhan" userId="S::avinash.chauhan@mahindrauniversity.edu.in::241b5f3e-36f4-4c61-9553-90e6a1c1b8a6" providerId="AD" clId="Web-{AC1AD84D-A6D2-E8B9-4A7C-EFFADECF48E0}" dt="2025-04-01T05:40:19.680" v="1556" actId="20577"/>
          <ac:spMkLst>
            <pc:docMk/>
            <pc:sldMk cId="274696165" sldId="579"/>
            <ac:spMk id="2" creationId="{8A7912C4-E0CD-068B-AFBB-1E95A091E636}"/>
          </ac:spMkLst>
        </pc:spChg>
        <pc:spChg chg="mod">
          <ac:chgData name="Avinash Arun Chauhan" userId="S::avinash.chauhan@mahindrauniversity.edu.in::241b5f3e-36f4-4c61-9553-90e6a1c1b8a6" providerId="AD" clId="Web-{AC1AD84D-A6D2-E8B9-4A7C-EFFADECF48E0}" dt="2025-04-01T05:41:38.277" v="1617" actId="20577"/>
          <ac:spMkLst>
            <pc:docMk/>
            <pc:sldMk cId="274696165" sldId="579"/>
            <ac:spMk id="3" creationId="{273B5020-5480-7B83-B678-B36D3E43BF92}"/>
          </ac:spMkLst>
        </pc:spChg>
        <pc:picChg chg="add mod">
          <ac:chgData name="Avinash Arun Chauhan" userId="S::avinash.chauhan@mahindrauniversity.edu.in::241b5f3e-36f4-4c61-9553-90e6a1c1b8a6" providerId="AD" clId="Web-{AC1AD84D-A6D2-E8B9-4A7C-EFFADECF48E0}" dt="2025-04-01T05:40:15.649" v="1545" actId="1076"/>
          <ac:picMkLst>
            <pc:docMk/>
            <pc:sldMk cId="274696165" sldId="579"/>
            <ac:picMk id="4" creationId="{2919BF15-1A3C-98A9-E9CE-24C798401B62}"/>
          </ac:picMkLst>
        </pc:picChg>
      </pc:sldChg>
      <pc:sldChg chg="modSp add ord replId">
        <pc:chgData name="Avinash Arun Chauhan" userId="S::avinash.chauhan@mahindrauniversity.edu.in::241b5f3e-36f4-4c61-9553-90e6a1c1b8a6" providerId="AD" clId="Web-{AC1AD84D-A6D2-E8B9-4A7C-EFFADECF48E0}" dt="2025-04-01T05:54:36.756" v="1847" actId="20577"/>
        <pc:sldMkLst>
          <pc:docMk/>
          <pc:sldMk cId="3768470849" sldId="580"/>
        </pc:sldMkLst>
        <pc:spChg chg="mod">
          <ac:chgData name="Avinash Arun Chauhan" userId="S::avinash.chauhan@mahindrauniversity.edu.in::241b5f3e-36f4-4c61-9553-90e6a1c1b8a6" providerId="AD" clId="Web-{AC1AD84D-A6D2-E8B9-4A7C-EFFADECF48E0}" dt="2025-04-01T05:50:44.998" v="1631" actId="20577"/>
          <ac:spMkLst>
            <pc:docMk/>
            <pc:sldMk cId="3768470849" sldId="580"/>
            <ac:spMk id="2" creationId="{F3DAA63C-FAE8-0800-1DF3-064B8D61CF89}"/>
          </ac:spMkLst>
        </pc:spChg>
        <pc:spChg chg="mod">
          <ac:chgData name="Avinash Arun Chauhan" userId="S::avinash.chauhan@mahindrauniversity.edu.in::241b5f3e-36f4-4c61-9553-90e6a1c1b8a6" providerId="AD" clId="Web-{AC1AD84D-A6D2-E8B9-4A7C-EFFADECF48E0}" dt="2025-04-01T05:54:36.756" v="1847" actId="20577"/>
          <ac:spMkLst>
            <pc:docMk/>
            <pc:sldMk cId="3768470849" sldId="580"/>
            <ac:spMk id="3" creationId="{8E1398E2-E93D-D52B-D80B-7411EF652549}"/>
          </ac:spMkLst>
        </pc:spChg>
      </pc:sldChg>
      <pc:sldChg chg="modSp add replId">
        <pc:chgData name="Avinash Arun Chauhan" userId="S::avinash.chauhan@mahindrauniversity.edu.in::241b5f3e-36f4-4c61-9553-90e6a1c1b8a6" providerId="AD" clId="Web-{AC1AD84D-A6D2-E8B9-4A7C-EFFADECF48E0}" dt="2025-04-01T05:59:28.765" v="2196" actId="20577"/>
        <pc:sldMkLst>
          <pc:docMk/>
          <pc:sldMk cId="2070251572" sldId="581"/>
        </pc:sldMkLst>
        <pc:spChg chg="mod">
          <ac:chgData name="Avinash Arun Chauhan" userId="S::avinash.chauhan@mahindrauniversity.edu.in::241b5f3e-36f4-4c61-9553-90e6a1c1b8a6" providerId="AD" clId="Web-{AC1AD84D-A6D2-E8B9-4A7C-EFFADECF48E0}" dt="2025-04-01T05:59:28.765" v="2196" actId="20577"/>
          <ac:spMkLst>
            <pc:docMk/>
            <pc:sldMk cId="2070251572" sldId="581"/>
            <ac:spMk id="3" creationId="{6AE993DF-A407-6584-94C9-2332550B43FB}"/>
          </ac:spMkLst>
        </pc:spChg>
      </pc:sldChg>
      <pc:sldChg chg="modSp add replId">
        <pc:chgData name="Avinash Arun Chauhan" userId="S::avinash.chauhan@mahindrauniversity.edu.in::241b5f3e-36f4-4c61-9553-90e6a1c1b8a6" providerId="AD" clId="Web-{AC1AD84D-A6D2-E8B9-4A7C-EFFADECF48E0}" dt="2025-04-01T06:03:17.632" v="2463" actId="20577"/>
        <pc:sldMkLst>
          <pc:docMk/>
          <pc:sldMk cId="344826614" sldId="582"/>
        </pc:sldMkLst>
        <pc:spChg chg="mod">
          <ac:chgData name="Avinash Arun Chauhan" userId="S::avinash.chauhan@mahindrauniversity.edu.in::241b5f3e-36f4-4c61-9553-90e6a1c1b8a6" providerId="AD" clId="Web-{AC1AD84D-A6D2-E8B9-4A7C-EFFADECF48E0}" dt="2025-04-01T06:03:17.632" v="2463" actId="20577"/>
          <ac:spMkLst>
            <pc:docMk/>
            <pc:sldMk cId="344826614" sldId="582"/>
            <ac:spMk id="3" creationId="{EA7E7FA0-2A86-816D-4ACE-19E8CC3D60A4}"/>
          </ac:spMkLst>
        </pc:spChg>
      </pc:sldChg>
      <pc:sldChg chg="modSp add replId">
        <pc:chgData name="Avinash Arun Chauhan" userId="S::avinash.chauhan@mahindrauniversity.edu.in::241b5f3e-36f4-4c61-9553-90e6a1c1b8a6" providerId="AD" clId="Web-{AC1AD84D-A6D2-E8B9-4A7C-EFFADECF48E0}" dt="2025-04-01T06:09:07.097" v="2911" actId="20577"/>
        <pc:sldMkLst>
          <pc:docMk/>
          <pc:sldMk cId="594482825" sldId="583"/>
        </pc:sldMkLst>
        <pc:spChg chg="mod">
          <ac:chgData name="Avinash Arun Chauhan" userId="S::avinash.chauhan@mahindrauniversity.edu.in::241b5f3e-36f4-4c61-9553-90e6a1c1b8a6" providerId="AD" clId="Web-{AC1AD84D-A6D2-E8B9-4A7C-EFFADECF48E0}" dt="2025-04-01T06:09:07.097" v="2911" actId="20577"/>
          <ac:spMkLst>
            <pc:docMk/>
            <pc:sldMk cId="594482825" sldId="583"/>
            <ac:spMk id="3" creationId="{0310DB07-F92D-6EC6-0F60-F7A09683A8BA}"/>
          </ac:spMkLst>
        </pc:spChg>
      </pc:sldChg>
      <pc:sldChg chg="addSp delSp modSp add replId">
        <pc:chgData name="Avinash Arun Chauhan" userId="S::avinash.chauhan@mahindrauniversity.edu.in::241b5f3e-36f4-4c61-9553-90e6a1c1b8a6" providerId="AD" clId="Web-{AC1AD84D-A6D2-E8B9-4A7C-EFFADECF48E0}" dt="2025-04-01T06:23:10.656" v="3502" actId="20577"/>
        <pc:sldMkLst>
          <pc:docMk/>
          <pc:sldMk cId="2717123410" sldId="584"/>
        </pc:sldMkLst>
        <pc:spChg chg="mod">
          <ac:chgData name="Avinash Arun Chauhan" userId="S::avinash.chauhan@mahindrauniversity.edu.in::241b5f3e-36f4-4c61-9553-90e6a1c1b8a6" providerId="AD" clId="Web-{AC1AD84D-A6D2-E8B9-4A7C-EFFADECF48E0}" dt="2025-04-01T06:23:10.656" v="3502" actId="20577"/>
          <ac:spMkLst>
            <pc:docMk/>
            <pc:sldMk cId="2717123410" sldId="584"/>
            <ac:spMk id="2" creationId="{E2804016-803B-F5E7-60B0-8F9A64EAB366}"/>
          </ac:spMkLst>
        </pc:spChg>
        <pc:spChg chg="del">
          <ac:chgData name="Avinash Arun Chauhan" userId="S::avinash.chauhan@mahindrauniversity.edu.in::241b5f3e-36f4-4c61-9553-90e6a1c1b8a6" providerId="AD" clId="Web-{AC1AD84D-A6D2-E8B9-4A7C-EFFADECF48E0}" dt="2025-04-01T06:03:39.383" v="2466"/>
          <ac:spMkLst>
            <pc:docMk/>
            <pc:sldMk cId="2717123410" sldId="584"/>
            <ac:spMk id="3" creationId="{EC4B6E6C-6A87-227C-EF31-30CFDA0604B7}"/>
          </ac:spMkLst>
        </pc:spChg>
        <pc:spChg chg="add del mod">
          <ac:chgData name="Avinash Arun Chauhan" userId="S::avinash.chauhan@mahindrauniversity.edu.in::241b5f3e-36f4-4c61-9553-90e6a1c1b8a6" providerId="AD" clId="Web-{AC1AD84D-A6D2-E8B9-4A7C-EFFADECF48E0}" dt="2025-04-01T06:03:49.024" v="2485"/>
          <ac:spMkLst>
            <pc:docMk/>
            <pc:sldMk cId="2717123410" sldId="584"/>
            <ac:spMk id="9" creationId="{BD94D720-0851-F189-2551-74BCE8D9E9C3}"/>
          </ac:spMkLst>
        </pc:spChg>
        <pc:spChg chg="add del mod">
          <ac:chgData name="Avinash Arun Chauhan" userId="S::avinash.chauhan@mahindrauniversity.edu.in::241b5f3e-36f4-4c61-9553-90e6a1c1b8a6" providerId="AD" clId="Web-{AC1AD84D-A6D2-E8B9-4A7C-EFFADECF48E0}" dt="2025-04-01T06:04:24.244" v="2488"/>
          <ac:spMkLst>
            <pc:docMk/>
            <pc:sldMk cId="2717123410" sldId="584"/>
            <ac:spMk id="18" creationId="{ED7FD44D-3572-4DC6-D399-5EA83ABE71B9}"/>
          </ac:spMkLst>
        </pc:spChg>
        <pc:graphicFrameChg chg="add del mod ord modGraphic">
          <ac:chgData name="Avinash Arun Chauhan" userId="S::avinash.chauhan@mahindrauniversity.edu.in::241b5f3e-36f4-4c61-9553-90e6a1c1b8a6" providerId="AD" clId="Web-{AC1AD84D-A6D2-E8B9-4A7C-EFFADECF48E0}" dt="2025-04-01T06:03:56.243" v="2486"/>
          <ac:graphicFrameMkLst>
            <pc:docMk/>
            <pc:sldMk cId="2717123410" sldId="584"/>
            <ac:graphicFrameMk id="10" creationId="{7A4CD8FA-6726-F675-0C6C-C9EE9FD6D200}"/>
          </ac:graphicFrameMkLst>
        </pc:graphicFrameChg>
        <pc:picChg chg="del">
          <ac:chgData name="Avinash Arun Chauhan" userId="S::avinash.chauhan@mahindrauniversity.edu.in::241b5f3e-36f4-4c61-9553-90e6a1c1b8a6" providerId="AD" clId="Web-{AC1AD84D-A6D2-E8B9-4A7C-EFFADECF48E0}" dt="2025-04-01T06:04:01.665" v="2487"/>
          <ac:picMkLst>
            <pc:docMk/>
            <pc:sldMk cId="2717123410" sldId="584"/>
            <ac:picMk id="4" creationId="{934EB5D2-17CC-5A1E-FBDA-8F0C4A9ED505}"/>
          </ac:picMkLst>
        </pc:picChg>
        <pc:picChg chg="add mod ord">
          <ac:chgData name="Avinash Arun Chauhan" userId="S::avinash.chauhan@mahindrauniversity.edu.in::241b5f3e-36f4-4c61-9553-90e6a1c1b8a6" providerId="AD" clId="Web-{AC1AD84D-A6D2-E8B9-4A7C-EFFADECF48E0}" dt="2025-04-01T06:04:35.260" v="2491" actId="1076"/>
          <ac:picMkLst>
            <pc:docMk/>
            <pc:sldMk cId="2717123410" sldId="584"/>
            <ac:picMk id="19" creationId="{D24A8D2A-012D-EB40-8966-0E02DE967E08}"/>
          </ac:picMkLst>
        </pc:picChg>
      </pc:sldChg>
      <pc:sldChg chg="modSp add replId">
        <pc:chgData name="Avinash Arun Chauhan" userId="S::avinash.chauhan@mahindrauniversity.edu.in::241b5f3e-36f4-4c61-9553-90e6a1c1b8a6" providerId="AD" clId="Web-{AC1AD84D-A6D2-E8B9-4A7C-EFFADECF48E0}" dt="2025-04-01T06:17:28.816" v="3448" actId="20577"/>
        <pc:sldMkLst>
          <pc:docMk/>
          <pc:sldMk cId="1605451604" sldId="585"/>
        </pc:sldMkLst>
        <pc:spChg chg="mod">
          <ac:chgData name="Avinash Arun Chauhan" userId="S::avinash.chauhan@mahindrauniversity.edu.in::241b5f3e-36f4-4c61-9553-90e6a1c1b8a6" providerId="AD" clId="Web-{AC1AD84D-A6D2-E8B9-4A7C-EFFADECF48E0}" dt="2025-04-01T06:09:53.770" v="2917" actId="20577"/>
          <ac:spMkLst>
            <pc:docMk/>
            <pc:sldMk cId="1605451604" sldId="585"/>
            <ac:spMk id="2" creationId="{FDEFC3BF-3D75-B42C-AF71-98645B88E8E2}"/>
          </ac:spMkLst>
        </pc:spChg>
        <pc:spChg chg="mod">
          <ac:chgData name="Avinash Arun Chauhan" userId="S::avinash.chauhan@mahindrauniversity.edu.in::241b5f3e-36f4-4c61-9553-90e6a1c1b8a6" providerId="AD" clId="Web-{AC1AD84D-A6D2-E8B9-4A7C-EFFADECF48E0}" dt="2025-04-01T06:17:28.816" v="3448" actId="20577"/>
          <ac:spMkLst>
            <pc:docMk/>
            <pc:sldMk cId="1605451604" sldId="585"/>
            <ac:spMk id="3" creationId="{6460C14C-AD4C-BAE0-B4CD-874ADC3F3916}"/>
          </ac:spMkLst>
        </pc:spChg>
      </pc:sldChg>
      <pc:sldChg chg="modSp add replId">
        <pc:chgData name="Avinash Arun Chauhan" userId="S::avinash.chauhan@mahindrauniversity.edu.in::241b5f3e-36f4-4c61-9553-90e6a1c1b8a6" providerId="AD" clId="Web-{AC1AD84D-A6D2-E8B9-4A7C-EFFADECF48E0}" dt="2025-04-01T06:27:15.117" v="3956" actId="20577"/>
        <pc:sldMkLst>
          <pc:docMk/>
          <pc:sldMk cId="4073262272" sldId="586"/>
        </pc:sldMkLst>
        <pc:spChg chg="mod">
          <ac:chgData name="Avinash Arun Chauhan" userId="S::avinash.chauhan@mahindrauniversity.edu.in::241b5f3e-36f4-4c61-9553-90e6a1c1b8a6" providerId="AD" clId="Web-{AC1AD84D-A6D2-E8B9-4A7C-EFFADECF48E0}" dt="2025-04-01T06:17:54.677" v="3453" actId="20577"/>
          <ac:spMkLst>
            <pc:docMk/>
            <pc:sldMk cId="4073262272" sldId="586"/>
            <ac:spMk id="2" creationId="{35F72A3A-5469-9110-6F2C-A65EF7486528}"/>
          </ac:spMkLst>
        </pc:spChg>
        <pc:spChg chg="mod">
          <ac:chgData name="Avinash Arun Chauhan" userId="S::avinash.chauhan@mahindrauniversity.edu.in::241b5f3e-36f4-4c61-9553-90e6a1c1b8a6" providerId="AD" clId="Web-{AC1AD84D-A6D2-E8B9-4A7C-EFFADECF48E0}" dt="2025-04-01T06:27:15.117" v="3956" actId="20577"/>
          <ac:spMkLst>
            <pc:docMk/>
            <pc:sldMk cId="4073262272" sldId="586"/>
            <ac:spMk id="3" creationId="{7A2BFC52-1A19-4401-4B4F-67BA99F350FE}"/>
          </ac:spMkLst>
        </pc:spChg>
      </pc:sldChg>
      <pc:sldChg chg="modSp add replId">
        <pc:chgData name="Avinash Arun Chauhan" userId="S::avinash.chauhan@mahindrauniversity.edu.in::241b5f3e-36f4-4c61-9553-90e6a1c1b8a6" providerId="AD" clId="Web-{AC1AD84D-A6D2-E8B9-4A7C-EFFADECF48E0}" dt="2025-04-01T06:19:08.195" v="3501" actId="20577"/>
        <pc:sldMkLst>
          <pc:docMk/>
          <pc:sldMk cId="3807726123" sldId="587"/>
        </pc:sldMkLst>
        <pc:spChg chg="mod">
          <ac:chgData name="Avinash Arun Chauhan" userId="S::avinash.chauhan@mahindrauniversity.edu.in::241b5f3e-36f4-4c61-9553-90e6a1c1b8a6" providerId="AD" clId="Web-{AC1AD84D-A6D2-E8B9-4A7C-EFFADECF48E0}" dt="2025-04-01T06:19:02.820" v="3499" actId="20577"/>
          <ac:spMkLst>
            <pc:docMk/>
            <pc:sldMk cId="3807726123" sldId="587"/>
            <ac:spMk id="2" creationId="{3A12A68B-B736-2C71-AE16-7245D256EE90}"/>
          </ac:spMkLst>
        </pc:spChg>
        <pc:spChg chg="mod">
          <ac:chgData name="Avinash Arun Chauhan" userId="S::avinash.chauhan@mahindrauniversity.edu.in::241b5f3e-36f4-4c61-9553-90e6a1c1b8a6" providerId="AD" clId="Web-{AC1AD84D-A6D2-E8B9-4A7C-EFFADECF48E0}" dt="2025-04-01T06:19:08.195" v="3501" actId="20577"/>
          <ac:spMkLst>
            <pc:docMk/>
            <pc:sldMk cId="3807726123" sldId="587"/>
            <ac:spMk id="3" creationId="{433B0058-2DF5-3EDF-4FA4-8B04C1486768}"/>
          </ac:spMkLst>
        </pc:spChg>
      </pc:sldChg>
      <pc:sldChg chg="addSp modSp add replId">
        <pc:chgData name="Avinash Arun Chauhan" userId="S::avinash.chauhan@mahindrauniversity.edu.in::241b5f3e-36f4-4c61-9553-90e6a1c1b8a6" providerId="AD" clId="Web-{AC1AD84D-A6D2-E8B9-4A7C-EFFADECF48E0}" dt="2025-04-01T06:27:50.853" v="3964" actId="1076"/>
        <pc:sldMkLst>
          <pc:docMk/>
          <pc:sldMk cId="3932050764" sldId="588"/>
        </pc:sldMkLst>
        <pc:spChg chg="mod">
          <ac:chgData name="Avinash Arun Chauhan" userId="S::avinash.chauhan@mahindrauniversity.edu.in::241b5f3e-36f4-4c61-9553-90e6a1c1b8a6" providerId="AD" clId="Web-{AC1AD84D-A6D2-E8B9-4A7C-EFFADECF48E0}" dt="2025-04-01T06:27:25.008" v="3960" actId="20577"/>
          <ac:spMkLst>
            <pc:docMk/>
            <pc:sldMk cId="3932050764" sldId="588"/>
            <ac:spMk id="3" creationId="{BC56635F-8B4D-049C-1953-140A96010099}"/>
          </ac:spMkLst>
        </pc:spChg>
        <pc:picChg chg="add mod">
          <ac:chgData name="Avinash Arun Chauhan" userId="S::avinash.chauhan@mahindrauniversity.edu.in::241b5f3e-36f4-4c61-9553-90e6a1c1b8a6" providerId="AD" clId="Web-{AC1AD84D-A6D2-E8B9-4A7C-EFFADECF48E0}" dt="2025-04-01T06:27:50.853" v="3964" actId="1076"/>
          <ac:picMkLst>
            <pc:docMk/>
            <pc:sldMk cId="3932050764" sldId="588"/>
            <ac:picMk id="4" creationId="{55CCB0CC-FE3C-8A1B-761E-D0E1C56867D7}"/>
          </ac:picMkLst>
        </pc:picChg>
      </pc:sldChg>
    </pc:docChg>
  </pc:docChgLst>
  <pc:docChgLst>
    <pc:chgData name="Avinash Arun Chauhan" userId="S::avinash.chauhan@mahindrauniversity.edu.in::241b5f3e-36f4-4c61-9553-90e6a1c1b8a6" providerId="AD" clId="Web-{4F466EE7-B0AB-FF18-4B78-EF577BD3B6CB}"/>
    <pc:docChg chg="modSld">
      <pc:chgData name="Avinash Arun Chauhan" userId="S::avinash.chauhan@mahindrauniversity.edu.in::241b5f3e-36f4-4c61-9553-90e6a1c1b8a6" providerId="AD" clId="Web-{4F466EE7-B0AB-FF18-4B78-EF577BD3B6CB}" dt="2025-01-24T07:38:19.668" v="14" actId="20577"/>
      <pc:docMkLst>
        <pc:docMk/>
      </pc:docMkLst>
      <pc:sldChg chg="modSp">
        <pc:chgData name="Avinash Arun Chauhan" userId="S::avinash.chauhan@mahindrauniversity.edu.in::241b5f3e-36f4-4c61-9553-90e6a1c1b8a6" providerId="AD" clId="Web-{4F466EE7-B0AB-FF18-4B78-EF577BD3B6CB}" dt="2025-01-24T07:38:19.668" v="14" actId="20577"/>
        <pc:sldMkLst>
          <pc:docMk/>
          <pc:sldMk cId="1153999674" sldId="355"/>
        </pc:sldMkLst>
      </pc:sldChg>
    </pc:docChg>
  </pc:docChgLst>
  <pc:docChgLst>
    <pc:chgData name="Avinash Arun Chauhan" userId="S::avinash.chauhan@mahindrauniversity.edu.in::241b5f3e-36f4-4c61-9553-90e6a1c1b8a6" providerId="AD" clId="Web-{0367F7BD-E81A-BEF8-FF7C-84DF6875E46E}"/>
    <pc:docChg chg="addSld delSld modSld sldOrd">
      <pc:chgData name="Avinash Arun Chauhan" userId="S::avinash.chauhan@mahindrauniversity.edu.in::241b5f3e-36f4-4c61-9553-90e6a1c1b8a6" providerId="AD" clId="Web-{0367F7BD-E81A-BEF8-FF7C-84DF6875E46E}" dt="2025-03-17T08:50:25.845" v="5409" actId="1076"/>
      <pc:docMkLst>
        <pc:docMk/>
      </pc:docMkLst>
      <pc:sldChg chg="modSp">
        <pc:chgData name="Avinash Arun Chauhan" userId="S::avinash.chauhan@mahindrauniversity.edu.in::241b5f3e-36f4-4c61-9553-90e6a1c1b8a6" providerId="AD" clId="Web-{0367F7BD-E81A-BEF8-FF7C-84DF6875E46E}" dt="2025-03-17T05:47:10.763" v="2610" actId="20577"/>
        <pc:sldMkLst>
          <pc:docMk/>
          <pc:sldMk cId="3811169343" sldId="426"/>
        </pc:sldMkLst>
        <pc:spChg chg="mod">
          <ac:chgData name="Avinash Arun Chauhan" userId="S::avinash.chauhan@mahindrauniversity.edu.in::241b5f3e-36f4-4c61-9553-90e6a1c1b8a6" providerId="AD" clId="Web-{0367F7BD-E81A-BEF8-FF7C-84DF6875E46E}" dt="2025-03-17T05:47:10.763" v="2610" actId="20577"/>
          <ac:spMkLst>
            <pc:docMk/>
            <pc:sldMk cId="3811169343" sldId="426"/>
            <ac:spMk id="3" creationId="{31932857-BFC7-D9FE-C8F3-E1C975AD4542}"/>
          </ac:spMkLst>
        </pc:spChg>
      </pc:sldChg>
      <pc:sldChg chg="modSp modNotes">
        <pc:chgData name="Avinash Arun Chauhan" userId="S::avinash.chauhan@mahindrauniversity.edu.in::241b5f3e-36f4-4c61-9553-90e6a1c1b8a6" providerId="AD" clId="Web-{0367F7BD-E81A-BEF8-FF7C-84DF6875E46E}" dt="2025-03-17T06:04:00.626" v="2817"/>
        <pc:sldMkLst>
          <pc:docMk/>
          <pc:sldMk cId="2210816079" sldId="520"/>
        </pc:sldMkLst>
        <pc:spChg chg="mod">
          <ac:chgData name="Avinash Arun Chauhan" userId="S::avinash.chauhan@mahindrauniversity.edu.in::241b5f3e-36f4-4c61-9553-90e6a1c1b8a6" providerId="AD" clId="Web-{0367F7BD-E81A-BEF8-FF7C-84DF6875E46E}" dt="2025-03-17T06:01:27.027" v="2794" actId="20577"/>
          <ac:spMkLst>
            <pc:docMk/>
            <pc:sldMk cId="2210816079" sldId="520"/>
            <ac:spMk id="3" creationId="{D6046B0B-6CD7-2EDE-775F-436266772719}"/>
          </ac:spMkLst>
        </pc:spChg>
      </pc:sldChg>
      <pc:sldChg chg="modNotes">
        <pc:chgData name="Avinash Arun Chauhan" userId="S::avinash.chauhan@mahindrauniversity.edu.in::241b5f3e-36f4-4c61-9553-90e6a1c1b8a6" providerId="AD" clId="Web-{0367F7BD-E81A-BEF8-FF7C-84DF6875E46E}" dt="2025-03-17T06:15:49.229" v="3710"/>
        <pc:sldMkLst>
          <pc:docMk/>
          <pc:sldMk cId="1385111681" sldId="521"/>
        </pc:sldMkLst>
      </pc:sldChg>
      <pc:sldChg chg="modSp">
        <pc:chgData name="Avinash Arun Chauhan" userId="S::avinash.chauhan@mahindrauniversity.edu.in::241b5f3e-36f4-4c61-9553-90e6a1c1b8a6" providerId="AD" clId="Web-{0367F7BD-E81A-BEF8-FF7C-84DF6875E46E}" dt="2025-03-17T06:16:08.808" v="3714" actId="20577"/>
        <pc:sldMkLst>
          <pc:docMk/>
          <pc:sldMk cId="1001124138" sldId="523"/>
        </pc:sldMkLst>
        <pc:spChg chg="mod">
          <ac:chgData name="Avinash Arun Chauhan" userId="S::avinash.chauhan@mahindrauniversity.edu.in::241b5f3e-36f4-4c61-9553-90e6a1c1b8a6" providerId="AD" clId="Web-{0367F7BD-E81A-BEF8-FF7C-84DF6875E46E}" dt="2025-03-17T06:16:08.808" v="3714" actId="20577"/>
          <ac:spMkLst>
            <pc:docMk/>
            <pc:sldMk cId="1001124138" sldId="523"/>
            <ac:spMk id="3" creationId="{EC674E00-65C0-78DB-7888-BC087220702C}"/>
          </ac:spMkLst>
        </pc:spChg>
      </pc:sldChg>
      <pc:sldChg chg="modSp">
        <pc:chgData name="Avinash Arun Chauhan" userId="S::avinash.chauhan@mahindrauniversity.edu.in::241b5f3e-36f4-4c61-9553-90e6a1c1b8a6" providerId="AD" clId="Web-{0367F7BD-E81A-BEF8-FF7C-84DF6875E46E}" dt="2025-03-17T06:26:47.877" v="4030" actId="20577"/>
        <pc:sldMkLst>
          <pc:docMk/>
          <pc:sldMk cId="2459760131" sldId="524"/>
        </pc:sldMkLst>
        <pc:spChg chg="mod">
          <ac:chgData name="Avinash Arun Chauhan" userId="S::avinash.chauhan@mahindrauniversity.edu.in::241b5f3e-36f4-4c61-9553-90e6a1c1b8a6" providerId="AD" clId="Web-{0367F7BD-E81A-BEF8-FF7C-84DF6875E46E}" dt="2025-03-17T06:26:47.877" v="4030" actId="20577"/>
          <ac:spMkLst>
            <pc:docMk/>
            <pc:sldMk cId="2459760131" sldId="524"/>
            <ac:spMk id="3" creationId="{D66A1C91-2CFA-F0AE-799D-FBEE34CD89C2}"/>
          </ac:spMkLst>
        </pc:spChg>
      </pc:sldChg>
      <pc:sldChg chg="modSp modNotes">
        <pc:chgData name="Avinash Arun Chauhan" userId="S::avinash.chauhan@mahindrauniversity.edu.in::241b5f3e-36f4-4c61-9553-90e6a1c1b8a6" providerId="AD" clId="Web-{0367F7BD-E81A-BEF8-FF7C-84DF6875E46E}" dt="2025-03-17T08:31:15.582" v="5108"/>
        <pc:sldMkLst>
          <pc:docMk/>
          <pc:sldMk cId="459135711" sldId="537"/>
        </pc:sldMkLst>
        <pc:spChg chg="mod">
          <ac:chgData name="Avinash Arun Chauhan" userId="S::avinash.chauhan@mahindrauniversity.edu.in::241b5f3e-36f4-4c61-9553-90e6a1c1b8a6" providerId="AD" clId="Web-{0367F7BD-E81A-BEF8-FF7C-84DF6875E46E}" dt="2025-03-17T06:10:36.250" v="3454" actId="20577"/>
          <ac:spMkLst>
            <pc:docMk/>
            <pc:sldMk cId="459135711" sldId="537"/>
            <ac:spMk id="3" creationId="{CF408DFA-52F7-71A7-95F0-471B20EC4B31}"/>
          </ac:spMkLst>
        </pc:spChg>
      </pc:sldChg>
      <pc:sldChg chg="modSp">
        <pc:chgData name="Avinash Arun Chauhan" userId="S::avinash.chauhan@mahindrauniversity.edu.in::241b5f3e-36f4-4c61-9553-90e6a1c1b8a6" providerId="AD" clId="Web-{0367F7BD-E81A-BEF8-FF7C-84DF6875E46E}" dt="2025-03-17T06:09:44.435" v="3333" actId="20577"/>
        <pc:sldMkLst>
          <pc:docMk/>
          <pc:sldMk cId="2464847432" sldId="538"/>
        </pc:sldMkLst>
        <pc:spChg chg="mod">
          <ac:chgData name="Avinash Arun Chauhan" userId="S::avinash.chauhan@mahindrauniversity.edu.in::241b5f3e-36f4-4c61-9553-90e6a1c1b8a6" providerId="AD" clId="Web-{0367F7BD-E81A-BEF8-FF7C-84DF6875E46E}" dt="2025-03-17T06:09:44.435" v="3333" actId="20577"/>
          <ac:spMkLst>
            <pc:docMk/>
            <pc:sldMk cId="2464847432" sldId="538"/>
            <ac:spMk id="3" creationId="{BB2723DE-C469-9051-050A-9B28CA29CE2E}"/>
          </ac:spMkLst>
        </pc:spChg>
      </pc:sldChg>
      <pc:sldChg chg="modSp">
        <pc:chgData name="Avinash Arun Chauhan" userId="S::avinash.chauhan@mahindrauniversity.edu.in::241b5f3e-36f4-4c61-9553-90e6a1c1b8a6" providerId="AD" clId="Web-{0367F7BD-E81A-BEF8-FF7C-84DF6875E46E}" dt="2025-03-17T06:11:18.204" v="3474" actId="20577"/>
        <pc:sldMkLst>
          <pc:docMk/>
          <pc:sldMk cId="1206480458" sldId="539"/>
        </pc:sldMkLst>
        <pc:spChg chg="mod">
          <ac:chgData name="Avinash Arun Chauhan" userId="S::avinash.chauhan@mahindrauniversity.edu.in::241b5f3e-36f4-4c61-9553-90e6a1c1b8a6" providerId="AD" clId="Web-{0367F7BD-E81A-BEF8-FF7C-84DF6875E46E}" dt="2025-03-17T06:11:18.204" v="3474" actId="20577"/>
          <ac:spMkLst>
            <pc:docMk/>
            <pc:sldMk cId="1206480458" sldId="539"/>
            <ac:spMk id="3" creationId="{2D33DCC8-B508-9381-4015-3B42777AD359}"/>
          </ac:spMkLst>
        </pc:spChg>
      </pc:sldChg>
      <pc:sldChg chg="modNotes">
        <pc:chgData name="Avinash Arun Chauhan" userId="S::avinash.chauhan@mahindrauniversity.edu.in::241b5f3e-36f4-4c61-9553-90e6a1c1b8a6" providerId="AD" clId="Web-{0367F7BD-E81A-BEF8-FF7C-84DF6875E46E}" dt="2025-03-17T06:18:07.250" v="3791"/>
        <pc:sldMkLst>
          <pc:docMk/>
          <pc:sldMk cId="441690049" sldId="541"/>
        </pc:sldMkLst>
      </pc:sldChg>
      <pc:sldChg chg="modSp">
        <pc:chgData name="Avinash Arun Chauhan" userId="S::avinash.chauhan@mahindrauniversity.edu.in::241b5f3e-36f4-4c61-9553-90e6a1c1b8a6" providerId="AD" clId="Web-{0367F7BD-E81A-BEF8-FF7C-84DF6875E46E}" dt="2025-03-17T06:18:25.126" v="3796" actId="20577"/>
        <pc:sldMkLst>
          <pc:docMk/>
          <pc:sldMk cId="3619178225" sldId="542"/>
        </pc:sldMkLst>
        <pc:spChg chg="mod">
          <ac:chgData name="Avinash Arun Chauhan" userId="S::avinash.chauhan@mahindrauniversity.edu.in::241b5f3e-36f4-4c61-9553-90e6a1c1b8a6" providerId="AD" clId="Web-{0367F7BD-E81A-BEF8-FF7C-84DF6875E46E}" dt="2025-03-17T06:18:25.126" v="3796" actId="20577"/>
          <ac:spMkLst>
            <pc:docMk/>
            <pc:sldMk cId="3619178225" sldId="542"/>
            <ac:spMk id="3" creationId="{134D2F87-2A43-124D-4092-6E7AF9A64675}"/>
          </ac:spMkLst>
        </pc:spChg>
      </pc:sldChg>
      <pc:sldChg chg="modSp add replId">
        <pc:chgData name="Avinash Arun Chauhan" userId="S::avinash.chauhan@mahindrauniversity.edu.in::241b5f3e-36f4-4c61-9553-90e6a1c1b8a6" providerId="AD" clId="Web-{0367F7BD-E81A-BEF8-FF7C-84DF6875E46E}" dt="2025-03-17T08:39:44.704" v="5331" actId="20577"/>
        <pc:sldMkLst>
          <pc:docMk/>
          <pc:sldMk cId="2290421655" sldId="544"/>
        </pc:sldMkLst>
        <pc:spChg chg="mod">
          <ac:chgData name="Avinash Arun Chauhan" userId="S::avinash.chauhan@mahindrauniversity.edu.in::241b5f3e-36f4-4c61-9553-90e6a1c1b8a6" providerId="AD" clId="Web-{0367F7BD-E81A-BEF8-FF7C-84DF6875E46E}" dt="2025-03-17T04:38:20.316" v="325" actId="20577"/>
          <ac:spMkLst>
            <pc:docMk/>
            <pc:sldMk cId="2290421655" sldId="544"/>
            <ac:spMk id="2" creationId="{831CE380-B1AF-BB59-6437-0CC58686738C}"/>
          </ac:spMkLst>
        </pc:spChg>
        <pc:spChg chg="mod">
          <ac:chgData name="Avinash Arun Chauhan" userId="S::avinash.chauhan@mahindrauniversity.edu.in::241b5f3e-36f4-4c61-9553-90e6a1c1b8a6" providerId="AD" clId="Web-{0367F7BD-E81A-BEF8-FF7C-84DF6875E46E}" dt="2025-03-17T08:39:44.704" v="5331" actId="20577"/>
          <ac:spMkLst>
            <pc:docMk/>
            <pc:sldMk cId="2290421655" sldId="544"/>
            <ac:spMk id="3" creationId="{71A8C27C-A396-AF7B-3560-E52829F4A2FC}"/>
          </ac:spMkLst>
        </pc:spChg>
      </pc:sldChg>
      <pc:sldChg chg="addSp delSp modSp add replId">
        <pc:chgData name="Avinash Arun Chauhan" userId="S::avinash.chauhan@mahindrauniversity.edu.in::241b5f3e-36f4-4c61-9553-90e6a1c1b8a6" providerId="AD" clId="Web-{0367F7BD-E81A-BEF8-FF7C-84DF6875E46E}" dt="2025-03-17T04:43:26.827" v="580" actId="1076"/>
        <pc:sldMkLst>
          <pc:docMk/>
          <pc:sldMk cId="2343679900" sldId="545"/>
        </pc:sldMkLst>
        <pc:spChg chg="mod">
          <ac:chgData name="Avinash Arun Chauhan" userId="S::avinash.chauhan@mahindrauniversity.edu.in::241b5f3e-36f4-4c61-9553-90e6a1c1b8a6" providerId="AD" clId="Web-{0367F7BD-E81A-BEF8-FF7C-84DF6875E46E}" dt="2025-03-17T04:42:30.700" v="575" actId="20577"/>
          <ac:spMkLst>
            <pc:docMk/>
            <pc:sldMk cId="2343679900" sldId="545"/>
            <ac:spMk id="2" creationId="{B469ADAF-B1E9-1F9A-DA7A-668AE93C5283}"/>
          </ac:spMkLst>
        </pc:spChg>
        <pc:spChg chg="del">
          <ac:chgData name="Avinash Arun Chauhan" userId="S::avinash.chauhan@mahindrauniversity.edu.in::241b5f3e-36f4-4c61-9553-90e6a1c1b8a6" providerId="AD" clId="Web-{0367F7BD-E81A-BEF8-FF7C-84DF6875E46E}" dt="2025-03-17T04:43:14.139" v="576"/>
          <ac:spMkLst>
            <pc:docMk/>
            <pc:sldMk cId="2343679900" sldId="545"/>
            <ac:spMk id="3" creationId="{EF14BA4A-9018-A16C-2928-81C3CF7814A2}"/>
          </ac:spMkLst>
        </pc:spChg>
        <pc:spChg chg="add del mod">
          <ac:chgData name="Avinash Arun Chauhan" userId="S::avinash.chauhan@mahindrauniversity.edu.in::241b5f3e-36f4-4c61-9553-90e6a1c1b8a6" providerId="AD" clId="Web-{0367F7BD-E81A-BEF8-FF7C-84DF6875E46E}" dt="2025-03-17T04:43:15.545" v="577"/>
          <ac:spMkLst>
            <pc:docMk/>
            <pc:sldMk cId="2343679900" sldId="545"/>
            <ac:spMk id="5" creationId="{347925B8-A84D-83A3-FC60-3E8EC1BCD744}"/>
          </ac:spMkLst>
        </pc:spChg>
        <pc:picChg chg="add mod ord">
          <ac:chgData name="Avinash Arun Chauhan" userId="S::avinash.chauhan@mahindrauniversity.edu.in::241b5f3e-36f4-4c61-9553-90e6a1c1b8a6" providerId="AD" clId="Web-{0367F7BD-E81A-BEF8-FF7C-84DF6875E46E}" dt="2025-03-17T04:43:26.827" v="580" actId="1076"/>
          <ac:picMkLst>
            <pc:docMk/>
            <pc:sldMk cId="2343679900" sldId="545"/>
            <ac:picMk id="9" creationId="{26CDA2E0-015B-9A7A-F614-617C6EFA9045}"/>
          </ac:picMkLst>
        </pc:picChg>
      </pc:sldChg>
      <pc:sldChg chg="addSp delSp modSp add replId">
        <pc:chgData name="Avinash Arun Chauhan" userId="S::avinash.chauhan@mahindrauniversity.edu.in::241b5f3e-36f4-4c61-9553-90e6a1c1b8a6" providerId="AD" clId="Web-{0367F7BD-E81A-BEF8-FF7C-84DF6875E46E}" dt="2025-03-17T08:50:25.845" v="5409" actId="1076"/>
        <pc:sldMkLst>
          <pc:docMk/>
          <pc:sldMk cId="32424817" sldId="546"/>
        </pc:sldMkLst>
        <pc:spChg chg="add mod">
          <ac:chgData name="Avinash Arun Chauhan" userId="S::avinash.chauhan@mahindrauniversity.edu.in::241b5f3e-36f4-4c61-9553-90e6a1c1b8a6" providerId="AD" clId="Web-{0367F7BD-E81A-BEF8-FF7C-84DF6875E46E}" dt="2025-03-17T08:50:25.845" v="5409" actId="1076"/>
          <ac:spMkLst>
            <pc:docMk/>
            <pc:sldMk cId="32424817" sldId="546"/>
            <ac:spMk id="3" creationId="{E760894F-0316-BA8E-D850-053D904B11BB}"/>
          </ac:spMkLst>
        </pc:spChg>
        <pc:spChg chg="add mod">
          <ac:chgData name="Avinash Arun Chauhan" userId="S::avinash.chauhan@mahindrauniversity.edu.in::241b5f3e-36f4-4c61-9553-90e6a1c1b8a6" providerId="AD" clId="Web-{0367F7BD-E81A-BEF8-FF7C-84DF6875E46E}" dt="2025-03-17T04:44:59.892" v="619" actId="20577"/>
          <ac:spMkLst>
            <pc:docMk/>
            <pc:sldMk cId="32424817" sldId="546"/>
            <ac:spMk id="4" creationId="{9569E30A-4BB4-992D-E644-A3921D94FA5F}"/>
          </ac:spMkLst>
        </pc:spChg>
        <pc:picChg chg="add mod">
          <ac:chgData name="Avinash Arun Chauhan" userId="S::avinash.chauhan@mahindrauniversity.edu.in::241b5f3e-36f4-4c61-9553-90e6a1c1b8a6" providerId="AD" clId="Web-{0367F7BD-E81A-BEF8-FF7C-84DF6875E46E}" dt="2025-03-17T04:45:26.815" v="621" actId="14100"/>
          <ac:picMkLst>
            <pc:docMk/>
            <pc:sldMk cId="32424817" sldId="546"/>
            <ac:picMk id="5" creationId="{94FF752A-1547-661E-E8A4-9E474D1BAA13}"/>
          </ac:picMkLst>
        </pc:picChg>
        <pc:picChg chg="del">
          <ac:chgData name="Avinash Arun Chauhan" userId="S::avinash.chauhan@mahindrauniversity.edu.in::241b5f3e-36f4-4c61-9553-90e6a1c1b8a6" providerId="AD" clId="Web-{0367F7BD-E81A-BEF8-FF7C-84DF6875E46E}" dt="2025-03-17T04:43:55.125" v="582"/>
          <ac:picMkLst>
            <pc:docMk/>
            <pc:sldMk cId="32424817" sldId="546"/>
            <ac:picMk id="9" creationId="{536CC070-8076-5ADF-E861-6A9693031485}"/>
          </ac:picMkLst>
        </pc:picChg>
      </pc:sldChg>
      <pc:sldChg chg="addSp delSp modSp add replId">
        <pc:chgData name="Avinash Arun Chauhan" userId="S::avinash.chauhan@mahindrauniversity.edu.in::241b5f3e-36f4-4c61-9553-90e6a1c1b8a6" providerId="AD" clId="Web-{0367F7BD-E81A-BEF8-FF7C-84DF6875E46E}" dt="2025-03-17T04:46:53.443" v="650" actId="14100"/>
        <pc:sldMkLst>
          <pc:docMk/>
          <pc:sldMk cId="2485763350" sldId="547"/>
        </pc:sldMkLst>
        <pc:spChg chg="mod">
          <ac:chgData name="Avinash Arun Chauhan" userId="S::avinash.chauhan@mahindrauniversity.edu.in::241b5f3e-36f4-4c61-9553-90e6a1c1b8a6" providerId="AD" clId="Web-{0367F7BD-E81A-BEF8-FF7C-84DF6875E46E}" dt="2025-03-17T04:46:19.723" v="646" actId="20577"/>
          <ac:spMkLst>
            <pc:docMk/>
            <pc:sldMk cId="2485763350" sldId="547"/>
            <ac:spMk id="4" creationId="{1D09E86A-C50C-0B54-29AB-FEC601BA0C31}"/>
          </ac:spMkLst>
        </pc:spChg>
        <pc:picChg chg="add mod">
          <ac:chgData name="Avinash Arun Chauhan" userId="S::avinash.chauhan@mahindrauniversity.edu.in::241b5f3e-36f4-4c61-9553-90e6a1c1b8a6" providerId="AD" clId="Web-{0367F7BD-E81A-BEF8-FF7C-84DF6875E46E}" dt="2025-03-17T04:46:53.443" v="650" actId="14100"/>
          <ac:picMkLst>
            <pc:docMk/>
            <pc:sldMk cId="2485763350" sldId="547"/>
            <ac:picMk id="3" creationId="{6D5F22B8-E2E0-9C16-C59E-EE5CE32AF003}"/>
          </ac:picMkLst>
        </pc:picChg>
        <pc:picChg chg="del">
          <ac:chgData name="Avinash Arun Chauhan" userId="S::avinash.chauhan@mahindrauniversity.edu.in::241b5f3e-36f4-4c61-9553-90e6a1c1b8a6" providerId="AD" clId="Web-{0367F7BD-E81A-BEF8-FF7C-84DF6875E46E}" dt="2025-03-17T04:46:23.411" v="647"/>
          <ac:picMkLst>
            <pc:docMk/>
            <pc:sldMk cId="2485763350" sldId="547"/>
            <ac:picMk id="5" creationId="{34D93107-2F84-5B8B-D0C7-5F908FC04B68}"/>
          </ac:picMkLst>
        </pc:picChg>
      </pc:sldChg>
      <pc:sldChg chg="modSp add del replId">
        <pc:chgData name="Avinash Arun Chauhan" userId="S::avinash.chauhan@mahindrauniversity.edu.in::241b5f3e-36f4-4c61-9553-90e6a1c1b8a6" providerId="AD" clId="Web-{0367F7BD-E81A-BEF8-FF7C-84DF6875E46E}" dt="2025-03-17T04:52:08.001" v="815" actId="20577"/>
        <pc:sldMkLst>
          <pc:docMk/>
          <pc:sldMk cId="3561408596" sldId="548"/>
        </pc:sldMkLst>
        <pc:spChg chg="mod">
          <ac:chgData name="Avinash Arun Chauhan" userId="S::avinash.chauhan@mahindrauniversity.edu.in::241b5f3e-36f4-4c61-9553-90e6a1c1b8a6" providerId="AD" clId="Web-{0367F7BD-E81A-BEF8-FF7C-84DF6875E46E}" dt="2025-03-17T04:50:31.217" v="665" actId="20577"/>
          <ac:spMkLst>
            <pc:docMk/>
            <pc:sldMk cId="3561408596" sldId="548"/>
            <ac:spMk id="2" creationId="{4B213C85-C6BC-15A7-2977-619255860570}"/>
          </ac:spMkLst>
        </pc:spChg>
        <pc:spChg chg="mod">
          <ac:chgData name="Avinash Arun Chauhan" userId="S::avinash.chauhan@mahindrauniversity.edu.in::241b5f3e-36f4-4c61-9553-90e6a1c1b8a6" providerId="AD" clId="Web-{0367F7BD-E81A-BEF8-FF7C-84DF6875E46E}" dt="2025-03-17T04:52:08.001" v="815" actId="20577"/>
          <ac:spMkLst>
            <pc:docMk/>
            <pc:sldMk cId="3561408596" sldId="548"/>
            <ac:spMk id="3" creationId="{B1B43F64-F530-CBC5-19E1-04C2AA263454}"/>
          </ac:spMkLst>
        </pc:spChg>
      </pc:sldChg>
      <pc:sldChg chg="modSp add replId">
        <pc:chgData name="Avinash Arun Chauhan" userId="S::avinash.chauhan@mahindrauniversity.edu.in::241b5f3e-36f4-4c61-9553-90e6a1c1b8a6" providerId="AD" clId="Web-{0367F7BD-E81A-BEF8-FF7C-84DF6875E46E}" dt="2025-03-17T08:40:55.956" v="5361" actId="20577"/>
        <pc:sldMkLst>
          <pc:docMk/>
          <pc:sldMk cId="2340896708" sldId="549"/>
        </pc:sldMkLst>
        <pc:spChg chg="mod">
          <ac:chgData name="Avinash Arun Chauhan" userId="S::avinash.chauhan@mahindrauniversity.edu.in::241b5f3e-36f4-4c61-9553-90e6a1c1b8a6" providerId="AD" clId="Web-{0367F7BD-E81A-BEF8-FF7C-84DF6875E46E}" dt="2025-03-17T08:40:55.956" v="5361" actId="20577"/>
          <ac:spMkLst>
            <pc:docMk/>
            <pc:sldMk cId="2340896708" sldId="549"/>
            <ac:spMk id="3" creationId="{518FC6AB-B74C-9F27-C7CB-BA0E39894C08}"/>
          </ac:spMkLst>
        </pc:spChg>
      </pc:sldChg>
      <pc:sldChg chg="addSp delSp modSp add replId">
        <pc:chgData name="Avinash Arun Chauhan" userId="S::avinash.chauhan@mahindrauniversity.edu.in::241b5f3e-36f4-4c61-9553-90e6a1c1b8a6" providerId="AD" clId="Web-{0367F7BD-E81A-BEF8-FF7C-84DF6875E46E}" dt="2025-03-17T04:55:51.025" v="1044" actId="1076"/>
        <pc:sldMkLst>
          <pc:docMk/>
          <pc:sldMk cId="3416988593" sldId="550"/>
        </pc:sldMkLst>
        <pc:spChg chg="mod">
          <ac:chgData name="Avinash Arun Chauhan" userId="S::avinash.chauhan@mahindrauniversity.edu.in::241b5f3e-36f4-4c61-9553-90e6a1c1b8a6" providerId="AD" clId="Web-{0367F7BD-E81A-BEF8-FF7C-84DF6875E46E}" dt="2025-03-17T04:55:40.477" v="1039" actId="20577"/>
          <ac:spMkLst>
            <pc:docMk/>
            <pc:sldMk cId="3416988593" sldId="550"/>
            <ac:spMk id="2" creationId="{5CC0AA7C-7E92-F6C8-D5BA-C46D658B8C58}"/>
          </ac:spMkLst>
        </pc:spChg>
        <pc:spChg chg="add del mod">
          <ac:chgData name="Avinash Arun Chauhan" userId="S::avinash.chauhan@mahindrauniversity.edu.in::241b5f3e-36f4-4c61-9553-90e6a1c1b8a6" providerId="AD" clId="Web-{0367F7BD-E81A-BEF8-FF7C-84DF6875E46E}" dt="2025-03-17T04:55:42.430" v="1041"/>
          <ac:spMkLst>
            <pc:docMk/>
            <pc:sldMk cId="3416988593" sldId="550"/>
            <ac:spMk id="4" creationId="{1206A5C4-1F08-0C14-C857-BEB7E90BB4F8}"/>
          </ac:spMkLst>
        </pc:spChg>
        <pc:picChg chg="add mod ord">
          <ac:chgData name="Avinash Arun Chauhan" userId="S::avinash.chauhan@mahindrauniversity.edu.in::241b5f3e-36f4-4c61-9553-90e6a1c1b8a6" providerId="AD" clId="Web-{0367F7BD-E81A-BEF8-FF7C-84DF6875E46E}" dt="2025-03-17T04:55:51.025" v="1044" actId="1076"/>
          <ac:picMkLst>
            <pc:docMk/>
            <pc:sldMk cId="3416988593" sldId="550"/>
            <ac:picMk id="5" creationId="{971028D8-ADFC-B4D4-B801-CE2F2EBDB23A}"/>
          </ac:picMkLst>
        </pc:picChg>
        <pc:picChg chg="del">
          <ac:chgData name="Avinash Arun Chauhan" userId="S::avinash.chauhan@mahindrauniversity.edu.in::241b5f3e-36f4-4c61-9553-90e6a1c1b8a6" providerId="AD" clId="Web-{0367F7BD-E81A-BEF8-FF7C-84DF6875E46E}" dt="2025-03-17T04:55:41.305" v="1040"/>
          <ac:picMkLst>
            <pc:docMk/>
            <pc:sldMk cId="3416988593" sldId="550"/>
            <ac:picMk id="9" creationId="{0DDF3B11-5B74-2CB9-008D-4C18A8AE4B08}"/>
          </ac:picMkLst>
        </pc:picChg>
      </pc:sldChg>
      <pc:sldChg chg="addSp delSp modSp add replId">
        <pc:chgData name="Avinash Arun Chauhan" userId="S::avinash.chauhan@mahindrauniversity.edu.in::241b5f3e-36f4-4c61-9553-90e6a1c1b8a6" providerId="AD" clId="Web-{0367F7BD-E81A-BEF8-FF7C-84DF6875E46E}" dt="2025-03-17T04:57:57.576" v="1059" actId="1076"/>
        <pc:sldMkLst>
          <pc:docMk/>
          <pc:sldMk cId="3412932967" sldId="551"/>
        </pc:sldMkLst>
        <pc:spChg chg="add del mod">
          <ac:chgData name="Avinash Arun Chauhan" userId="S::avinash.chauhan@mahindrauniversity.edu.in::241b5f3e-36f4-4c61-9553-90e6a1c1b8a6" providerId="AD" clId="Web-{0367F7BD-E81A-BEF8-FF7C-84DF6875E46E}" dt="2025-03-17T04:57:13.715" v="1047"/>
          <ac:spMkLst>
            <pc:docMk/>
            <pc:sldMk cId="3412932967" sldId="551"/>
            <ac:spMk id="4" creationId="{0E1402A9-F49C-1F35-E346-452F215F4A96}"/>
          </ac:spMkLst>
        </pc:spChg>
        <pc:picChg chg="del">
          <ac:chgData name="Avinash Arun Chauhan" userId="S::avinash.chauhan@mahindrauniversity.edu.in::241b5f3e-36f4-4c61-9553-90e6a1c1b8a6" providerId="AD" clId="Web-{0367F7BD-E81A-BEF8-FF7C-84DF6875E46E}" dt="2025-03-17T04:56:58.886" v="1046"/>
          <ac:picMkLst>
            <pc:docMk/>
            <pc:sldMk cId="3412932967" sldId="551"/>
            <ac:picMk id="5" creationId="{9183E335-9A61-1340-BA86-1951008985DF}"/>
          </ac:picMkLst>
        </pc:picChg>
        <pc:picChg chg="add mod ord">
          <ac:chgData name="Avinash Arun Chauhan" userId="S::avinash.chauhan@mahindrauniversity.edu.in::241b5f3e-36f4-4c61-9553-90e6a1c1b8a6" providerId="AD" clId="Web-{0367F7BD-E81A-BEF8-FF7C-84DF6875E46E}" dt="2025-03-17T04:57:57.576" v="1059" actId="1076"/>
          <ac:picMkLst>
            <pc:docMk/>
            <pc:sldMk cId="3412932967" sldId="551"/>
            <ac:picMk id="9" creationId="{BA3C7357-9F06-3850-35F7-B4D36E803C26}"/>
          </ac:picMkLst>
        </pc:picChg>
        <pc:picChg chg="add mod">
          <ac:chgData name="Avinash Arun Chauhan" userId="S::avinash.chauhan@mahindrauniversity.edu.in::241b5f3e-36f4-4c61-9553-90e6a1c1b8a6" providerId="AD" clId="Web-{0367F7BD-E81A-BEF8-FF7C-84DF6875E46E}" dt="2025-03-17T04:57:55.279" v="1058" actId="1076"/>
          <ac:picMkLst>
            <pc:docMk/>
            <pc:sldMk cId="3412932967" sldId="551"/>
            <ac:picMk id="10" creationId="{BC0AC9B4-ACBE-BC63-3F7C-45422546C76C}"/>
          </ac:picMkLst>
        </pc:picChg>
      </pc:sldChg>
      <pc:sldChg chg="addSp delSp modSp add del replId">
        <pc:chgData name="Avinash Arun Chauhan" userId="S::avinash.chauhan@mahindrauniversity.edu.in::241b5f3e-36f4-4c61-9553-90e6a1c1b8a6" providerId="AD" clId="Web-{0367F7BD-E81A-BEF8-FF7C-84DF6875E46E}" dt="2025-03-17T05:16:17.120" v="1391" actId="1076"/>
        <pc:sldMkLst>
          <pc:docMk/>
          <pc:sldMk cId="166915190" sldId="552"/>
        </pc:sldMkLst>
        <pc:spChg chg="mod">
          <ac:chgData name="Avinash Arun Chauhan" userId="S::avinash.chauhan@mahindrauniversity.edu.in::241b5f3e-36f4-4c61-9553-90e6a1c1b8a6" providerId="AD" clId="Web-{0367F7BD-E81A-BEF8-FF7C-84DF6875E46E}" dt="2025-03-17T05:15:27.525" v="1385" actId="20577"/>
          <ac:spMkLst>
            <pc:docMk/>
            <pc:sldMk cId="166915190" sldId="552"/>
            <ac:spMk id="2" creationId="{319A4A4A-46FA-A1E3-84F5-A0C0CB09A839}"/>
          </ac:spMkLst>
        </pc:spChg>
        <pc:spChg chg="add del mod">
          <ac:chgData name="Avinash Arun Chauhan" userId="S::avinash.chauhan@mahindrauniversity.edu.in::241b5f3e-36f4-4c61-9553-90e6a1c1b8a6" providerId="AD" clId="Web-{0367F7BD-E81A-BEF8-FF7C-84DF6875E46E}" dt="2025-03-17T05:16:06.620" v="1388"/>
          <ac:spMkLst>
            <pc:docMk/>
            <pc:sldMk cId="166915190" sldId="552"/>
            <ac:spMk id="4" creationId="{185D8E47-CF86-99D1-E0E8-42ED9A388C0F}"/>
          </ac:spMkLst>
        </pc:spChg>
        <pc:picChg chg="add mod ord">
          <ac:chgData name="Avinash Arun Chauhan" userId="S::avinash.chauhan@mahindrauniversity.edu.in::241b5f3e-36f4-4c61-9553-90e6a1c1b8a6" providerId="AD" clId="Web-{0367F7BD-E81A-BEF8-FF7C-84DF6875E46E}" dt="2025-03-17T05:16:17.120" v="1391" actId="1076"/>
          <ac:picMkLst>
            <pc:docMk/>
            <pc:sldMk cId="166915190" sldId="552"/>
            <ac:picMk id="5" creationId="{D6D0A865-38E6-9067-6F31-9FAD89BEC8D2}"/>
          </ac:picMkLst>
        </pc:picChg>
        <pc:picChg chg="del">
          <ac:chgData name="Avinash Arun Chauhan" userId="S::avinash.chauhan@mahindrauniversity.edu.in::241b5f3e-36f4-4c61-9553-90e6a1c1b8a6" providerId="AD" clId="Web-{0367F7BD-E81A-BEF8-FF7C-84DF6875E46E}" dt="2025-03-17T05:15:29.838" v="1386"/>
          <ac:picMkLst>
            <pc:docMk/>
            <pc:sldMk cId="166915190" sldId="552"/>
            <ac:picMk id="9" creationId="{526F3285-8416-4709-A721-47CC79D728F7}"/>
          </ac:picMkLst>
        </pc:picChg>
        <pc:picChg chg="del">
          <ac:chgData name="Avinash Arun Chauhan" userId="S::avinash.chauhan@mahindrauniversity.edu.in::241b5f3e-36f4-4c61-9553-90e6a1c1b8a6" providerId="AD" clId="Web-{0367F7BD-E81A-BEF8-FF7C-84DF6875E46E}" dt="2025-03-17T05:15:35.244" v="1387"/>
          <ac:picMkLst>
            <pc:docMk/>
            <pc:sldMk cId="166915190" sldId="552"/>
            <ac:picMk id="10" creationId="{190C7E5F-8F06-C160-FF82-84F191BF68FC}"/>
          </ac:picMkLst>
        </pc:picChg>
      </pc:sldChg>
      <pc:sldChg chg="addSp delSp modSp add replId">
        <pc:chgData name="Avinash Arun Chauhan" userId="S::avinash.chauhan@mahindrauniversity.edu.in::241b5f3e-36f4-4c61-9553-90e6a1c1b8a6" providerId="AD" clId="Web-{0367F7BD-E81A-BEF8-FF7C-84DF6875E46E}" dt="2025-03-17T05:10:00.779" v="1372" actId="1076"/>
        <pc:sldMkLst>
          <pc:docMk/>
          <pc:sldMk cId="3322212427" sldId="553"/>
        </pc:sldMkLst>
        <pc:spChg chg="mod">
          <ac:chgData name="Avinash Arun Chauhan" userId="S::avinash.chauhan@mahindrauniversity.edu.in::241b5f3e-36f4-4c61-9553-90e6a1c1b8a6" providerId="AD" clId="Web-{0367F7BD-E81A-BEF8-FF7C-84DF6875E46E}" dt="2025-03-17T05:09:49.794" v="1367" actId="20577"/>
          <ac:spMkLst>
            <pc:docMk/>
            <pc:sldMk cId="3322212427" sldId="553"/>
            <ac:spMk id="2" creationId="{2CB6E988-8E1C-1381-80F8-E425A22083C3}"/>
          </ac:spMkLst>
        </pc:spChg>
        <pc:spChg chg="add del mod">
          <ac:chgData name="Avinash Arun Chauhan" userId="S::avinash.chauhan@mahindrauniversity.edu.in::241b5f3e-36f4-4c61-9553-90e6a1c1b8a6" providerId="AD" clId="Web-{0367F7BD-E81A-BEF8-FF7C-84DF6875E46E}" dt="2025-03-17T05:09:53.060" v="1369"/>
          <ac:spMkLst>
            <pc:docMk/>
            <pc:sldMk cId="3322212427" sldId="553"/>
            <ac:spMk id="4" creationId="{AC663D29-05ED-22FD-6C52-17C58B42E01E}"/>
          </ac:spMkLst>
        </pc:spChg>
        <pc:picChg chg="del">
          <ac:chgData name="Avinash Arun Chauhan" userId="S::avinash.chauhan@mahindrauniversity.edu.in::241b5f3e-36f4-4c61-9553-90e6a1c1b8a6" providerId="AD" clId="Web-{0367F7BD-E81A-BEF8-FF7C-84DF6875E46E}" dt="2025-03-17T05:09:51.841" v="1368"/>
          <ac:picMkLst>
            <pc:docMk/>
            <pc:sldMk cId="3322212427" sldId="553"/>
            <ac:picMk id="5" creationId="{C0EB5C47-34C2-6935-63EB-2538BB0BDC01}"/>
          </ac:picMkLst>
        </pc:picChg>
        <pc:picChg chg="add mod ord">
          <ac:chgData name="Avinash Arun Chauhan" userId="S::avinash.chauhan@mahindrauniversity.edu.in::241b5f3e-36f4-4c61-9553-90e6a1c1b8a6" providerId="AD" clId="Web-{0367F7BD-E81A-BEF8-FF7C-84DF6875E46E}" dt="2025-03-17T05:10:00.779" v="1372" actId="1076"/>
          <ac:picMkLst>
            <pc:docMk/>
            <pc:sldMk cId="3322212427" sldId="553"/>
            <ac:picMk id="9" creationId="{881A8DF0-90FD-7A1B-BC68-4B070F05E866}"/>
          </ac:picMkLst>
        </pc:picChg>
      </pc:sldChg>
      <pc:sldChg chg="add del replId">
        <pc:chgData name="Avinash Arun Chauhan" userId="S::avinash.chauhan@mahindrauniversity.edu.in::241b5f3e-36f4-4c61-9553-90e6a1c1b8a6" providerId="AD" clId="Web-{0367F7BD-E81A-BEF8-FF7C-84DF6875E46E}" dt="2025-03-17T05:09:38.966" v="1356"/>
        <pc:sldMkLst>
          <pc:docMk/>
          <pc:sldMk cId="2172872689" sldId="554"/>
        </pc:sldMkLst>
      </pc:sldChg>
      <pc:sldChg chg="modSp add replId">
        <pc:chgData name="Avinash Arun Chauhan" userId="S::avinash.chauhan@mahindrauniversity.edu.in::241b5f3e-36f4-4c61-9553-90e6a1c1b8a6" providerId="AD" clId="Web-{0367F7BD-E81A-BEF8-FF7C-84DF6875E46E}" dt="2025-03-17T05:09:38.122" v="1355" actId="20577"/>
        <pc:sldMkLst>
          <pc:docMk/>
          <pc:sldMk cId="3908321294" sldId="555"/>
        </pc:sldMkLst>
        <pc:spChg chg="mod">
          <ac:chgData name="Avinash Arun Chauhan" userId="S::avinash.chauhan@mahindrauniversity.edu.in::241b5f3e-36f4-4c61-9553-90e6a1c1b8a6" providerId="AD" clId="Web-{0367F7BD-E81A-BEF8-FF7C-84DF6875E46E}" dt="2025-03-17T05:06:44.085" v="1073" actId="20577"/>
          <ac:spMkLst>
            <pc:docMk/>
            <pc:sldMk cId="3908321294" sldId="555"/>
            <ac:spMk id="2" creationId="{7202A38D-EBCC-7670-D70C-EAA57AA94F51}"/>
          </ac:spMkLst>
        </pc:spChg>
        <pc:spChg chg="mod">
          <ac:chgData name="Avinash Arun Chauhan" userId="S::avinash.chauhan@mahindrauniversity.edu.in::241b5f3e-36f4-4c61-9553-90e6a1c1b8a6" providerId="AD" clId="Web-{0367F7BD-E81A-BEF8-FF7C-84DF6875E46E}" dt="2025-03-17T05:09:38.122" v="1355" actId="20577"/>
          <ac:spMkLst>
            <pc:docMk/>
            <pc:sldMk cId="3908321294" sldId="555"/>
            <ac:spMk id="3" creationId="{E5BC3964-0E45-51EA-3319-38751B197D06}"/>
          </ac:spMkLst>
        </pc:spChg>
      </pc:sldChg>
      <pc:sldChg chg="addSp delSp modSp add replId">
        <pc:chgData name="Avinash Arun Chauhan" userId="S::avinash.chauhan@mahindrauniversity.edu.in::241b5f3e-36f4-4c61-9553-90e6a1c1b8a6" providerId="AD" clId="Web-{0367F7BD-E81A-BEF8-FF7C-84DF6875E46E}" dt="2025-03-17T05:26:54.439" v="2133" actId="1076"/>
        <pc:sldMkLst>
          <pc:docMk/>
          <pc:sldMk cId="3746647340" sldId="556"/>
        </pc:sldMkLst>
        <pc:spChg chg="mod">
          <ac:chgData name="Avinash Arun Chauhan" userId="S::avinash.chauhan@mahindrauniversity.edu.in::241b5f3e-36f4-4c61-9553-90e6a1c1b8a6" providerId="AD" clId="Web-{0367F7BD-E81A-BEF8-FF7C-84DF6875E46E}" dt="2025-03-17T05:26:31.501" v="2128" actId="20577"/>
          <ac:spMkLst>
            <pc:docMk/>
            <pc:sldMk cId="3746647340" sldId="556"/>
            <ac:spMk id="2" creationId="{078E6938-6D29-0E36-29C1-9C18FFCAC73A}"/>
          </ac:spMkLst>
        </pc:spChg>
        <pc:spChg chg="add del mod">
          <ac:chgData name="Avinash Arun Chauhan" userId="S::avinash.chauhan@mahindrauniversity.edu.in::241b5f3e-36f4-4c61-9553-90e6a1c1b8a6" providerId="AD" clId="Web-{0367F7BD-E81A-BEF8-FF7C-84DF6875E46E}" dt="2025-03-17T05:26:46.486" v="2130"/>
          <ac:spMkLst>
            <pc:docMk/>
            <pc:sldMk cId="3746647340" sldId="556"/>
            <ac:spMk id="4" creationId="{C3F30226-FD7B-AA8A-74DD-8D283EC9F7BF}"/>
          </ac:spMkLst>
        </pc:spChg>
        <pc:picChg chg="del">
          <ac:chgData name="Avinash Arun Chauhan" userId="S::avinash.chauhan@mahindrauniversity.edu.in::241b5f3e-36f4-4c61-9553-90e6a1c1b8a6" providerId="AD" clId="Web-{0367F7BD-E81A-BEF8-FF7C-84DF6875E46E}" dt="2025-03-17T05:26:32.907" v="2129"/>
          <ac:picMkLst>
            <pc:docMk/>
            <pc:sldMk cId="3746647340" sldId="556"/>
            <ac:picMk id="5" creationId="{659202EE-B853-4FCD-55D7-C824D6D79CE3}"/>
          </ac:picMkLst>
        </pc:picChg>
        <pc:picChg chg="add mod ord">
          <ac:chgData name="Avinash Arun Chauhan" userId="S::avinash.chauhan@mahindrauniversity.edu.in::241b5f3e-36f4-4c61-9553-90e6a1c1b8a6" providerId="AD" clId="Web-{0367F7BD-E81A-BEF8-FF7C-84DF6875E46E}" dt="2025-03-17T05:26:54.439" v="2133" actId="1076"/>
          <ac:picMkLst>
            <pc:docMk/>
            <pc:sldMk cId="3746647340" sldId="556"/>
            <ac:picMk id="9" creationId="{C9CC96D5-E35B-929C-1B85-7119554352A7}"/>
          </ac:picMkLst>
        </pc:picChg>
      </pc:sldChg>
      <pc:sldChg chg="addSp delSp modSp add replId">
        <pc:chgData name="Avinash Arun Chauhan" userId="S::avinash.chauhan@mahindrauniversity.edu.in::241b5f3e-36f4-4c61-9553-90e6a1c1b8a6" providerId="AD" clId="Web-{0367F7BD-E81A-BEF8-FF7C-84DF6875E46E}" dt="2025-03-17T05:26:16.079" v="2107" actId="1076"/>
        <pc:sldMkLst>
          <pc:docMk/>
          <pc:sldMk cId="3863020777" sldId="557"/>
        </pc:sldMkLst>
        <pc:spChg chg="mod">
          <ac:chgData name="Avinash Arun Chauhan" userId="S::avinash.chauhan@mahindrauniversity.edu.in::241b5f3e-36f4-4c61-9553-90e6a1c1b8a6" providerId="AD" clId="Web-{0367F7BD-E81A-BEF8-FF7C-84DF6875E46E}" dt="2025-03-17T05:25:39.249" v="2101" actId="20577"/>
          <ac:spMkLst>
            <pc:docMk/>
            <pc:sldMk cId="3863020777" sldId="557"/>
            <ac:spMk id="2" creationId="{D77D1DC8-6031-EF2E-4C56-42755EC74A73}"/>
          </ac:spMkLst>
        </pc:spChg>
        <pc:spChg chg="add del mod">
          <ac:chgData name="Avinash Arun Chauhan" userId="S::avinash.chauhan@mahindrauniversity.edu.in::241b5f3e-36f4-4c61-9553-90e6a1c1b8a6" providerId="AD" clId="Web-{0367F7BD-E81A-BEF8-FF7C-84DF6875E46E}" dt="2025-03-17T05:26:07.125" v="2103"/>
          <ac:spMkLst>
            <pc:docMk/>
            <pc:sldMk cId="3863020777" sldId="557"/>
            <ac:spMk id="4" creationId="{4E91B4F3-5FA6-C62D-7E3D-41016959FB97}"/>
          </ac:spMkLst>
        </pc:spChg>
        <pc:picChg chg="add mod">
          <ac:chgData name="Avinash Arun Chauhan" userId="S::avinash.chauhan@mahindrauniversity.edu.in::241b5f3e-36f4-4c61-9553-90e6a1c1b8a6" providerId="AD" clId="Web-{0367F7BD-E81A-BEF8-FF7C-84DF6875E46E}" dt="2025-03-17T05:26:16.079" v="2107" actId="1076"/>
          <ac:picMkLst>
            <pc:docMk/>
            <pc:sldMk cId="3863020777" sldId="557"/>
            <ac:picMk id="5" creationId="{D6A4FAD0-59F9-9E72-2E70-35D249302748}"/>
          </ac:picMkLst>
        </pc:picChg>
        <pc:picChg chg="del">
          <ac:chgData name="Avinash Arun Chauhan" userId="S::avinash.chauhan@mahindrauniversity.edu.in::241b5f3e-36f4-4c61-9553-90e6a1c1b8a6" providerId="AD" clId="Web-{0367F7BD-E81A-BEF8-FF7C-84DF6875E46E}" dt="2025-03-17T05:25:39.984" v="2102"/>
          <ac:picMkLst>
            <pc:docMk/>
            <pc:sldMk cId="3863020777" sldId="557"/>
            <ac:picMk id="9" creationId="{F51013E7-A638-2C9F-DA13-5DC33D07798C}"/>
          </ac:picMkLst>
        </pc:picChg>
      </pc:sldChg>
      <pc:sldChg chg="modSp add replId">
        <pc:chgData name="Avinash Arun Chauhan" userId="S::avinash.chauhan@mahindrauniversity.edu.in::241b5f3e-36f4-4c61-9553-90e6a1c1b8a6" providerId="AD" clId="Web-{0367F7BD-E81A-BEF8-FF7C-84DF6875E46E}" dt="2025-03-17T08:42:10.302" v="5367" actId="20577"/>
        <pc:sldMkLst>
          <pc:docMk/>
          <pc:sldMk cId="2249365035" sldId="558"/>
        </pc:sldMkLst>
        <pc:spChg chg="mod">
          <ac:chgData name="Avinash Arun Chauhan" userId="S::avinash.chauhan@mahindrauniversity.edu.in::241b5f3e-36f4-4c61-9553-90e6a1c1b8a6" providerId="AD" clId="Web-{0367F7BD-E81A-BEF8-FF7C-84DF6875E46E}" dt="2025-03-17T05:17:21.732" v="1399" actId="20577"/>
          <ac:spMkLst>
            <pc:docMk/>
            <pc:sldMk cId="2249365035" sldId="558"/>
            <ac:spMk id="2" creationId="{7B859377-80C3-995A-7B59-FFB81E94561C}"/>
          </ac:spMkLst>
        </pc:spChg>
        <pc:spChg chg="mod">
          <ac:chgData name="Avinash Arun Chauhan" userId="S::avinash.chauhan@mahindrauniversity.edu.in::241b5f3e-36f4-4c61-9553-90e6a1c1b8a6" providerId="AD" clId="Web-{0367F7BD-E81A-BEF8-FF7C-84DF6875E46E}" dt="2025-03-17T08:42:10.302" v="5367" actId="20577"/>
          <ac:spMkLst>
            <pc:docMk/>
            <pc:sldMk cId="2249365035" sldId="558"/>
            <ac:spMk id="3" creationId="{0F0A10A2-251F-24CB-D2C7-A978579376D2}"/>
          </ac:spMkLst>
        </pc:spChg>
      </pc:sldChg>
      <pc:sldChg chg="modSp add replId">
        <pc:chgData name="Avinash Arun Chauhan" userId="S::avinash.chauhan@mahindrauniversity.edu.in::241b5f3e-36f4-4c61-9553-90e6a1c1b8a6" providerId="AD" clId="Web-{0367F7BD-E81A-BEF8-FF7C-84DF6875E46E}" dt="2025-03-17T05:25:28.327" v="2091" actId="20577"/>
        <pc:sldMkLst>
          <pc:docMk/>
          <pc:sldMk cId="4281418255" sldId="559"/>
        </pc:sldMkLst>
        <pc:spChg chg="mod">
          <ac:chgData name="Avinash Arun Chauhan" userId="S::avinash.chauhan@mahindrauniversity.edu.in::241b5f3e-36f4-4c61-9553-90e6a1c1b8a6" providerId="AD" clId="Web-{0367F7BD-E81A-BEF8-FF7C-84DF6875E46E}" dt="2025-03-17T05:25:28.327" v="2091" actId="20577"/>
          <ac:spMkLst>
            <pc:docMk/>
            <pc:sldMk cId="4281418255" sldId="559"/>
            <ac:spMk id="3" creationId="{FE13CD04-938D-BB50-6D17-4E17D47FDB00}"/>
          </ac:spMkLst>
        </pc:spChg>
      </pc:sldChg>
      <pc:sldChg chg="addSp delSp modSp add replId">
        <pc:chgData name="Avinash Arun Chauhan" userId="S::avinash.chauhan@mahindrauniversity.edu.in::241b5f3e-36f4-4c61-9553-90e6a1c1b8a6" providerId="AD" clId="Web-{0367F7BD-E81A-BEF8-FF7C-84DF6875E46E}" dt="2025-03-17T05:38:51.558" v="2603" actId="1076"/>
        <pc:sldMkLst>
          <pc:docMk/>
          <pc:sldMk cId="1109814727" sldId="560"/>
        </pc:sldMkLst>
        <pc:spChg chg="mod">
          <ac:chgData name="Avinash Arun Chauhan" userId="S::avinash.chauhan@mahindrauniversity.edu.in::241b5f3e-36f4-4c61-9553-90e6a1c1b8a6" providerId="AD" clId="Web-{0367F7BD-E81A-BEF8-FF7C-84DF6875E46E}" dt="2025-03-17T05:38:40.386" v="2598" actId="20577"/>
          <ac:spMkLst>
            <pc:docMk/>
            <pc:sldMk cId="1109814727" sldId="560"/>
            <ac:spMk id="2" creationId="{33A66360-E32D-3125-5F3B-8CCBFCE50E10}"/>
          </ac:spMkLst>
        </pc:spChg>
        <pc:spChg chg="add del mod">
          <ac:chgData name="Avinash Arun Chauhan" userId="S::avinash.chauhan@mahindrauniversity.edu.in::241b5f3e-36f4-4c61-9553-90e6a1c1b8a6" providerId="AD" clId="Web-{0367F7BD-E81A-BEF8-FF7C-84DF6875E46E}" dt="2025-03-17T05:38:42.964" v="2600"/>
          <ac:spMkLst>
            <pc:docMk/>
            <pc:sldMk cId="1109814727" sldId="560"/>
            <ac:spMk id="4" creationId="{8748D6A3-7CF3-E78F-D4BC-7798D56D331A}"/>
          </ac:spMkLst>
        </pc:spChg>
        <pc:picChg chg="add mod ord">
          <ac:chgData name="Avinash Arun Chauhan" userId="S::avinash.chauhan@mahindrauniversity.edu.in::241b5f3e-36f4-4c61-9553-90e6a1c1b8a6" providerId="AD" clId="Web-{0367F7BD-E81A-BEF8-FF7C-84DF6875E46E}" dt="2025-03-17T05:38:51.558" v="2603" actId="1076"/>
          <ac:picMkLst>
            <pc:docMk/>
            <pc:sldMk cId="1109814727" sldId="560"/>
            <ac:picMk id="5" creationId="{A38610DF-ABD6-A06D-DCDD-C70469F6C726}"/>
          </ac:picMkLst>
        </pc:picChg>
        <pc:picChg chg="del">
          <ac:chgData name="Avinash Arun Chauhan" userId="S::avinash.chauhan@mahindrauniversity.edu.in::241b5f3e-36f4-4c61-9553-90e6a1c1b8a6" providerId="AD" clId="Web-{0367F7BD-E81A-BEF8-FF7C-84DF6875E46E}" dt="2025-03-17T05:38:41.777" v="2599"/>
          <ac:picMkLst>
            <pc:docMk/>
            <pc:sldMk cId="1109814727" sldId="560"/>
            <ac:picMk id="9" creationId="{CE5BFF37-4F3B-2E5B-41E7-62F0B3A1B078}"/>
          </ac:picMkLst>
        </pc:picChg>
      </pc:sldChg>
      <pc:sldChg chg="addSp delSp modSp add replId">
        <pc:chgData name="Avinash Arun Chauhan" userId="S::avinash.chauhan@mahindrauniversity.edu.in::241b5f3e-36f4-4c61-9553-90e6a1c1b8a6" providerId="AD" clId="Web-{0367F7BD-E81A-BEF8-FF7C-84DF6875E46E}" dt="2025-03-17T05:37:31.649" v="2580" actId="14100"/>
        <pc:sldMkLst>
          <pc:docMk/>
          <pc:sldMk cId="198272382" sldId="561"/>
        </pc:sldMkLst>
        <pc:spChg chg="mod">
          <ac:chgData name="Avinash Arun Chauhan" userId="S::avinash.chauhan@mahindrauniversity.edu.in::241b5f3e-36f4-4c61-9553-90e6a1c1b8a6" providerId="AD" clId="Web-{0367F7BD-E81A-BEF8-FF7C-84DF6875E46E}" dt="2025-03-17T05:37:20.805" v="2576" actId="20577"/>
          <ac:spMkLst>
            <pc:docMk/>
            <pc:sldMk cId="198272382" sldId="561"/>
            <ac:spMk id="2" creationId="{FC685DF5-F4D6-42E2-6AD2-90D94FC2ECF6}"/>
          </ac:spMkLst>
        </pc:spChg>
        <pc:picChg chg="add mod">
          <ac:chgData name="Avinash Arun Chauhan" userId="S::avinash.chauhan@mahindrauniversity.edu.in::241b5f3e-36f4-4c61-9553-90e6a1c1b8a6" providerId="AD" clId="Web-{0367F7BD-E81A-BEF8-FF7C-84DF6875E46E}" dt="2025-03-17T05:37:31.649" v="2580" actId="14100"/>
          <ac:picMkLst>
            <pc:docMk/>
            <pc:sldMk cId="198272382" sldId="561"/>
            <ac:picMk id="3" creationId="{892FA80E-873A-D991-2D97-5D93940E846A}"/>
          </ac:picMkLst>
        </pc:picChg>
        <pc:picChg chg="del">
          <ac:chgData name="Avinash Arun Chauhan" userId="S::avinash.chauhan@mahindrauniversity.edu.in::241b5f3e-36f4-4c61-9553-90e6a1c1b8a6" providerId="AD" clId="Web-{0367F7BD-E81A-BEF8-FF7C-84DF6875E46E}" dt="2025-03-17T05:37:22.555" v="2577"/>
          <ac:picMkLst>
            <pc:docMk/>
            <pc:sldMk cId="198272382" sldId="561"/>
            <ac:picMk id="5" creationId="{27948C7A-1D5F-6827-5659-35CF9BC18777}"/>
          </ac:picMkLst>
        </pc:picChg>
      </pc:sldChg>
      <pc:sldChg chg="add del replId">
        <pc:chgData name="Avinash Arun Chauhan" userId="S::avinash.chauhan@mahindrauniversity.edu.in::241b5f3e-36f4-4c61-9553-90e6a1c1b8a6" providerId="AD" clId="Web-{0367F7BD-E81A-BEF8-FF7C-84DF6875E46E}" dt="2025-03-17T05:28:03.286" v="2164"/>
        <pc:sldMkLst>
          <pc:docMk/>
          <pc:sldMk cId="3546517115" sldId="562"/>
        </pc:sldMkLst>
      </pc:sldChg>
      <pc:sldChg chg="modSp add replId">
        <pc:chgData name="Avinash Arun Chauhan" userId="S::avinash.chauhan@mahindrauniversity.edu.in::241b5f3e-36f4-4c61-9553-90e6a1c1b8a6" providerId="AD" clId="Web-{0367F7BD-E81A-BEF8-FF7C-84DF6875E46E}" dt="2025-03-17T05:36:43.132" v="2558" actId="20577"/>
        <pc:sldMkLst>
          <pc:docMk/>
          <pc:sldMk cId="198535223" sldId="563"/>
        </pc:sldMkLst>
        <pc:spChg chg="mod">
          <ac:chgData name="Avinash Arun Chauhan" userId="S::avinash.chauhan@mahindrauniversity.edu.in::241b5f3e-36f4-4c61-9553-90e6a1c1b8a6" providerId="AD" clId="Web-{0367F7BD-E81A-BEF8-FF7C-84DF6875E46E}" dt="2025-03-17T05:28:00.051" v="2163" actId="20577"/>
          <ac:spMkLst>
            <pc:docMk/>
            <pc:sldMk cId="198535223" sldId="563"/>
            <ac:spMk id="2" creationId="{C45531C5-0935-9AF5-A8F3-081DC86470A1}"/>
          </ac:spMkLst>
        </pc:spChg>
        <pc:spChg chg="mod">
          <ac:chgData name="Avinash Arun Chauhan" userId="S::avinash.chauhan@mahindrauniversity.edu.in::241b5f3e-36f4-4c61-9553-90e6a1c1b8a6" providerId="AD" clId="Web-{0367F7BD-E81A-BEF8-FF7C-84DF6875E46E}" dt="2025-03-17T05:36:43.132" v="2558" actId="20577"/>
          <ac:spMkLst>
            <pc:docMk/>
            <pc:sldMk cId="198535223" sldId="563"/>
            <ac:spMk id="3" creationId="{122F5B27-0AAE-5378-8E47-A24D184235D9}"/>
          </ac:spMkLst>
        </pc:spChg>
      </pc:sldChg>
      <pc:sldChg chg="addSp delSp modSp add replId modNotes">
        <pc:chgData name="Avinash Arun Chauhan" userId="S::avinash.chauhan@mahindrauniversity.edu.in::241b5f3e-36f4-4c61-9553-90e6a1c1b8a6" providerId="AD" clId="Web-{0367F7BD-E81A-BEF8-FF7C-84DF6875E46E}" dt="2025-03-17T06:24:06.090" v="3959" actId="20577"/>
        <pc:sldMkLst>
          <pc:docMk/>
          <pc:sldMk cId="3335294390" sldId="564"/>
        </pc:sldMkLst>
        <pc:spChg chg="del">
          <ac:chgData name="Avinash Arun Chauhan" userId="S::avinash.chauhan@mahindrauniversity.edu.in::241b5f3e-36f4-4c61-9553-90e6a1c1b8a6" providerId="AD" clId="Web-{0367F7BD-E81A-BEF8-FF7C-84DF6875E46E}" dt="2025-03-17T06:18:36.516" v="3798"/>
          <ac:spMkLst>
            <pc:docMk/>
            <pc:sldMk cId="3335294390" sldId="564"/>
            <ac:spMk id="3" creationId="{EC6FC0D1-2D98-8012-A864-0DB72873CD36}"/>
          </ac:spMkLst>
        </pc:spChg>
        <pc:spChg chg="add del mod">
          <ac:chgData name="Avinash Arun Chauhan" userId="S::avinash.chauhan@mahindrauniversity.edu.in::241b5f3e-36f4-4c61-9553-90e6a1c1b8a6" providerId="AD" clId="Web-{0367F7BD-E81A-BEF8-FF7C-84DF6875E46E}" dt="2025-03-17T06:19:11.565" v="3820"/>
          <ac:spMkLst>
            <pc:docMk/>
            <pc:sldMk cId="3335294390" sldId="564"/>
            <ac:spMk id="5" creationId="{C88C5B04-15B0-1B4C-38D8-1676AA76B4B6}"/>
          </ac:spMkLst>
        </pc:spChg>
        <pc:spChg chg="add mod">
          <ac:chgData name="Avinash Arun Chauhan" userId="S::avinash.chauhan@mahindrauniversity.edu.in::241b5f3e-36f4-4c61-9553-90e6a1c1b8a6" providerId="AD" clId="Web-{0367F7BD-E81A-BEF8-FF7C-84DF6875E46E}" dt="2025-03-17T06:20:34.552" v="3856" actId="1076"/>
          <ac:spMkLst>
            <pc:docMk/>
            <pc:sldMk cId="3335294390" sldId="564"/>
            <ac:spMk id="9" creationId="{D43DC72F-43FE-7316-20D0-553EC9CFFA3D}"/>
          </ac:spMkLst>
        </pc:spChg>
        <pc:spChg chg="add mod">
          <ac:chgData name="Avinash Arun Chauhan" userId="S::avinash.chauhan@mahindrauniversity.edu.in::241b5f3e-36f4-4c61-9553-90e6a1c1b8a6" providerId="AD" clId="Web-{0367F7BD-E81A-BEF8-FF7C-84DF6875E46E}" dt="2025-03-17T06:24:06.090" v="3959" actId="20577"/>
          <ac:spMkLst>
            <pc:docMk/>
            <pc:sldMk cId="3335294390" sldId="564"/>
            <ac:spMk id="10" creationId="{663BFE1A-B4CD-1D0A-E6A5-C120AF5C4391}"/>
          </ac:spMkLst>
        </pc:spChg>
      </pc:sldChg>
      <pc:sldChg chg="modSp add replId">
        <pc:chgData name="Avinash Arun Chauhan" userId="S::avinash.chauhan@mahindrauniversity.edu.in::241b5f3e-36f4-4c61-9553-90e6a1c1b8a6" providerId="AD" clId="Web-{0367F7BD-E81A-BEF8-FF7C-84DF6875E46E}" dt="2025-03-17T08:38:43.203" v="5329" actId="20577"/>
        <pc:sldMkLst>
          <pc:docMk/>
          <pc:sldMk cId="292383162" sldId="565"/>
        </pc:sldMkLst>
        <pc:spChg chg="mod">
          <ac:chgData name="Avinash Arun Chauhan" userId="S::avinash.chauhan@mahindrauniversity.edu.in::241b5f3e-36f4-4c61-9553-90e6a1c1b8a6" providerId="AD" clId="Web-{0367F7BD-E81A-BEF8-FF7C-84DF6875E46E}" dt="2025-03-17T06:25:15.187" v="3977" actId="20577"/>
          <ac:spMkLst>
            <pc:docMk/>
            <pc:sldMk cId="292383162" sldId="565"/>
            <ac:spMk id="9" creationId="{747FF4C0-E703-67B2-C2C3-BE2033B9B8DA}"/>
          </ac:spMkLst>
        </pc:spChg>
        <pc:spChg chg="mod">
          <ac:chgData name="Avinash Arun Chauhan" userId="S::avinash.chauhan@mahindrauniversity.edu.in::241b5f3e-36f4-4c61-9553-90e6a1c1b8a6" providerId="AD" clId="Web-{0367F7BD-E81A-BEF8-FF7C-84DF6875E46E}" dt="2025-03-17T08:38:43.203" v="5329" actId="20577"/>
          <ac:spMkLst>
            <pc:docMk/>
            <pc:sldMk cId="292383162" sldId="565"/>
            <ac:spMk id="10" creationId="{7A1A336E-B9E3-79DD-5F5E-70BBC7D58814}"/>
          </ac:spMkLst>
        </pc:spChg>
      </pc:sldChg>
      <pc:sldChg chg="modSp add replId">
        <pc:chgData name="Avinash Arun Chauhan" userId="S::avinash.chauhan@mahindrauniversity.edu.in::241b5f3e-36f4-4c61-9553-90e6a1c1b8a6" providerId="AD" clId="Web-{0367F7BD-E81A-BEF8-FF7C-84DF6875E46E}" dt="2025-03-17T06:55:46.016" v="4064" actId="20577"/>
        <pc:sldMkLst>
          <pc:docMk/>
          <pc:sldMk cId="1043497396" sldId="566"/>
        </pc:sldMkLst>
        <pc:spChg chg="mod">
          <ac:chgData name="Avinash Arun Chauhan" userId="S::avinash.chauhan@mahindrauniversity.edu.in::241b5f3e-36f4-4c61-9553-90e6a1c1b8a6" providerId="AD" clId="Web-{0367F7BD-E81A-BEF8-FF7C-84DF6875E46E}" dt="2025-03-17T06:55:46.016" v="4064" actId="20577"/>
          <ac:spMkLst>
            <pc:docMk/>
            <pc:sldMk cId="1043497396" sldId="566"/>
            <ac:spMk id="2" creationId="{5525A5D3-9ED3-C591-17C4-2EB9A191A150}"/>
          </ac:spMkLst>
        </pc:spChg>
        <pc:spChg chg="mod">
          <ac:chgData name="Avinash Arun Chauhan" userId="S::avinash.chauhan@mahindrauniversity.edu.in::241b5f3e-36f4-4c61-9553-90e6a1c1b8a6" providerId="AD" clId="Web-{0367F7BD-E81A-BEF8-FF7C-84DF6875E46E}" dt="2025-03-17T06:55:00.530" v="4062" actId="20577"/>
          <ac:spMkLst>
            <pc:docMk/>
            <pc:sldMk cId="1043497396" sldId="566"/>
            <ac:spMk id="3" creationId="{1DD5F3F9-DE80-5258-4875-BAB960E9C5BF}"/>
          </ac:spMkLst>
        </pc:spChg>
      </pc:sldChg>
      <pc:sldChg chg="modSp add ord replId">
        <pc:chgData name="Avinash Arun Chauhan" userId="S::avinash.chauhan@mahindrauniversity.edu.in::241b5f3e-36f4-4c61-9553-90e6a1c1b8a6" providerId="AD" clId="Web-{0367F7BD-E81A-BEF8-FF7C-84DF6875E46E}" dt="2025-03-17T06:56:43.581" v="4113" actId="20577"/>
        <pc:sldMkLst>
          <pc:docMk/>
          <pc:sldMk cId="1006382314" sldId="567"/>
        </pc:sldMkLst>
        <pc:spChg chg="mod">
          <ac:chgData name="Avinash Arun Chauhan" userId="S::avinash.chauhan@mahindrauniversity.edu.in::241b5f3e-36f4-4c61-9553-90e6a1c1b8a6" providerId="AD" clId="Web-{0367F7BD-E81A-BEF8-FF7C-84DF6875E46E}" dt="2025-03-17T06:56:25.518" v="4103" actId="20577"/>
          <ac:spMkLst>
            <pc:docMk/>
            <pc:sldMk cId="1006382314" sldId="567"/>
            <ac:spMk id="2" creationId="{FBABCC93-B585-AC09-03F1-392A6D7D2226}"/>
          </ac:spMkLst>
        </pc:spChg>
        <pc:spChg chg="mod">
          <ac:chgData name="Avinash Arun Chauhan" userId="S::avinash.chauhan@mahindrauniversity.edu.in::241b5f3e-36f4-4c61-9553-90e6a1c1b8a6" providerId="AD" clId="Web-{0367F7BD-E81A-BEF8-FF7C-84DF6875E46E}" dt="2025-03-17T06:56:43.581" v="4113" actId="20577"/>
          <ac:spMkLst>
            <pc:docMk/>
            <pc:sldMk cId="1006382314" sldId="567"/>
            <ac:spMk id="3" creationId="{A2F4B5D6-4FEA-F83B-DF9B-34C101A687F3}"/>
          </ac:spMkLst>
        </pc:spChg>
      </pc:sldChg>
      <pc:sldChg chg="addSp delSp modSp add del replId">
        <pc:chgData name="Avinash Arun Chauhan" userId="S::avinash.chauhan@mahindrauniversity.edu.in::241b5f3e-36f4-4c61-9553-90e6a1c1b8a6" providerId="AD" clId="Web-{0367F7BD-E81A-BEF8-FF7C-84DF6875E46E}" dt="2025-03-17T08:17:17.577" v="4541"/>
        <pc:sldMkLst>
          <pc:docMk/>
          <pc:sldMk cId="2988480703" sldId="568"/>
        </pc:sldMkLst>
        <pc:spChg chg="mod">
          <ac:chgData name="Avinash Arun Chauhan" userId="S::avinash.chauhan@mahindrauniversity.edu.in::241b5f3e-36f4-4c61-9553-90e6a1c1b8a6" providerId="AD" clId="Web-{0367F7BD-E81A-BEF8-FF7C-84DF6875E46E}" dt="2025-03-17T08:12:30.444" v="4186" actId="20577"/>
          <ac:spMkLst>
            <pc:docMk/>
            <pc:sldMk cId="2988480703" sldId="568"/>
            <ac:spMk id="2" creationId="{9D5B7AAC-36DA-E87F-AC03-FCF3A8D23728}"/>
          </ac:spMkLst>
        </pc:spChg>
        <pc:spChg chg="add del mod">
          <ac:chgData name="Avinash Arun Chauhan" userId="S::avinash.chauhan@mahindrauniversity.edu.in::241b5f3e-36f4-4c61-9553-90e6a1c1b8a6" providerId="AD" clId="Web-{0367F7BD-E81A-BEF8-FF7C-84DF6875E46E}" dt="2025-03-17T08:12:57.711" v="4188"/>
          <ac:spMkLst>
            <pc:docMk/>
            <pc:sldMk cId="2988480703" sldId="568"/>
            <ac:spMk id="4" creationId="{C423B667-7197-4BA3-A8F8-8E1228BF6B9A}"/>
          </ac:spMkLst>
        </pc:spChg>
        <pc:graphicFrameChg chg="add mod ord modGraphic">
          <ac:chgData name="Avinash Arun Chauhan" userId="S::avinash.chauhan@mahindrauniversity.edu.in::241b5f3e-36f4-4c61-9553-90e6a1c1b8a6" providerId="AD" clId="Web-{0367F7BD-E81A-BEF8-FF7C-84DF6875E46E}" dt="2025-03-17T08:16:30.841" v="4504"/>
          <ac:graphicFrameMkLst>
            <pc:docMk/>
            <pc:sldMk cId="2988480703" sldId="568"/>
            <ac:graphicFrameMk id="9" creationId="{DC3376E1-CCB0-0175-B779-00BA8F3C1FDB}"/>
          </ac:graphicFrameMkLst>
        </pc:graphicFrameChg>
        <pc:picChg chg="del">
          <ac:chgData name="Avinash Arun Chauhan" userId="S::avinash.chauhan@mahindrauniversity.edu.in::241b5f3e-36f4-4c61-9553-90e6a1c1b8a6" providerId="AD" clId="Web-{0367F7BD-E81A-BEF8-FF7C-84DF6875E46E}" dt="2025-03-17T08:12:33.147" v="4187"/>
          <ac:picMkLst>
            <pc:docMk/>
            <pc:sldMk cId="2988480703" sldId="568"/>
            <ac:picMk id="5" creationId="{5E56254B-5F9F-393F-2691-BB1717BF00ED}"/>
          </ac:picMkLst>
        </pc:picChg>
      </pc:sldChg>
      <pc:sldChg chg="modSp add replId">
        <pc:chgData name="Avinash Arun Chauhan" userId="S::avinash.chauhan@mahindrauniversity.edu.in::241b5f3e-36f4-4c61-9553-90e6a1c1b8a6" providerId="AD" clId="Web-{0367F7BD-E81A-BEF8-FF7C-84DF6875E46E}" dt="2025-03-17T08:24:07.009" v="4821" actId="1076"/>
        <pc:sldMkLst>
          <pc:docMk/>
          <pc:sldMk cId="3222510880" sldId="569"/>
        </pc:sldMkLst>
        <pc:spChg chg="mod">
          <ac:chgData name="Avinash Arun Chauhan" userId="S::avinash.chauhan@mahindrauniversity.edu.in::241b5f3e-36f4-4c61-9553-90e6a1c1b8a6" providerId="AD" clId="Web-{0367F7BD-E81A-BEF8-FF7C-84DF6875E46E}" dt="2025-03-17T08:24:07.009" v="4821" actId="1076"/>
          <ac:spMkLst>
            <pc:docMk/>
            <pc:sldMk cId="3222510880" sldId="569"/>
            <ac:spMk id="2" creationId="{9B7C916D-E5C6-351D-D727-9EE0AF466E64}"/>
          </ac:spMkLst>
        </pc:spChg>
        <pc:graphicFrameChg chg="mod modGraphic">
          <ac:chgData name="Avinash Arun Chauhan" userId="S::avinash.chauhan@mahindrauniversity.edu.in::241b5f3e-36f4-4c61-9553-90e6a1c1b8a6" providerId="AD" clId="Web-{0367F7BD-E81A-BEF8-FF7C-84DF6875E46E}" dt="2025-03-17T08:23:31.492" v="4820"/>
          <ac:graphicFrameMkLst>
            <pc:docMk/>
            <pc:sldMk cId="3222510880" sldId="569"/>
            <ac:graphicFrameMk id="9" creationId="{6F116589-5D5C-7743-25CE-320D7F74A5A1}"/>
          </ac:graphicFrameMkLst>
        </pc:graphicFrameChg>
      </pc:sldChg>
      <pc:sldChg chg="addSp delSp modSp add replId">
        <pc:chgData name="Avinash Arun Chauhan" userId="S::avinash.chauhan@mahindrauniversity.edu.in::241b5f3e-36f4-4c61-9553-90e6a1c1b8a6" providerId="AD" clId="Web-{0367F7BD-E81A-BEF8-FF7C-84DF6875E46E}" dt="2025-03-17T08:24:13.399" v="4823" actId="1076"/>
        <pc:sldMkLst>
          <pc:docMk/>
          <pc:sldMk cId="2785781789" sldId="570"/>
        </pc:sldMkLst>
        <pc:spChg chg="mod">
          <ac:chgData name="Avinash Arun Chauhan" userId="S::avinash.chauhan@mahindrauniversity.edu.in::241b5f3e-36f4-4c61-9553-90e6a1c1b8a6" providerId="AD" clId="Web-{0367F7BD-E81A-BEF8-FF7C-84DF6875E46E}" dt="2025-03-17T08:24:13.399" v="4823" actId="1076"/>
          <ac:spMkLst>
            <pc:docMk/>
            <pc:sldMk cId="2785781789" sldId="570"/>
            <ac:spMk id="2" creationId="{B4D4AB05-8E52-27E8-A66B-5ACAAF1FAD1B}"/>
          </ac:spMkLst>
        </pc:spChg>
        <pc:graphicFrameChg chg="add del mod">
          <ac:chgData name="Avinash Arun Chauhan" userId="S::avinash.chauhan@mahindrauniversity.edu.in::241b5f3e-36f4-4c61-9553-90e6a1c1b8a6" providerId="AD" clId="Web-{0367F7BD-E81A-BEF8-FF7C-84DF6875E46E}" dt="2025-03-17T08:21:56.427" v="4684"/>
          <ac:graphicFrameMkLst>
            <pc:docMk/>
            <pc:sldMk cId="2785781789" sldId="570"/>
            <ac:graphicFrameMk id="4" creationId="{778D0CF6-9DF0-58C1-A8AA-6E41627FD026}"/>
          </ac:graphicFrameMkLst>
        </pc:graphicFrameChg>
        <pc:graphicFrameChg chg="mod modGraphic">
          <ac:chgData name="Avinash Arun Chauhan" userId="S::avinash.chauhan@mahindrauniversity.edu.in::241b5f3e-36f4-4c61-9553-90e6a1c1b8a6" providerId="AD" clId="Web-{0367F7BD-E81A-BEF8-FF7C-84DF6875E46E}" dt="2025-03-17T08:22:37.725" v="4772"/>
          <ac:graphicFrameMkLst>
            <pc:docMk/>
            <pc:sldMk cId="2785781789" sldId="570"/>
            <ac:graphicFrameMk id="9" creationId="{A3E8352D-2BAA-333F-152F-12424FC66ED0}"/>
          </ac:graphicFrameMkLst>
        </pc:graphicFrameChg>
        <pc:graphicFrameChg chg="add del mod">
          <ac:chgData name="Avinash Arun Chauhan" userId="S::avinash.chauhan@mahindrauniversity.edu.in::241b5f3e-36f4-4c61-9553-90e6a1c1b8a6" providerId="AD" clId="Web-{0367F7BD-E81A-BEF8-FF7C-84DF6875E46E}" dt="2025-03-17T08:22:05.553" v="4686"/>
          <ac:graphicFrameMkLst>
            <pc:docMk/>
            <pc:sldMk cId="2785781789" sldId="570"/>
            <ac:graphicFrameMk id="10" creationId="{9B8B6321-AE3A-1B1E-45E6-52CE3A085B48}"/>
          </ac:graphicFrameMkLst>
        </pc:graphicFrameChg>
      </pc:sldChg>
      <pc:sldChg chg="addSp delSp modSp add replId">
        <pc:chgData name="Avinash Arun Chauhan" userId="S::avinash.chauhan@mahindrauniversity.edu.in::241b5f3e-36f4-4c61-9553-90e6a1c1b8a6" providerId="AD" clId="Web-{0367F7BD-E81A-BEF8-FF7C-84DF6875E46E}" dt="2025-03-17T08:28:17.156" v="5104"/>
        <pc:sldMkLst>
          <pc:docMk/>
          <pc:sldMk cId="2298066015" sldId="571"/>
        </pc:sldMkLst>
        <pc:spChg chg="mod">
          <ac:chgData name="Avinash Arun Chauhan" userId="S::avinash.chauhan@mahindrauniversity.edu.in::241b5f3e-36f4-4c61-9553-90e6a1c1b8a6" providerId="AD" clId="Web-{0367F7BD-E81A-BEF8-FF7C-84DF6875E46E}" dt="2025-03-17T08:24:49.682" v="4837" actId="20577"/>
          <ac:spMkLst>
            <pc:docMk/>
            <pc:sldMk cId="2298066015" sldId="571"/>
            <ac:spMk id="2" creationId="{E3E4358B-72AD-F458-609F-FCEB60077E73}"/>
          </ac:spMkLst>
        </pc:spChg>
        <pc:spChg chg="add del mod">
          <ac:chgData name="Avinash Arun Chauhan" userId="S::avinash.chauhan@mahindrauniversity.edu.in::241b5f3e-36f4-4c61-9553-90e6a1c1b8a6" providerId="AD" clId="Web-{0367F7BD-E81A-BEF8-FF7C-84DF6875E46E}" dt="2025-03-17T08:25:37.730" v="4839"/>
          <ac:spMkLst>
            <pc:docMk/>
            <pc:sldMk cId="2298066015" sldId="571"/>
            <ac:spMk id="4" creationId="{AF990A55-10C7-5AB2-41AE-3137FC9089DC}"/>
          </ac:spMkLst>
        </pc:spChg>
        <pc:graphicFrameChg chg="add mod ord modGraphic">
          <ac:chgData name="Avinash Arun Chauhan" userId="S::avinash.chauhan@mahindrauniversity.edu.in::241b5f3e-36f4-4c61-9553-90e6a1c1b8a6" providerId="AD" clId="Web-{0367F7BD-E81A-BEF8-FF7C-84DF6875E46E}" dt="2025-03-17T08:28:17.156" v="5104"/>
          <ac:graphicFrameMkLst>
            <pc:docMk/>
            <pc:sldMk cId="2298066015" sldId="571"/>
            <ac:graphicFrameMk id="5" creationId="{6061063F-F60F-F3CE-A5F1-ECF22CD624D4}"/>
          </ac:graphicFrameMkLst>
        </pc:graphicFrameChg>
        <pc:graphicFrameChg chg="del">
          <ac:chgData name="Avinash Arun Chauhan" userId="S::avinash.chauhan@mahindrauniversity.edu.in::241b5f3e-36f4-4c61-9553-90e6a1c1b8a6" providerId="AD" clId="Web-{0367F7BD-E81A-BEF8-FF7C-84DF6875E46E}" dt="2025-03-17T08:25:03.182" v="4838"/>
          <ac:graphicFrameMkLst>
            <pc:docMk/>
            <pc:sldMk cId="2298066015" sldId="571"/>
            <ac:graphicFrameMk id="9" creationId="{ADFCFE45-6F3F-2D4E-0831-46D828EFF274}"/>
          </ac:graphicFrameMkLst>
        </pc:graphicFrameChg>
        <pc:graphicFrameChg chg="add del mod">
          <ac:chgData name="Avinash Arun Chauhan" userId="S::avinash.chauhan@mahindrauniversity.edu.in::241b5f3e-36f4-4c61-9553-90e6a1c1b8a6" providerId="AD" clId="Web-{0367F7BD-E81A-BEF8-FF7C-84DF6875E46E}" dt="2025-03-17T08:27:39.827" v="4912"/>
          <ac:graphicFrameMkLst>
            <pc:docMk/>
            <pc:sldMk cId="2298066015" sldId="571"/>
            <ac:graphicFrameMk id="11" creationId="{7B96D2AA-7352-8A17-0153-06B2278608D2}"/>
          </ac:graphicFrameMkLst>
        </pc:graphicFrameChg>
      </pc:sldChg>
      <pc:sldChg chg="modSp add replId">
        <pc:chgData name="Avinash Arun Chauhan" userId="S::avinash.chauhan@mahindrauniversity.edu.in::241b5f3e-36f4-4c61-9553-90e6a1c1b8a6" providerId="AD" clId="Web-{0367F7BD-E81A-BEF8-FF7C-84DF6875E46E}" dt="2025-03-17T08:36:30.402" v="5323" actId="20577"/>
        <pc:sldMkLst>
          <pc:docMk/>
          <pc:sldMk cId="1612426753" sldId="572"/>
        </pc:sldMkLst>
        <pc:spChg chg="mod">
          <ac:chgData name="Avinash Arun Chauhan" userId="S::avinash.chauhan@mahindrauniversity.edu.in::241b5f3e-36f4-4c61-9553-90e6a1c1b8a6" providerId="AD" clId="Web-{0367F7BD-E81A-BEF8-FF7C-84DF6875E46E}" dt="2025-03-17T08:34:10.071" v="5112" actId="20577"/>
          <ac:spMkLst>
            <pc:docMk/>
            <pc:sldMk cId="1612426753" sldId="572"/>
            <ac:spMk id="2" creationId="{B07000DF-5A4C-0623-C174-2219FF96AF62}"/>
          </ac:spMkLst>
        </pc:spChg>
        <pc:spChg chg="mod">
          <ac:chgData name="Avinash Arun Chauhan" userId="S::avinash.chauhan@mahindrauniversity.edu.in::241b5f3e-36f4-4c61-9553-90e6a1c1b8a6" providerId="AD" clId="Web-{0367F7BD-E81A-BEF8-FF7C-84DF6875E46E}" dt="2025-03-17T08:36:30.402" v="5323" actId="20577"/>
          <ac:spMkLst>
            <pc:docMk/>
            <pc:sldMk cId="1612426753" sldId="572"/>
            <ac:spMk id="3" creationId="{5E0FFBFF-E609-CA04-D11B-C4BBF88E6AEC}"/>
          </ac:spMkLst>
        </pc:spChg>
      </pc:sldChg>
    </pc:docChg>
  </pc:docChgLst>
  <pc:docChgLst>
    <pc:chgData name="Avinash Arun Chauhan" userId="S::avinash.chauhan@mahindrauniversity.edu.in::241b5f3e-36f4-4c61-9553-90e6a1c1b8a6" providerId="AD" clId="Web-{33202E02-E355-E8B7-878E-453F3A8EBCF8}"/>
    <pc:docChg chg="addSld delSld modSld sldOrd">
      <pc:chgData name="Avinash Arun Chauhan" userId="S::avinash.chauhan@mahindrauniversity.edu.in::241b5f3e-36f4-4c61-9553-90e6a1c1b8a6" providerId="AD" clId="Web-{33202E02-E355-E8B7-878E-453F3A8EBCF8}" dt="2025-03-04T07:21:24.673" v="4783"/>
      <pc:docMkLst>
        <pc:docMk/>
      </pc:docMkLst>
      <pc:sldChg chg="modSp">
        <pc:chgData name="Avinash Arun Chauhan" userId="S::avinash.chauhan@mahindrauniversity.edu.in::241b5f3e-36f4-4c61-9553-90e6a1c1b8a6" providerId="AD" clId="Web-{33202E02-E355-E8B7-878E-453F3A8EBCF8}" dt="2025-03-04T04:28:52.130" v="18" actId="20577"/>
        <pc:sldMkLst>
          <pc:docMk/>
          <pc:sldMk cId="1540275285" sldId="256"/>
        </pc:sldMkLst>
        <pc:spChg chg="mod">
          <ac:chgData name="Avinash Arun Chauhan" userId="S::avinash.chauhan@mahindrauniversity.edu.in::241b5f3e-36f4-4c61-9553-90e6a1c1b8a6" providerId="AD" clId="Web-{33202E02-E355-E8B7-878E-453F3A8EBCF8}" dt="2025-03-04T04:28:52.130" v="18" actId="20577"/>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33202E02-E355-E8B7-878E-453F3A8EBCF8}" dt="2025-03-04T05:03:33.896" v="361" actId="20577"/>
        <pc:sldMkLst>
          <pc:docMk/>
          <pc:sldMk cId="3811169343" sldId="426"/>
        </pc:sldMkLst>
        <pc:spChg chg="mod">
          <ac:chgData name="Avinash Arun Chauhan" userId="S::avinash.chauhan@mahindrauniversity.edu.in::241b5f3e-36f4-4c61-9553-90e6a1c1b8a6" providerId="AD" clId="Web-{33202E02-E355-E8B7-878E-453F3A8EBCF8}" dt="2025-03-04T05:03:33.896" v="361"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33202E02-E355-E8B7-878E-453F3A8EBCF8}" dt="2025-03-04T04:30:32.852" v="35" actId="20577"/>
        <pc:sldMkLst>
          <pc:docMk/>
          <pc:sldMk cId="3924505761" sldId="445"/>
        </pc:sldMkLst>
        <pc:spChg chg="mod">
          <ac:chgData name="Avinash Arun Chauhan" userId="S::avinash.chauhan@mahindrauniversity.edu.in::241b5f3e-36f4-4c61-9553-90e6a1c1b8a6" providerId="AD" clId="Web-{33202E02-E355-E8B7-878E-453F3A8EBCF8}" dt="2025-03-04T04:30:32.852" v="35" actId="20577"/>
          <ac:spMkLst>
            <pc:docMk/>
            <pc:sldMk cId="3924505761" sldId="445"/>
            <ac:spMk id="3" creationId="{3CD8EBB5-37D0-C01C-F305-06E1A81FA5D6}"/>
          </ac:spMkLst>
        </pc:spChg>
      </pc:sldChg>
      <pc:sldChg chg="modSp">
        <pc:chgData name="Avinash Arun Chauhan" userId="S::avinash.chauhan@mahindrauniversity.edu.in::241b5f3e-36f4-4c61-9553-90e6a1c1b8a6" providerId="AD" clId="Web-{33202E02-E355-E8B7-878E-453F3A8EBCF8}" dt="2025-03-04T05:04:17.710" v="400" actId="20577"/>
        <pc:sldMkLst>
          <pc:docMk/>
          <pc:sldMk cId="1425644229" sldId="446"/>
        </pc:sldMkLst>
        <pc:spChg chg="mod">
          <ac:chgData name="Avinash Arun Chauhan" userId="S::avinash.chauhan@mahindrauniversity.edu.in::241b5f3e-36f4-4c61-9553-90e6a1c1b8a6" providerId="AD" clId="Web-{33202E02-E355-E8B7-878E-453F3A8EBCF8}" dt="2025-03-04T05:04:17.710" v="400" actId="20577"/>
          <ac:spMkLst>
            <pc:docMk/>
            <pc:sldMk cId="1425644229" sldId="446"/>
            <ac:spMk id="3" creationId="{BB1998E0-72CB-339E-B9FC-7C9E76D9C740}"/>
          </ac:spMkLst>
        </pc:spChg>
      </pc:sldChg>
      <pc:sldChg chg="addSp delSp modSp">
        <pc:chgData name="Avinash Arun Chauhan" userId="S::avinash.chauhan@mahindrauniversity.edu.in::241b5f3e-36f4-4c61-9553-90e6a1c1b8a6" providerId="AD" clId="Web-{33202E02-E355-E8B7-878E-453F3A8EBCF8}" dt="2025-03-04T06:33:56.041" v="3813" actId="20577"/>
        <pc:sldMkLst>
          <pc:docMk/>
          <pc:sldMk cId="2202899684" sldId="447"/>
        </pc:sldMkLst>
        <pc:spChg chg="mod">
          <ac:chgData name="Avinash Arun Chauhan" userId="S::avinash.chauhan@mahindrauniversity.edu.in::241b5f3e-36f4-4c61-9553-90e6a1c1b8a6" providerId="AD" clId="Web-{33202E02-E355-E8B7-878E-453F3A8EBCF8}" dt="2025-03-04T06:33:56.041" v="3813" actId="20577"/>
          <ac:spMkLst>
            <pc:docMk/>
            <pc:sldMk cId="2202899684" sldId="447"/>
            <ac:spMk id="2" creationId="{E9847788-3F79-4A9A-8806-0A3C5A40040F}"/>
          </ac:spMkLst>
        </pc:spChg>
        <pc:picChg chg="add mod modCrop">
          <ac:chgData name="Avinash Arun Chauhan" userId="S::avinash.chauhan@mahindrauniversity.edu.in::241b5f3e-36f4-4c61-9553-90e6a1c1b8a6" providerId="AD" clId="Web-{33202E02-E355-E8B7-878E-453F3A8EBCF8}" dt="2025-03-04T06:33:14.274" v="3795" actId="1076"/>
          <ac:picMkLst>
            <pc:docMk/>
            <pc:sldMk cId="2202899684" sldId="447"/>
            <ac:picMk id="3" creationId="{68E08664-4349-2D32-79E8-6B93FC238C13}"/>
          </ac:picMkLst>
        </pc:picChg>
        <pc:picChg chg="del">
          <ac:chgData name="Avinash Arun Chauhan" userId="S::avinash.chauhan@mahindrauniversity.edu.in::241b5f3e-36f4-4c61-9553-90e6a1c1b8a6" providerId="AD" clId="Web-{33202E02-E355-E8B7-878E-453F3A8EBCF8}" dt="2025-03-04T06:32:15.006" v="3789"/>
          <ac:picMkLst>
            <pc:docMk/>
            <pc:sldMk cId="2202899684" sldId="447"/>
            <ac:picMk id="4" creationId="{8788B275-F108-24A3-1962-74B5424587B2}"/>
          </ac:picMkLst>
        </pc:picChg>
      </pc:sldChg>
      <pc:sldChg chg="del">
        <pc:chgData name="Avinash Arun Chauhan" userId="S::avinash.chauhan@mahindrauniversity.edu.in::241b5f3e-36f4-4c61-9553-90e6a1c1b8a6" providerId="AD" clId="Web-{33202E02-E355-E8B7-878E-453F3A8EBCF8}" dt="2025-03-04T06:36:42.360" v="3859"/>
        <pc:sldMkLst>
          <pc:docMk/>
          <pc:sldMk cId="3245650646" sldId="448"/>
        </pc:sldMkLst>
      </pc:sldChg>
      <pc:sldChg chg="del">
        <pc:chgData name="Avinash Arun Chauhan" userId="S::avinash.chauhan@mahindrauniversity.edu.in::241b5f3e-36f4-4c61-9553-90e6a1c1b8a6" providerId="AD" clId="Web-{33202E02-E355-E8B7-878E-453F3A8EBCF8}" dt="2025-03-04T06:36:43.954" v="3860"/>
        <pc:sldMkLst>
          <pc:docMk/>
          <pc:sldMk cId="1929007449" sldId="449"/>
        </pc:sldMkLst>
      </pc:sldChg>
      <pc:sldChg chg="del">
        <pc:chgData name="Avinash Arun Chauhan" userId="S::avinash.chauhan@mahindrauniversity.edu.in::241b5f3e-36f4-4c61-9553-90e6a1c1b8a6" providerId="AD" clId="Web-{33202E02-E355-E8B7-878E-453F3A8EBCF8}" dt="2025-03-04T06:36:46.672" v="3864"/>
        <pc:sldMkLst>
          <pc:docMk/>
          <pc:sldMk cId="1547259945" sldId="450"/>
        </pc:sldMkLst>
      </pc:sldChg>
      <pc:sldChg chg="del">
        <pc:chgData name="Avinash Arun Chauhan" userId="S::avinash.chauhan@mahindrauniversity.edu.in::241b5f3e-36f4-4c61-9553-90e6a1c1b8a6" providerId="AD" clId="Web-{33202E02-E355-E8B7-878E-453F3A8EBCF8}" dt="2025-03-04T06:36:47.485" v="3865"/>
        <pc:sldMkLst>
          <pc:docMk/>
          <pc:sldMk cId="1257462275" sldId="451"/>
        </pc:sldMkLst>
      </pc:sldChg>
      <pc:sldChg chg="del">
        <pc:chgData name="Avinash Arun Chauhan" userId="S::avinash.chauhan@mahindrauniversity.edu.in::241b5f3e-36f4-4c61-9553-90e6a1c1b8a6" providerId="AD" clId="Web-{33202E02-E355-E8B7-878E-453F3A8EBCF8}" dt="2025-03-04T06:36:48.454" v="3867"/>
        <pc:sldMkLst>
          <pc:docMk/>
          <pc:sldMk cId="3995970400" sldId="452"/>
        </pc:sldMkLst>
      </pc:sldChg>
      <pc:sldChg chg="del">
        <pc:chgData name="Avinash Arun Chauhan" userId="S::avinash.chauhan@mahindrauniversity.edu.in::241b5f3e-36f4-4c61-9553-90e6a1c1b8a6" providerId="AD" clId="Web-{33202E02-E355-E8B7-878E-453F3A8EBCF8}" dt="2025-03-04T06:36:49.172" v="3868"/>
        <pc:sldMkLst>
          <pc:docMk/>
          <pc:sldMk cId="3382390238" sldId="453"/>
        </pc:sldMkLst>
      </pc:sldChg>
      <pc:sldChg chg="del">
        <pc:chgData name="Avinash Arun Chauhan" userId="S::avinash.chauhan@mahindrauniversity.edu.in::241b5f3e-36f4-4c61-9553-90e6a1c1b8a6" providerId="AD" clId="Web-{33202E02-E355-E8B7-878E-453F3A8EBCF8}" dt="2025-03-04T06:36:49.532" v="3869"/>
        <pc:sldMkLst>
          <pc:docMk/>
          <pc:sldMk cId="710131590" sldId="454"/>
        </pc:sldMkLst>
      </pc:sldChg>
      <pc:sldChg chg="del">
        <pc:chgData name="Avinash Arun Chauhan" userId="S::avinash.chauhan@mahindrauniversity.edu.in::241b5f3e-36f4-4c61-9553-90e6a1c1b8a6" providerId="AD" clId="Web-{33202E02-E355-E8B7-878E-453F3A8EBCF8}" dt="2025-03-04T06:36:57.970" v="3884"/>
        <pc:sldMkLst>
          <pc:docMk/>
          <pc:sldMk cId="1056610447" sldId="455"/>
        </pc:sldMkLst>
      </pc:sldChg>
      <pc:sldChg chg="del">
        <pc:chgData name="Avinash Arun Chauhan" userId="S::avinash.chauhan@mahindrauniversity.edu.in::241b5f3e-36f4-4c61-9553-90e6a1c1b8a6" providerId="AD" clId="Web-{33202E02-E355-E8B7-878E-453F3A8EBCF8}" dt="2025-03-04T06:37:01.220" v="3886"/>
        <pc:sldMkLst>
          <pc:docMk/>
          <pc:sldMk cId="3151237808" sldId="456"/>
        </pc:sldMkLst>
      </pc:sldChg>
      <pc:sldChg chg="del">
        <pc:chgData name="Avinash Arun Chauhan" userId="S::avinash.chauhan@mahindrauniversity.edu.in::241b5f3e-36f4-4c61-9553-90e6a1c1b8a6" providerId="AD" clId="Web-{33202E02-E355-E8B7-878E-453F3A8EBCF8}" dt="2025-03-04T06:37:03.126" v="3887"/>
        <pc:sldMkLst>
          <pc:docMk/>
          <pc:sldMk cId="3425558394" sldId="457"/>
        </pc:sldMkLst>
      </pc:sldChg>
      <pc:sldChg chg="del">
        <pc:chgData name="Avinash Arun Chauhan" userId="S::avinash.chauhan@mahindrauniversity.edu.in::241b5f3e-36f4-4c61-9553-90e6a1c1b8a6" providerId="AD" clId="Web-{33202E02-E355-E8B7-878E-453F3A8EBCF8}" dt="2025-03-04T06:36:50.688" v="3870"/>
        <pc:sldMkLst>
          <pc:docMk/>
          <pc:sldMk cId="695737555" sldId="458"/>
        </pc:sldMkLst>
      </pc:sldChg>
      <pc:sldChg chg="del">
        <pc:chgData name="Avinash Arun Chauhan" userId="S::avinash.chauhan@mahindrauniversity.edu.in::241b5f3e-36f4-4c61-9553-90e6a1c1b8a6" providerId="AD" clId="Web-{33202E02-E355-E8B7-878E-453F3A8EBCF8}" dt="2025-03-04T06:36:50.782" v="3871"/>
        <pc:sldMkLst>
          <pc:docMk/>
          <pc:sldMk cId="3273740067" sldId="459"/>
        </pc:sldMkLst>
      </pc:sldChg>
      <pc:sldChg chg="del">
        <pc:chgData name="Avinash Arun Chauhan" userId="S::avinash.chauhan@mahindrauniversity.edu.in::241b5f3e-36f4-4c61-9553-90e6a1c1b8a6" providerId="AD" clId="Web-{33202E02-E355-E8B7-878E-453F3A8EBCF8}" dt="2025-03-04T06:36:51.251" v="3872"/>
        <pc:sldMkLst>
          <pc:docMk/>
          <pc:sldMk cId="1623255389" sldId="460"/>
        </pc:sldMkLst>
      </pc:sldChg>
      <pc:sldChg chg="del">
        <pc:chgData name="Avinash Arun Chauhan" userId="S::avinash.chauhan@mahindrauniversity.edu.in::241b5f3e-36f4-4c61-9553-90e6a1c1b8a6" providerId="AD" clId="Web-{33202E02-E355-E8B7-878E-453F3A8EBCF8}" dt="2025-03-04T06:36:51.923" v="3873"/>
        <pc:sldMkLst>
          <pc:docMk/>
          <pc:sldMk cId="3573909319" sldId="461"/>
        </pc:sldMkLst>
      </pc:sldChg>
      <pc:sldChg chg="del">
        <pc:chgData name="Avinash Arun Chauhan" userId="S::avinash.chauhan@mahindrauniversity.edu.in::241b5f3e-36f4-4c61-9553-90e6a1c1b8a6" providerId="AD" clId="Web-{33202E02-E355-E8B7-878E-453F3A8EBCF8}" dt="2025-03-04T06:36:52.626" v="3874"/>
        <pc:sldMkLst>
          <pc:docMk/>
          <pc:sldMk cId="591931453" sldId="462"/>
        </pc:sldMkLst>
      </pc:sldChg>
      <pc:sldChg chg="del">
        <pc:chgData name="Avinash Arun Chauhan" userId="S::avinash.chauhan@mahindrauniversity.edu.in::241b5f3e-36f4-4c61-9553-90e6a1c1b8a6" providerId="AD" clId="Web-{33202E02-E355-E8B7-878E-453F3A8EBCF8}" dt="2025-03-04T06:36:53.141" v="3875"/>
        <pc:sldMkLst>
          <pc:docMk/>
          <pc:sldMk cId="2254286999" sldId="463"/>
        </pc:sldMkLst>
      </pc:sldChg>
      <pc:sldChg chg="del">
        <pc:chgData name="Avinash Arun Chauhan" userId="S::avinash.chauhan@mahindrauniversity.edu.in::241b5f3e-36f4-4c61-9553-90e6a1c1b8a6" providerId="AD" clId="Web-{33202E02-E355-E8B7-878E-453F3A8EBCF8}" dt="2025-03-04T06:36:54.766" v="3878"/>
        <pc:sldMkLst>
          <pc:docMk/>
          <pc:sldMk cId="2194272374" sldId="464"/>
        </pc:sldMkLst>
      </pc:sldChg>
      <pc:sldChg chg="del">
        <pc:chgData name="Avinash Arun Chauhan" userId="S::avinash.chauhan@mahindrauniversity.edu.in::241b5f3e-36f4-4c61-9553-90e6a1c1b8a6" providerId="AD" clId="Web-{33202E02-E355-E8B7-878E-453F3A8EBCF8}" dt="2025-03-04T06:36:55.720" v="3879"/>
        <pc:sldMkLst>
          <pc:docMk/>
          <pc:sldMk cId="484314122" sldId="465"/>
        </pc:sldMkLst>
      </pc:sldChg>
      <pc:sldChg chg="del">
        <pc:chgData name="Avinash Arun Chauhan" userId="S::avinash.chauhan@mahindrauniversity.edu.in::241b5f3e-36f4-4c61-9553-90e6a1c1b8a6" providerId="AD" clId="Web-{33202E02-E355-E8B7-878E-453F3A8EBCF8}" dt="2025-03-04T06:36:55.766" v="3880"/>
        <pc:sldMkLst>
          <pc:docMk/>
          <pc:sldMk cId="661248127" sldId="467"/>
        </pc:sldMkLst>
      </pc:sldChg>
      <pc:sldChg chg="del">
        <pc:chgData name="Avinash Arun Chauhan" userId="S::avinash.chauhan@mahindrauniversity.edu.in::241b5f3e-36f4-4c61-9553-90e6a1c1b8a6" providerId="AD" clId="Web-{33202E02-E355-E8B7-878E-453F3A8EBCF8}" dt="2025-03-04T06:36:56.298" v="3881"/>
        <pc:sldMkLst>
          <pc:docMk/>
          <pc:sldMk cId="443326895" sldId="468"/>
        </pc:sldMkLst>
      </pc:sldChg>
      <pc:sldChg chg="del">
        <pc:chgData name="Avinash Arun Chauhan" userId="S::avinash.chauhan@mahindrauniversity.edu.in::241b5f3e-36f4-4c61-9553-90e6a1c1b8a6" providerId="AD" clId="Web-{33202E02-E355-E8B7-878E-453F3A8EBCF8}" dt="2025-03-04T06:36:56.876" v="3882"/>
        <pc:sldMkLst>
          <pc:docMk/>
          <pc:sldMk cId="3230780544" sldId="469"/>
        </pc:sldMkLst>
      </pc:sldChg>
      <pc:sldChg chg="del">
        <pc:chgData name="Avinash Arun Chauhan" userId="S::avinash.chauhan@mahindrauniversity.edu.in::241b5f3e-36f4-4c61-9553-90e6a1c1b8a6" providerId="AD" clId="Web-{33202E02-E355-E8B7-878E-453F3A8EBCF8}" dt="2025-03-04T06:36:59.407" v="3885"/>
        <pc:sldMkLst>
          <pc:docMk/>
          <pc:sldMk cId="741423929" sldId="470"/>
        </pc:sldMkLst>
      </pc:sldChg>
      <pc:sldChg chg="del">
        <pc:chgData name="Avinash Arun Chauhan" userId="S::avinash.chauhan@mahindrauniversity.edu.in::241b5f3e-36f4-4c61-9553-90e6a1c1b8a6" providerId="AD" clId="Web-{33202E02-E355-E8B7-878E-453F3A8EBCF8}" dt="2025-03-04T06:37:21.846" v="3889"/>
        <pc:sldMkLst>
          <pc:docMk/>
          <pc:sldMk cId="1676900672" sldId="471"/>
        </pc:sldMkLst>
      </pc:sldChg>
      <pc:sldChg chg="del">
        <pc:chgData name="Avinash Arun Chauhan" userId="S::avinash.chauhan@mahindrauniversity.edu.in::241b5f3e-36f4-4c61-9553-90e6a1c1b8a6" providerId="AD" clId="Web-{33202E02-E355-E8B7-878E-453F3A8EBCF8}" dt="2025-03-04T06:37:35.721" v="3899"/>
        <pc:sldMkLst>
          <pc:docMk/>
          <pc:sldMk cId="1877125152" sldId="472"/>
        </pc:sldMkLst>
      </pc:sldChg>
      <pc:sldChg chg="del">
        <pc:chgData name="Avinash Arun Chauhan" userId="S::avinash.chauhan@mahindrauniversity.edu.in::241b5f3e-36f4-4c61-9553-90e6a1c1b8a6" providerId="AD" clId="Web-{33202E02-E355-E8B7-878E-453F3A8EBCF8}" dt="2025-03-04T06:37:25.096" v="3890"/>
        <pc:sldMkLst>
          <pc:docMk/>
          <pc:sldMk cId="3471602696" sldId="473"/>
        </pc:sldMkLst>
      </pc:sldChg>
      <pc:sldChg chg="del">
        <pc:chgData name="Avinash Arun Chauhan" userId="S::avinash.chauhan@mahindrauniversity.edu.in::241b5f3e-36f4-4c61-9553-90e6a1c1b8a6" providerId="AD" clId="Web-{33202E02-E355-E8B7-878E-453F3A8EBCF8}" dt="2025-03-04T06:37:27.174" v="3891"/>
        <pc:sldMkLst>
          <pc:docMk/>
          <pc:sldMk cId="834908030" sldId="474"/>
        </pc:sldMkLst>
      </pc:sldChg>
      <pc:sldChg chg="del">
        <pc:chgData name="Avinash Arun Chauhan" userId="S::avinash.chauhan@mahindrauniversity.edu.in::241b5f3e-36f4-4c61-9553-90e6a1c1b8a6" providerId="AD" clId="Web-{33202E02-E355-E8B7-878E-453F3A8EBCF8}" dt="2025-03-04T06:37:30.487" v="3893"/>
        <pc:sldMkLst>
          <pc:docMk/>
          <pc:sldMk cId="3550381690" sldId="475"/>
        </pc:sldMkLst>
      </pc:sldChg>
      <pc:sldChg chg="del">
        <pc:chgData name="Avinash Arun Chauhan" userId="S::avinash.chauhan@mahindrauniversity.edu.in::241b5f3e-36f4-4c61-9553-90e6a1c1b8a6" providerId="AD" clId="Web-{33202E02-E355-E8B7-878E-453F3A8EBCF8}" dt="2025-03-04T06:37:32.143" v="3894"/>
        <pc:sldMkLst>
          <pc:docMk/>
          <pc:sldMk cId="4153259254" sldId="476"/>
        </pc:sldMkLst>
      </pc:sldChg>
      <pc:sldChg chg="del">
        <pc:chgData name="Avinash Arun Chauhan" userId="S::avinash.chauhan@mahindrauniversity.edu.in::241b5f3e-36f4-4c61-9553-90e6a1c1b8a6" providerId="AD" clId="Web-{33202E02-E355-E8B7-878E-453F3A8EBCF8}" dt="2025-03-04T06:37:36.659" v="3900"/>
        <pc:sldMkLst>
          <pc:docMk/>
          <pc:sldMk cId="3801851615" sldId="477"/>
        </pc:sldMkLst>
      </pc:sldChg>
      <pc:sldChg chg="del">
        <pc:chgData name="Avinash Arun Chauhan" userId="S::avinash.chauhan@mahindrauniversity.edu.in::241b5f3e-36f4-4c61-9553-90e6a1c1b8a6" providerId="AD" clId="Web-{33202E02-E355-E8B7-878E-453F3A8EBCF8}" dt="2025-03-04T06:37:38.893" v="3903"/>
        <pc:sldMkLst>
          <pc:docMk/>
          <pc:sldMk cId="3644058412" sldId="478"/>
        </pc:sldMkLst>
      </pc:sldChg>
      <pc:sldChg chg="del">
        <pc:chgData name="Avinash Arun Chauhan" userId="S::avinash.chauhan@mahindrauniversity.edu.in::241b5f3e-36f4-4c61-9553-90e6a1c1b8a6" providerId="AD" clId="Web-{33202E02-E355-E8B7-878E-453F3A8EBCF8}" dt="2025-03-04T06:37:39.846" v="3904"/>
        <pc:sldMkLst>
          <pc:docMk/>
          <pc:sldMk cId="3410386749" sldId="479"/>
        </pc:sldMkLst>
      </pc:sldChg>
      <pc:sldChg chg="del">
        <pc:chgData name="Avinash Arun Chauhan" userId="S::avinash.chauhan@mahindrauniversity.edu.in::241b5f3e-36f4-4c61-9553-90e6a1c1b8a6" providerId="AD" clId="Web-{33202E02-E355-E8B7-878E-453F3A8EBCF8}" dt="2025-03-04T06:37:40.424" v="3905"/>
        <pc:sldMkLst>
          <pc:docMk/>
          <pc:sldMk cId="214929715" sldId="480"/>
        </pc:sldMkLst>
      </pc:sldChg>
      <pc:sldChg chg="del">
        <pc:chgData name="Avinash Arun Chauhan" userId="S::avinash.chauhan@mahindrauniversity.edu.in::241b5f3e-36f4-4c61-9553-90e6a1c1b8a6" providerId="AD" clId="Web-{33202E02-E355-E8B7-878E-453F3A8EBCF8}" dt="2025-03-04T06:37:04.392" v="3888"/>
        <pc:sldMkLst>
          <pc:docMk/>
          <pc:sldMk cId="2362649363" sldId="482"/>
        </pc:sldMkLst>
      </pc:sldChg>
      <pc:sldChg chg="del">
        <pc:chgData name="Avinash Arun Chauhan" userId="S::avinash.chauhan@mahindrauniversity.edu.in::241b5f3e-36f4-4c61-9553-90e6a1c1b8a6" providerId="AD" clId="Web-{33202E02-E355-E8B7-878E-453F3A8EBCF8}" dt="2025-03-04T06:37:42.487" v="3906"/>
        <pc:sldMkLst>
          <pc:docMk/>
          <pc:sldMk cId="1303577956" sldId="483"/>
        </pc:sldMkLst>
      </pc:sldChg>
      <pc:sldChg chg="del">
        <pc:chgData name="Avinash Arun Chauhan" userId="S::avinash.chauhan@mahindrauniversity.edu.in::241b5f3e-36f4-4c61-9553-90e6a1c1b8a6" providerId="AD" clId="Web-{33202E02-E355-E8B7-878E-453F3A8EBCF8}" dt="2025-03-04T06:36:44.985" v="3861"/>
        <pc:sldMkLst>
          <pc:docMk/>
          <pc:sldMk cId="1554059342" sldId="484"/>
        </pc:sldMkLst>
      </pc:sldChg>
      <pc:sldChg chg="del">
        <pc:chgData name="Avinash Arun Chauhan" userId="S::avinash.chauhan@mahindrauniversity.edu.in::241b5f3e-36f4-4c61-9553-90e6a1c1b8a6" providerId="AD" clId="Web-{33202E02-E355-E8B7-878E-453F3A8EBCF8}" dt="2025-03-04T06:36:45.891" v="3862"/>
        <pc:sldMkLst>
          <pc:docMk/>
          <pc:sldMk cId="2260623868" sldId="485"/>
        </pc:sldMkLst>
      </pc:sldChg>
      <pc:sldChg chg="del">
        <pc:chgData name="Avinash Arun Chauhan" userId="S::avinash.chauhan@mahindrauniversity.edu.in::241b5f3e-36f4-4c61-9553-90e6a1c1b8a6" providerId="AD" clId="Web-{33202E02-E355-E8B7-878E-453F3A8EBCF8}" dt="2025-03-04T06:36:46.329" v="3863"/>
        <pc:sldMkLst>
          <pc:docMk/>
          <pc:sldMk cId="2448879130" sldId="486"/>
        </pc:sldMkLst>
      </pc:sldChg>
      <pc:sldChg chg="del">
        <pc:chgData name="Avinash Arun Chauhan" userId="S::avinash.chauhan@mahindrauniversity.edu.in::241b5f3e-36f4-4c61-9553-90e6a1c1b8a6" providerId="AD" clId="Web-{33202E02-E355-E8B7-878E-453F3A8EBCF8}" dt="2025-03-04T06:36:47.969" v="3866"/>
        <pc:sldMkLst>
          <pc:docMk/>
          <pc:sldMk cId="2853831445" sldId="487"/>
        </pc:sldMkLst>
      </pc:sldChg>
      <pc:sldChg chg="del">
        <pc:chgData name="Avinash Arun Chauhan" userId="S::avinash.chauhan@mahindrauniversity.edu.in::241b5f3e-36f4-4c61-9553-90e6a1c1b8a6" providerId="AD" clId="Web-{33202E02-E355-E8B7-878E-453F3A8EBCF8}" dt="2025-03-04T06:36:54.204" v="3877"/>
        <pc:sldMkLst>
          <pc:docMk/>
          <pc:sldMk cId="1797309917" sldId="488"/>
        </pc:sldMkLst>
      </pc:sldChg>
      <pc:sldChg chg="del">
        <pc:chgData name="Avinash Arun Chauhan" userId="S::avinash.chauhan@mahindrauniversity.edu.in::241b5f3e-36f4-4c61-9553-90e6a1c1b8a6" providerId="AD" clId="Web-{33202E02-E355-E8B7-878E-453F3A8EBCF8}" dt="2025-03-04T06:36:53.657" v="3876"/>
        <pc:sldMkLst>
          <pc:docMk/>
          <pc:sldMk cId="3811111185" sldId="489"/>
        </pc:sldMkLst>
      </pc:sldChg>
      <pc:sldChg chg="del">
        <pc:chgData name="Avinash Arun Chauhan" userId="S::avinash.chauhan@mahindrauniversity.edu.in::241b5f3e-36f4-4c61-9553-90e6a1c1b8a6" providerId="AD" clId="Web-{33202E02-E355-E8B7-878E-453F3A8EBCF8}" dt="2025-03-04T06:36:57.407" v="3883"/>
        <pc:sldMkLst>
          <pc:docMk/>
          <pc:sldMk cId="3241686281" sldId="490"/>
        </pc:sldMkLst>
      </pc:sldChg>
      <pc:sldChg chg="del">
        <pc:chgData name="Avinash Arun Chauhan" userId="S::avinash.chauhan@mahindrauniversity.edu.in::241b5f3e-36f4-4c61-9553-90e6a1c1b8a6" providerId="AD" clId="Web-{33202E02-E355-E8B7-878E-453F3A8EBCF8}" dt="2025-03-04T06:37:28.752" v="3892"/>
        <pc:sldMkLst>
          <pc:docMk/>
          <pc:sldMk cId="1595328450" sldId="491"/>
        </pc:sldMkLst>
      </pc:sldChg>
      <pc:sldChg chg="del">
        <pc:chgData name="Avinash Arun Chauhan" userId="S::avinash.chauhan@mahindrauniversity.edu.in::241b5f3e-36f4-4c61-9553-90e6a1c1b8a6" providerId="AD" clId="Web-{33202E02-E355-E8B7-878E-453F3A8EBCF8}" dt="2025-03-04T06:37:38.424" v="3902"/>
        <pc:sldMkLst>
          <pc:docMk/>
          <pc:sldMk cId="3296502734" sldId="492"/>
        </pc:sldMkLst>
      </pc:sldChg>
      <pc:sldChg chg="del">
        <pc:chgData name="Avinash Arun Chauhan" userId="S::avinash.chauhan@mahindrauniversity.edu.in::241b5f3e-36f4-4c61-9553-90e6a1c1b8a6" providerId="AD" clId="Web-{33202E02-E355-E8B7-878E-453F3A8EBCF8}" dt="2025-03-04T06:37:37.424" v="3901"/>
        <pc:sldMkLst>
          <pc:docMk/>
          <pc:sldMk cId="3193196148" sldId="493"/>
        </pc:sldMkLst>
      </pc:sldChg>
      <pc:sldChg chg="del">
        <pc:chgData name="Avinash Arun Chauhan" userId="S::avinash.chauhan@mahindrauniversity.edu.in::241b5f3e-36f4-4c61-9553-90e6a1c1b8a6" providerId="AD" clId="Web-{33202E02-E355-E8B7-878E-453F3A8EBCF8}" dt="2025-03-04T06:37:32.862" v="3895"/>
        <pc:sldMkLst>
          <pc:docMk/>
          <pc:sldMk cId="1216913954" sldId="494"/>
        </pc:sldMkLst>
      </pc:sldChg>
      <pc:sldChg chg="del">
        <pc:chgData name="Avinash Arun Chauhan" userId="S::avinash.chauhan@mahindrauniversity.edu.in::241b5f3e-36f4-4c61-9553-90e6a1c1b8a6" providerId="AD" clId="Web-{33202E02-E355-E8B7-878E-453F3A8EBCF8}" dt="2025-03-04T06:37:33.440" v="3896"/>
        <pc:sldMkLst>
          <pc:docMk/>
          <pc:sldMk cId="17115714" sldId="495"/>
        </pc:sldMkLst>
      </pc:sldChg>
      <pc:sldChg chg="del">
        <pc:chgData name="Avinash Arun Chauhan" userId="S::avinash.chauhan@mahindrauniversity.edu.in::241b5f3e-36f4-4c61-9553-90e6a1c1b8a6" providerId="AD" clId="Web-{33202E02-E355-E8B7-878E-453F3A8EBCF8}" dt="2025-03-04T06:37:34.034" v="3897"/>
        <pc:sldMkLst>
          <pc:docMk/>
          <pc:sldMk cId="2740781287" sldId="496"/>
        </pc:sldMkLst>
      </pc:sldChg>
      <pc:sldChg chg="del">
        <pc:chgData name="Avinash Arun Chauhan" userId="S::avinash.chauhan@mahindrauniversity.edu.in::241b5f3e-36f4-4c61-9553-90e6a1c1b8a6" providerId="AD" clId="Web-{33202E02-E355-E8B7-878E-453F3A8EBCF8}" dt="2025-03-04T06:37:34.940" v="3898"/>
        <pc:sldMkLst>
          <pc:docMk/>
          <pc:sldMk cId="1423176506" sldId="497"/>
        </pc:sldMkLst>
      </pc:sldChg>
      <pc:sldChg chg="modSp add del ord replId">
        <pc:chgData name="Avinash Arun Chauhan" userId="S::avinash.chauhan@mahindrauniversity.edu.in::241b5f3e-36f4-4c61-9553-90e6a1c1b8a6" providerId="AD" clId="Web-{33202E02-E355-E8B7-878E-453F3A8EBCF8}" dt="2025-03-04T05:00:26.592" v="118"/>
        <pc:sldMkLst>
          <pc:docMk/>
          <pc:sldMk cId="3099959883" sldId="498"/>
        </pc:sldMkLst>
        <pc:spChg chg="mod">
          <ac:chgData name="Avinash Arun Chauhan" userId="S::avinash.chauhan@mahindrauniversity.edu.in::241b5f3e-36f4-4c61-9553-90e6a1c1b8a6" providerId="AD" clId="Web-{33202E02-E355-E8B7-878E-453F3A8EBCF8}" dt="2025-03-04T04:31:24.853" v="40" actId="20577"/>
          <ac:spMkLst>
            <pc:docMk/>
            <pc:sldMk cId="3099959883" sldId="498"/>
            <ac:spMk id="2" creationId="{100F2709-CFE1-CD23-C25E-E5D8FDFAF785}"/>
          </ac:spMkLst>
        </pc:spChg>
        <pc:spChg chg="mod">
          <ac:chgData name="Avinash Arun Chauhan" userId="S::avinash.chauhan@mahindrauniversity.edu.in::241b5f3e-36f4-4c61-9553-90e6a1c1b8a6" providerId="AD" clId="Web-{33202E02-E355-E8B7-878E-453F3A8EBCF8}" dt="2025-03-04T04:32:41.980" v="117" actId="20577"/>
          <ac:spMkLst>
            <pc:docMk/>
            <pc:sldMk cId="3099959883" sldId="498"/>
            <ac:spMk id="3" creationId="{C7E2379C-C377-B664-05E9-56FD4BE4675A}"/>
          </ac:spMkLst>
        </pc:spChg>
      </pc:sldChg>
      <pc:sldChg chg="modSp add replId">
        <pc:chgData name="Avinash Arun Chauhan" userId="S::avinash.chauhan@mahindrauniversity.edu.in::241b5f3e-36f4-4c61-9553-90e6a1c1b8a6" providerId="AD" clId="Web-{33202E02-E355-E8B7-878E-453F3A8EBCF8}" dt="2025-03-04T05:15:23.517" v="697" actId="20577"/>
        <pc:sldMkLst>
          <pc:docMk/>
          <pc:sldMk cId="3774960452" sldId="498"/>
        </pc:sldMkLst>
        <pc:spChg chg="mod">
          <ac:chgData name="Avinash Arun Chauhan" userId="S::avinash.chauhan@mahindrauniversity.edu.in::241b5f3e-36f4-4c61-9553-90e6a1c1b8a6" providerId="AD" clId="Web-{33202E02-E355-E8B7-878E-453F3A8EBCF8}" dt="2025-03-04T05:06:06.167" v="420" actId="20577"/>
          <ac:spMkLst>
            <pc:docMk/>
            <pc:sldMk cId="3774960452" sldId="498"/>
            <ac:spMk id="2" creationId="{2AE7201E-C66D-DEA7-A188-AE19240AB636}"/>
          </ac:spMkLst>
        </pc:spChg>
        <pc:spChg chg="mod">
          <ac:chgData name="Avinash Arun Chauhan" userId="S::avinash.chauhan@mahindrauniversity.edu.in::241b5f3e-36f4-4c61-9553-90e6a1c1b8a6" providerId="AD" clId="Web-{33202E02-E355-E8B7-878E-453F3A8EBCF8}" dt="2025-03-04T05:15:23.517" v="697" actId="20577"/>
          <ac:spMkLst>
            <pc:docMk/>
            <pc:sldMk cId="3774960452" sldId="498"/>
            <ac:spMk id="3" creationId="{3B1597D1-3162-6966-C889-150E5E86D526}"/>
          </ac:spMkLst>
        </pc:spChg>
      </pc:sldChg>
      <pc:sldChg chg="modSp add replId">
        <pc:chgData name="Avinash Arun Chauhan" userId="S::avinash.chauhan@mahindrauniversity.edu.in::241b5f3e-36f4-4c61-9553-90e6a1c1b8a6" providerId="AD" clId="Web-{33202E02-E355-E8B7-878E-453F3A8EBCF8}" dt="2025-03-04T05:44:48.600" v="1951" actId="20577"/>
        <pc:sldMkLst>
          <pc:docMk/>
          <pc:sldMk cId="3207648784" sldId="499"/>
        </pc:sldMkLst>
        <pc:spChg chg="mod">
          <ac:chgData name="Avinash Arun Chauhan" userId="S::avinash.chauhan@mahindrauniversity.edu.in::241b5f3e-36f4-4c61-9553-90e6a1c1b8a6" providerId="AD" clId="Web-{33202E02-E355-E8B7-878E-453F3A8EBCF8}" dt="2025-03-04T05:44:48.600" v="1951" actId="20577"/>
          <ac:spMkLst>
            <pc:docMk/>
            <pc:sldMk cId="3207648784" sldId="499"/>
            <ac:spMk id="2" creationId="{EF29AE8C-982F-9A44-EDAC-D8FE60F6A06E}"/>
          </ac:spMkLst>
        </pc:spChg>
        <pc:spChg chg="mod">
          <ac:chgData name="Avinash Arun Chauhan" userId="S::avinash.chauhan@mahindrauniversity.edu.in::241b5f3e-36f4-4c61-9553-90e6a1c1b8a6" providerId="AD" clId="Web-{33202E02-E355-E8B7-878E-453F3A8EBCF8}" dt="2025-03-04T05:18:25.446" v="959" actId="20577"/>
          <ac:spMkLst>
            <pc:docMk/>
            <pc:sldMk cId="3207648784" sldId="499"/>
            <ac:spMk id="3" creationId="{F7C92C6F-F4A0-ADED-694C-AC659DE392AF}"/>
          </ac:spMkLst>
        </pc:spChg>
      </pc:sldChg>
      <pc:sldChg chg="modSp add replId">
        <pc:chgData name="Avinash Arun Chauhan" userId="S::avinash.chauhan@mahindrauniversity.edu.in::241b5f3e-36f4-4c61-9553-90e6a1c1b8a6" providerId="AD" clId="Web-{33202E02-E355-E8B7-878E-453F3A8EBCF8}" dt="2025-03-04T05:23:09.238" v="1379" actId="20577"/>
        <pc:sldMkLst>
          <pc:docMk/>
          <pc:sldMk cId="292618234" sldId="500"/>
        </pc:sldMkLst>
        <pc:spChg chg="mod">
          <ac:chgData name="Avinash Arun Chauhan" userId="S::avinash.chauhan@mahindrauniversity.edu.in::241b5f3e-36f4-4c61-9553-90e6a1c1b8a6" providerId="AD" clId="Web-{33202E02-E355-E8B7-878E-453F3A8EBCF8}" dt="2025-03-04T05:19:08.541" v="1002" actId="20577"/>
          <ac:spMkLst>
            <pc:docMk/>
            <pc:sldMk cId="292618234" sldId="500"/>
            <ac:spMk id="2" creationId="{88199280-12D3-DA95-BA06-764722DDA917}"/>
          </ac:spMkLst>
        </pc:spChg>
        <pc:spChg chg="mod">
          <ac:chgData name="Avinash Arun Chauhan" userId="S::avinash.chauhan@mahindrauniversity.edu.in::241b5f3e-36f4-4c61-9553-90e6a1c1b8a6" providerId="AD" clId="Web-{33202E02-E355-E8B7-878E-453F3A8EBCF8}" dt="2025-03-04T05:23:09.238" v="1379" actId="20577"/>
          <ac:spMkLst>
            <pc:docMk/>
            <pc:sldMk cId="292618234" sldId="500"/>
            <ac:spMk id="3" creationId="{F257AE3C-3CE1-C352-20B3-1B63D532BA1A}"/>
          </ac:spMkLst>
        </pc:spChg>
      </pc:sldChg>
      <pc:sldChg chg="modSp add replId">
        <pc:chgData name="Avinash Arun Chauhan" userId="S::avinash.chauhan@mahindrauniversity.edu.in::241b5f3e-36f4-4c61-9553-90e6a1c1b8a6" providerId="AD" clId="Web-{33202E02-E355-E8B7-878E-453F3A8EBCF8}" dt="2025-03-04T06:09:44.360" v="2413" actId="20577"/>
        <pc:sldMkLst>
          <pc:docMk/>
          <pc:sldMk cId="3234110313" sldId="501"/>
        </pc:sldMkLst>
        <pc:spChg chg="mod">
          <ac:chgData name="Avinash Arun Chauhan" userId="S::avinash.chauhan@mahindrauniversity.edu.in::241b5f3e-36f4-4c61-9553-90e6a1c1b8a6" providerId="AD" clId="Web-{33202E02-E355-E8B7-878E-453F3A8EBCF8}" dt="2025-03-04T06:09:44.360" v="2413" actId="20577"/>
          <ac:spMkLst>
            <pc:docMk/>
            <pc:sldMk cId="3234110313" sldId="501"/>
            <ac:spMk id="2" creationId="{DC556474-6139-1ECD-ECB3-CD7EEB82AF03}"/>
          </ac:spMkLst>
        </pc:spChg>
        <pc:spChg chg="mod">
          <ac:chgData name="Avinash Arun Chauhan" userId="S::avinash.chauhan@mahindrauniversity.edu.in::241b5f3e-36f4-4c61-9553-90e6a1c1b8a6" providerId="AD" clId="Web-{33202E02-E355-E8B7-878E-453F3A8EBCF8}" dt="2025-03-04T05:41:18.670" v="1780" actId="20577"/>
          <ac:spMkLst>
            <pc:docMk/>
            <pc:sldMk cId="3234110313" sldId="501"/>
            <ac:spMk id="3" creationId="{8059C256-71C2-490F-C60E-2F4571622DBC}"/>
          </ac:spMkLst>
        </pc:spChg>
      </pc:sldChg>
      <pc:sldChg chg="modSp add replId">
        <pc:chgData name="Avinash Arun Chauhan" userId="S::avinash.chauhan@mahindrauniversity.edu.in::241b5f3e-36f4-4c61-9553-90e6a1c1b8a6" providerId="AD" clId="Web-{33202E02-E355-E8B7-878E-453F3A8EBCF8}" dt="2025-03-04T05:44:04.067" v="1948" actId="20577"/>
        <pc:sldMkLst>
          <pc:docMk/>
          <pc:sldMk cId="1241132870" sldId="502"/>
        </pc:sldMkLst>
        <pc:spChg chg="mod">
          <ac:chgData name="Avinash Arun Chauhan" userId="S::avinash.chauhan@mahindrauniversity.edu.in::241b5f3e-36f4-4c61-9553-90e6a1c1b8a6" providerId="AD" clId="Web-{33202E02-E355-E8B7-878E-453F3A8EBCF8}" dt="2025-03-04T05:42:20.626" v="1827" actId="20577"/>
          <ac:spMkLst>
            <pc:docMk/>
            <pc:sldMk cId="1241132870" sldId="502"/>
            <ac:spMk id="2" creationId="{B9B78759-615F-DA27-0EC8-F9B3E6A92115}"/>
          </ac:spMkLst>
        </pc:spChg>
        <pc:spChg chg="mod">
          <ac:chgData name="Avinash Arun Chauhan" userId="S::avinash.chauhan@mahindrauniversity.edu.in::241b5f3e-36f4-4c61-9553-90e6a1c1b8a6" providerId="AD" clId="Web-{33202E02-E355-E8B7-878E-453F3A8EBCF8}" dt="2025-03-04T05:44:04.067" v="1948" actId="20577"/>
          <ac:spMkLst>
            <pc:docMk/>
            <pc:sldMk cId="1241132870" sldId="502"/>
            <ac:spMk id="3" creationId="{B59F9376-EE9E-CCCE-7757-AA9EA4AF748A}"/>
          </ac:spMkLst>
        </pc:spChg>
      </pc:sldChg>
      <pc:sldChg chg="modSp add replId">
        <pc:chgData name="Avinash Arun Chauhan" userId="S::avinash.chauhan@mahindrauniversity.edu.in::241b5f3e-36f4-4c61-9553-90e6a1c1b8a6" providerId="AD" clId="Web-{33202E02-E355-E8B7-878E-453F3A8EBCF8}" dt="2025-03-04T05:47:40.028" v="2075" actId="20577"/>
        <pc:sldMkLst>
          <pc:docMk/>
          <pc:sldMk cId="1930186505" sldId="503"/>
        </pc:sldMkLst>
        <pc:spChg chg="mod">
          <ac:chgData name="Avinash Arun Chauhan" userId="S::avinash.chauhan@mahindrauniversity.edu.in::241b5f3e-36f4-4c61-9553-90e6a1c1b8a6" providerId="AD" clId="Web-{33202E02-E355-E8B7-878E-453F3A8EBCF8}" dt="2025-03-04T05:45:20.101" v="1981" actId="20577"/>
          <ac:spMkLst>
            <pc:docMk/>
            <pc:sldMk cId="1930186505" sldId="503"/>
            <ac:spMk id="2" creationId="{2A35E231-B8D6-5AA2-D762-8F9FFD07A664}"/>
          </ac:spMkLst>
        </pc:spChg>
        <pc:spChg chg="mod">
          <ac:chgData name="Avinash Arun Chauhan" userId="S::avinash.chauhan@mahindrauniversity.edu.in::241b5f3e-36f4-4c61-9553-90e6a1c1b8a6" providerId="AD" clId="Web-{33202E02-E355-E8B7-878E-453F3A8EBCF8}" dt="2025-03-04T05:47:40.028" v="2075" actId="20577"/>
          <ac:spMkLst>
            <pc:docMk/>
            <pc:sldMk cId="1930186505" sldId="503"/>
            <ac:spMk id="3" creationId="{02DD9936-D6A8-BE5B-67E9-97FDB091E7CF}"/>
          </ac:spMkLst>
        </pc:spChg>
      </pc:sldChg>
      <pc:sldChg chg="modSp add replId">
        <pc:chgData name="Avinash Arun Chauhan" userId="S::avinash.chauhan@mahindrauniversity.edu.in::241b5f3e-36f4-4c61-9553-90e6a1c1b8a6" providerId="AD" clId="Web-{33202E02-E355-E8B7-878E-453F3A8EBCF8}" dt="2025-03-04T06:03:44.097" v="2408" actId="20577"/>
        <pc:sldMkLst>
          <pc:docMk/>
          <pc:sldMk cId="1049978987" sldId="504"/>
        </pc:sldMkLst>
        <pc:spChg chg="mod">
          <ac:chgData name="Avinash Arun Chauhan" userId="S::avinash.chauhan@mahindrauniversity.edu.in::241b5f3e-36f4-4c61-9553-90e6a1c1b8a6" providerId="AD" clId="Web-{33202E02-E355-E8B7-878E-453F3A8EBCF8}" dt="2025-03-04T05:47:57.123" v="2103" actId="20577"/>
          <ac:spMkLst>
            <pc:docMk/>
            <pc:sldMk cId="1049978987" sldId="504"/>
            <ac:spMk id="2" creationId="{7E31B6F2-A594-76CF-79CF-326D452C6389}"/>
          </ac:spMkLst>
        </pc:spChg>
        <pc:spChg chg="mod">
          <ac:chgData name="Avinash Arun Chauhan" userId="S::avinash.chauhan@mahindrauniversity.edu.in::241b5f3e-36f4-4c61-9553-90e6a1c1b8a6" providerId="AD" clId="Web-{33202E02-E355-E8B7-878E-453F3A8EBCF8}" dt="2025-03-04T06:03:44.097" v="2408" actId="20577"/>
          <ac:spMkLst>
            <pc:docMk/>
            <pc:sldMk cId="1049978987" sldId="504"/>
            <ac:spMk id="3" creationId="{34E8DAE5-BF17-8945-6748-9F17DA4E9E56}"/>
          </ac:spMkLst>
        </pc:spChg>
      </pc:sldChg>
      <pc:sldChg chg="modSp add replId">
        <pc:chgData name="Avinash Arun Chauhan" userId="S::avinash.chauhan@mahindrauniversity.edu.in::241b5f3e-36f4-4c61-9553-90e6a1c1b8a6" providerId="AD" clId="Web-{33202E02-E355-E8B7-878E-453F3A8EBCF8}" dt="2025-03-04T06:13:45.463" v="2789" actId="20577"/>
        <pc:sldMkLst>
          <pc:docMk/>
          <pc:sldMk cId="883900188" sldId="505"/>
        </pc:sldMkLst>
        <pc:spChg chg="mod">
          <ac:chgData name="Avinash Arun Chauhan" userId="S::avinash.chauhan@mahindrauniversity.edu.in::241b5f3e-36f4-4c61-9553-90e6a1c1b8a6" providerId="AD" clId="Web-{33202E02-E355-E8B7-878E-453F3A8EBCF8}" dt="2025-03-04T06:10:08.580" v="2440" actId="20577"/>
          <ac:spMkLst>
            <pc:docMk/>
            <pc:sldMk cId="883900188" sldId="505"/>
            <ac:spMk id="2" creationId="{5FED248E-235C-2C9F-86E6-FFE7D5586919}"/>
          </ac:spMkLst>
        </pc:spChg>
        <pc:spChg chg="mod">
          <ac:chgData name="Avinash Arun Chauhan" userId="S::avinash.chauhan@mahindrauniversity.edu.in::241b5f3e-36f4-4c61-9553-90e6a1c1b8a6" providerId="AD" clId="Web-{33202E02-E355-E8B7-878E-453F3A8EBCF8}" dt="2025-03-04T06:13:45.463" v="2789" actId="20577"/>
          <ac:spMkLst>
            <pc:docMk/>
            <pc:sldMk cId="883900188" sldId="505"/>
            <ac:spMk id="3" creationId="{29BD426B-01FE-6A79-FB41-404DC71E5937}"/>
          </ac:spMkLst>
        </pc:spChg>
      </pc:sldChg>
      <pc:sldChg chg="addSp modSp add replId">
        <pc:chgData name="Avinash Arun Chauhan" userId="S::avinash.chauhan@mahindrauniversity.edu.in::241b5f3e-36f4-4c61-9553-90e6a1c1b8a6" providerId="AD" clId="Web-{33202E02-E355-E8B7-878E-453F3A8EBCF8}" dt="2025-03-04T06:43:49.985" v="4233" actId="20577"/>
        <pc:sldMkLst>
          <pc:docMk/>
          <pc:sldMk cId="1461962951" sldId="506"/>
        </pc:sldMkLst>
        <pc:spChg chg="mod">
          <ac:chgData name="Avinash Arun Chauhan" userId="S::avinash.chauhan@mahindrauniversity.edu.in::241b5f3e-36f4-4c61-9553-90e6a1c1b8a6" providerId="AD" clId="Web-{33202E02-E355-E8B7-878E-453F3A8EBCF8}" dt="2025-03-04T06:43:49.985" v="4233" actId="20577"/>
          <ac:spMkLst>
            <pc:docMk/>
            <pc:sldMk cId="1461962951" sldId="506"/>
            <ac:spMk id="3" creationId="{809CF7B8-748D-228A-3C04-DF71B33408D3}"/>
          </ac:spMkLst>
        </pc:spChg>
        <pc:spChg chg="add mod">
          <ac:chgData name="Avinash Arun Chauhan" userId="S::avinash.chauhan@mahindrauniversity.edu.in::241b5f3e-36f4-4c61-9553-90e6a1c1b8a6" providerId="AD" clId="Web-{33202E02-E355-E8B7-878E-453F3A8EBCF8}" dt="2025-03-04T06:41:21.073" v="3988" actId="14100"/>
          <ac:spMkLst>
            <pc:docMk/>
            <pc:sldMk cId="1461962951" sldId="506"/>
            <ac:spMk id="4" creationId="{A299F06C-7475-9F71-BB9D-AD93D2BF7BAD}"/>
          </ac:spMkLst>
        </pc:spChg>
      </pc:sldChg>
      <pc:sldChg chg="modSp add replId">
        <pc:chgData name="Avinash Arun Chauhan" userId="S::avinash.chauhan@mahindrauniversity.edu.in::241b5f3e-36f4-4c61-9553-90e6a1c1b8a6" providerId="AD" clId="Web-{33202E02-E355-E8B7-878E-453F3A8EBCF8}" dt="2025-03-04T06:20:57.089" v="3259" actId="20577"/>
        <pc:sldMkLst>
          <pc:docMk/>
          <pc:sldMk cId="1794931576" sldId="507"/>
        </pc:sldMkLst>
        <pc:spChg chg="mod">
          <ac:chgData name="Avinash Arun Chauhan" userId="S::avinash.chauhan@mahindrauniversity.edu.in::241b5f3e-36f4-4c61-9553-90e6a1c1b8a6" providerId="AD" clId="Web-{33202E02-E355-E8B7-878E-453F3A8EBCF8}" dt="2025-03-04T06:20:57.089" v="3259" actId="20577"/>
          <ac:spMkLst>
            <pc:docMk/>
            <pc:sldMk cId="1794931576" sldId="507"/>
            <ac:spMk id="3" creationId="{7088C511-A66E-EC42-EBC7-E6864BAA0BDB}"/>
          </ac:spMkLst>
        </pc:spChg>
      </pc:sldChg>
      <pc:sldChg chg="modSp add replId">
        <pc:chgData name="Avinash Arun Chauhan" userId="S::avinash.chauhan@mahindrauniversity.edu.in::241b5f3e-36f4-4c61-9553-90e6a1c1b8a6" providerId="AD" clId="Web-{33202E02-E355-E8B7-878E-453F3A8EBCF8}" dt="2025-03-04T06:21:46.310" v="3323" actId="20577"/>
        <pc:sldMkLst>
          <pc:docMk/>
          <pc:sldMk cId="3012470631" sldId="508"/>
        </pc:sldMkLst>
        <pc:spChg chg="mod">
          <ac:chgData name="Avinash Arun Chauhan" userId="S::avinash.chauhan@mahindrauniversity.edu.in::241b5f3e-36f4-4c61-9553-90e6a1c1b8a6" providerId="AD" clId="Web-{33202E02-E355-E8B7-878E-453F3A8EBCF8}" dt="2025-03-04T06:21:46.310" v="3323" actId="20577"/>
          <ac:spMkLst>
            <pc:docMk/>
            <pc:sldMk cId="3012470631" sldId="508"/>
            <ac:spMk id="3" creationId="{96E9C779-DF31-3741-3B77-D003BD44266C}"/>
          </ac:spMkLst>
        </pc:spChg>
      </pc:sldChg>
      <pc:sldChg chg="modSp add replId">
        <pc:chgData name="Avinash Arun Chauhan" userId="S::avinash.chauhan@mahindrauniversity.edu.in::241b5f3e-36f4-4c61-9553-90e6a1c1b8a6" providerId="AD" clId="Web-{33202E02-E355-E8B7-878E-453F3A8EBCF8}" dt="2025-03-04T06:30:00.329" v="3711" actId="1076"/>
        <pc:sldMkLst>
          <pc:docMk/>
          <pc:sldMk cId="1483657768" sldId="509"/>
        </pc:sldMkLst>
        <pc:spChg chg="mod">
          <ac:chgData name="Avinash Arun Chauhan" userId="S::avinash.chauhan@mahindrauniversity.edu.in::241b5f3e-36f4-4c61-9553-90e6a1c1b8a6" providerId="AD" clId="Web-{33202E02-E355-E8B7-878E-453F3A8EBCF8}" dt="2025-03-04T06:22:53.359" v="3338" actId="20577"/>
          <ac:spMkLst>
            <pc:docMk/>
            <pc:sldMk cId="1483657768" sldId="509"/>
            <ac:spMk id="2" creationId="{A9138044-B61E-3C71-9CA0-14F0125F9DF7}"/>
          </ac:spMkLst>
        </pc:spChg>
        <pc:spChg chg="mod">
          <ac:chgData name="Avinash Arun Chauhan" userId="S::avinash.chauhan@mahindrauniversity.edu.in::241b5f3e-36f4-4c61-9553-90e6a1c1b8a6" providerId="AD" clId="Web-{33202E02-E355-E8B7-878E-453F3A8EBCF8}" dt="2025-03-04T06:30:00.329" v="3711" actId="1076"/>
          <ac:spMkLst>
            <pc:docMk/>
            <pc:sldMk cId="1483657768" sldId="509"/>
            <ac:spMk id="3" creationId="{6CFAA783-38CB-1271-45BA-70A9340EDA8C}"/>
          </ac:spMkLst>
        </pc:spChg>
      </pc:sldChg>
      <pc:sldChg chg="modSp add replId">
        <pc:chgData name="Avinash Arun Chauhan" userId="S::avinash.chauhan@mahindrauniversity.edu.in::241b5f3e-36f4-4c61-9553-90e6a1c1b8a6" providerId="AD" clId="Web-{33202E02-E355-E8B7-878E-453F3A8EBCF8}" dt="2025-03-04T06:29:46.656" v="3710" actId="20577"/>
        <pc:sldMkLst>
          <pc:docMk/>
          <pc:sldMk cId="2459737065" sldId="510"/>
        </pc:sldMkLst>
        <pc:spChg chg="mod">
          <ac:chgData name="Avinash Arun Chauhan" userId="S::avinash.chauhan@mahindrauniversity.edu.in::241b5f3e-36f4-4c61-9553-90e6a1c1b8a6" providerId="AD" clId="Web-{33202E02-E355-E8B7-878E-453F3A8EBCF8}" dt="2025-03-04T06:25:30.256" v="3483" actId="20577"/>
          <ac:spMkLst>
            <pc:docMk/>
            <pc:sldMk cId="2459737065" sldId="510"/>
            <ac:spMk id="2" creationId="{CF9633A2-EC24-521F-A37C-BA4DFAEB7307}"/>
          </ac:spMkLst>
        </pc:spChg>
        <pc:spChg chg="mod">
          <ac:chgData name="Avinash Arun Chauhan" userId="S::avinash.chauhan@mahindrauniversity.edu.in::241b5f3e-36f4-4c61-9553-90e6a1c1b8a6" providerId="AD" clId="Web-{33202E02-E355-E8B7-878E-453F3A8EBCF8}" dt="2025-03-04T06:29:46.656" v="3710" actId="20577"/>
          <ac:spMkLst>
            <pc:docMk/>
            <pc:sldMk cId="2459737065" sldId="510"/>
            <ac:spMk id="3" creationId="{4D53A488-23F5-F1A1-6CA9-673709155BAC}"/>
          </ac:spMkLst>
        </pc:spChg>
      </pc:sldChg>
      <pc:sldChg chg="modSp add replId">
        <pc:chgData name="Avinash Arun Chauhan" userId="S::avinash.chauhan@mahindrauniversity.edu.in::241b5f3e-36f4-4c61-9553-90e6a1c1b8a6" providerId="AD" clId="Web-{33202E02-E355-E8B7-878E-453F3A8EBCF8}" dt="2025-03-04T06:31:59.568" v="3768" actId="20577"/>
        <pc:sldMkLst>
          <pc:docMk/>
          <pc:sldMk cId="46548315" sldId="511"/>
        </pc:sldMkLst>
        <pc:spChg chg="mod">
          <ac:chgData name="Avinash Arun Chauhan" userId="S::avinash.chauhan@mahindrauniversity.edu.in::241b5f3e-36f4-4c61-9553-90e6a1c1b8a6" providerId="AD" clId="Web-{33202E02-E355-E8B7-878E-453F3A8EBCF8}" dt="2025-03-04T06:31:13.503" v="3721" actId="20577"/>
          <ac:spMkLst>
            <pc:docMk/>
            <pc:sldMk cId="46548315" sldId="511"/>
            <ac:spMk id="2" creationId="{D88DF2DD-8A12-1773-66C0-D044B8EF378F}"/>
          </ac:spMkLst>
        </pc:spChg>
        <pc:spChg chg="mod">
          <ac:chgData name="Avinash Arun Chauhan" userId="S::avinash.chauhan@mahindrauniversity.edu.in::241b5f3e-36f4-4c61-9553-90e6a1c1b8a6" providerId="AD" clId="Web-{33202E02-E355-E8B7-878E-453F3A8EBCF8}" dt="2025-03-04T06:31:59.568" v="3768" actId="20577"/>
          <ac:spMkLst>
            <pc:docMk/>
            <pc:sldMk cId="46548315" sldId="511"/>
            <ac:spMk id="3" creationId="{BDB385C4-59C1-B8B9-4503-1922DE2944AC}"/>
          </ac:spMkLst>
        </pc:spChg>
      </pc:sldChg>
      <pc:sldChg chg="addSp delSp modSp add replId">
        <pc:chgData name="Avinash Arun Chauhan" userId="S::avinash.chauhan@mahindrauniversity.edu.in::241b5f3e-36f4-4c61-9553-90e6a1c1b8a6" providerId="AD" clId="Web-{33202E02-E355-E8B7-878E-453F3A8EBCF8}" dt="2025-03-04T06:35:24.107" v="3858" actId="1076"/>
        <pc:sldMkLst>
          <pc:docMk/>
          <pc:sldMk cId="1395291952" sldId="512"/>
        </pc:sldMkLst>
        <pc:spChg chg="mod">
          <ac:chgData name="Avinash Arun Chauhan" userId="S::avinash.chauhan@mahindrauniversity.edu.in::241b5f3e-36f4-4c61-9553-90e6a1c1b8a6" providerId="AD" clId="Web-{33202E02-E355-E8B7-878E-453F3A8EBCF8}" dt="2025-03-04T06:34:45.011" v="3853" actId="20577"/>
          <ac:spMkLst>
            <pc:docMk/>
            <pc:sldMk cId="1395291952" sldId="512"/>
            <ac:spMk id="2" creationId="{E66B1FDF-D7CC-899E-F700-8E216C902C6F}"/>
          </ac:spMkLst>
        </pc:spChg>
        <pc:picChg chg="del">
          <ac:chgData name="Avinash Arun Chauhan" userId="S::avinash.chauhan@mahindrauniversity.edu.in::241b5f3e-36f4-4c61-9553-90e6a1c1b8a6" providerId="AD" clId="Web-{33202E02-E355-E8B7-878E-453F3A8EBCF8}" dt="2025-03-04T06:34:38.574" v="3850"/>
          <ac:picMkLst>
            <pc:docMk/>
            <pc:sldMk cId="1395291952" sldId="512"/>
            <ac:picMk id="3" creationId="{D765648D-5272-BB55-DB2D-9DAE4473D901}"/>
          </ac:picMkLst>
        </pc:picChg>
        <pc:picChg chg="add mod modCrop">
          <ac:chgData name="Avinash Arun Chauhan" userId="S::avinash.chauhan@mahindrauniversity.edu.in::241b5f3e-36f4-4c61-9553-90e6a1c1b8a6" providerId="AD" clId="Web-{33202E02-E355-E8B7-878E-453F3A8EBCF8}" dt="2025-03-04T06:35:24.107" v="3858" actId="1076"/>
          <ac:picMkLst>
            <pc:docMk/>
            <pc:sldMk cId="1395291952" sldId="512"/>
            <ac:picMk id="4" creationId="{FD285CB7-5FC6-323C-F36C-DDB00C89EEB0}"/>
          </ac:picMkLst>
        </pc:picChg>
      </pc:sldChg>
      <pc:sldChg chg="modSp add ord replId">
        <pc:chgData name="Avinash Arun Chauhan" userId="S::avinash.chauhan@mahindrauniversity.edu.in::241b5f3e-36f4-4c61-9553-90e6a1c1b8a6" providerId="AD" clId="Web-{33202E02-E355-E8B7-878E-453F3A8EBCF8}" dt="2025-03-04T06:50:03.578" v="4515" actId="20577"/>
        <pc:sldMkLst>
          <pc:docMk/>
          <pc:sldMk cId="627015369" sldId="513"/>
        </pc:sldMkLst>
        <pc:spChg chg="mod">
          <ac:chgData name="Avinash Arun Chauhan" userId="S::avinash.chauhan@mahindrauniversity.edu.in::241b5f3e-36f4-4c61-9553-90e6a1c1b8a6" providerId="AD" clId="Web-{33202E02-E355-E8B7-878E-453F3A8EBCF8}" dt="2025-03-04T06:39:45.539" v="3928" actId="20577"/>
          <ac:spMkLst>
            <pc:docMk/>
            <pc:sldMk cId="627015369" sldId="513"/>
            <ac:spMk id="2" creationId="{D76ADC6B-ECC4-00E4-2862-E97D16A4B0C8}"/>
          </ac:spMkLst>
        </pc:spChg>
        <pc:spChg chg="mod">
          <ac:chgData name="Avinash Arun Chauhan" userId="S::avinash.chauhan@mahindrauniversity.edu.in::241b5f3e-36f4-4c61-9553-90e6a1c1b8a6" providerId="AD" clId="Web-{33202E02-E355-E8B7-878E-453F3A8EBCF8}" dt="2025-03-04T06:50:03.578" v="4515" actId="20577"/>
          <ac:spMkLst>
            <pc:docMk/>
            <pc:sldMk cId="627015369" sldId="513"/>
            <ac:spMk id="3" creationId="{C376A169-50A7-023F-287D-21D93CAAF140}"/>
          </ac:spMkLst>
        </pc:spChg>
      </pc:sldChg>
      <pc:sldChg chg="modSp add replId">
        <pc:chgData name="Avinash Arun Chauhan" userId="S::avinash.chauhan@mahindrauniversity.edu.in::241b5f3e-36f4-4c61-9553-90e6a1c1b8a6" providerId="AD" clId="Web-{33202E02-E355-E8B7-878E-453F3A8EBCF8}" dt="2025-03-04T07:17:13.538" v="4702" actId="20577"/>
        <pc:sldMkLst>
          <pc:docMk/>
          <pc:sldMk cId="2565598960" sldId="514"/>
        </pc:sldMkLst>
        <pc:spChg chg="mod">
          <ac:chgData name="Avinash Arun Chauhan" userId="S::avinash.chauhan@mahindrauniversity.edu.in::241b5f3e-36f4-4c61-9553-90e6a1c1b8a6" providerId="AD" clId="Web-{33202E02-E355-E8B7-878E-453F3A8EBCF8}" dt="2025-03-04T06:53:43.539" v="4532" actId="20577"/>
          <ac:spMkLst>
            <pc:docMk/>
            <pc:sldMk cId="2565598960" sldId="514"/>
            <ac:spMk id="2" creationId="{11FD0E45-E28C-A348-A9D5-589970EDD486}"/>
          </ac:spMkLst>
        </pc:spChg>
        <pc:spChg chg="mod">
          <ac:chgData name="Avinash Arun Chauhan" userId="S::avinash.chauhan@mahindrauniversity.edu.in::241b5f3e-36f4-4c61-9553-90e6a1c1b8a6" providerId="AD" clId="Web-{33202E02-E355-E8B7-878E-453F3A8EBCF8}" dt="2025-03-04T07:17:13.538" v="4702" actId="20577"/>
          <ac:spMkLst>
            <pc:docMk/>
            <pc:sldMk cId="2565598960" sldId="514"/>
            <ac:spMk id="3" creationId="{4937E8A5-8AB9-E4F4-CE27-53A648A1A739}"/>
          </ac:spMkLst>
        </pc:spChg>
      </pc:sldChg>
      <pc:sldChg chg="addSp modSp add replId">
        <pc:chgData name="Avinash Arun Chauhan" userId="S::avinash.chauhan@mahindrauniversity.edu.in::241b5f3e-36f4-4c61-9553-90e6a1c1b8a6" providerId="AD" clId="Web-{33202E02-E355-E8B7-878E-453F3A8EBCF8}" dt="2025-03-04T07:19:23.043" v="4736" actId="1076"/>
        <pc:sldMkLst>
          <pc:docMk/>
          <pc:sldMk cId="1125937358" sldId="515"/>
        </pc:sldMkLst>
        <pc:spChg chg="mod">
          <ac:chgData name="Avinash Arun Chauhan" userId="S::avinash.chauhan@mahindrauniversity.edu.in::241b5f3e-36f4-4c61-9553-90e6a1c1b8a6" providerId="AD" clId="Web-{33202E02-E355-E8B7-878E-453F3A8EBCF8}" dt="2025-03-04T07:17:34.008" v="4714" actId="20577"/>
          <ac:spMkLst>
            <pc:docMk/>
            <pc:sldMk cId="1125937358" sldId="515"/>
            <ac:spMk id="2" creationId="{319DB4BE-2C90-4828-6A9E-78C1D1415BB1}"/>
          </ac:spMkLst>
        </pc:spChg>
        <pc:spChg chg="mod">
          <ac:chgData name="Avinash Arun Chauhan" userId="S::avinash.chauhan@mahindrauniversity.edu.in::241b5f3e-36f4-4c61-9553-90e6a1c1b8a6" providerId="AD" clId="Web-{33202E02-E355-E8B7-878E-453F3A8EBCF8}" dt="2025-03-04T07:18:43.573" v="4730" actId="20577"/>
          <ac:spMkLst>
            <pc:docMk/>
            <pc:sldMk cId="1125937358" sldId="515"/>
            <ac:spMk id="3" creationId="{86AFBCC4-54CD-623E-6D2A-310693823D01}"/>
          </ac:spMkLst>
        </pc:spChg>
        <pc:picChg chg="add mod modCrop">
          <ac:chgData name="Avinash Arun Chauhan" userId="S::avinash.chauhan@mahindrauniversity.edu.in::241b5f3e-36f4-4c61-9553-90e6a1c1b8a6" providerId="AD" clId="Web-{33202E02-E355-E8B7-878E-453F3A8EBCF8}" dt="2025-03-04T07:19:23.043" v="4736" actId="1076"/>
          <ac:picMkLst>
            <pc:docMk/>
            <pc:sldMk cId="1125937358" sldId="515"/>
            <ac:picMk id="4" creationId="{0F026AA7-7C35-292A-D4B1-985CF4DDFFD3}"/>
          </ac:picMkLst>
        </pc:picChg>
      </pc:sldChg>
      <pc:sldChg chg="addSp delSp modSp add ord replId">
        <pc:chgData name="Avinash Arun Chauhan" userId="S::avinash.chauhan@mahindrauniversity.edu.in::241b5f3e-36f4-4c61-9553-90e6a1c1b8a6" providerId="AD" clId="Web-{33202E02-E355-E8B7-878E-453F3A8EBCF8}" dt="2025-03-04T07:20:53.065" v="4782" actId="1076"/>
        <pc:sldMkLst>
          <pc:docMk/>
          <pc:sldMk cId="813943795" sldId="516"/>
        </pc:sldMkLst>
        <pc:spChg chg="mod">
          <ac:chgData name="Avinash Arun Chauhan" userId="S::avinash.chauhan@mahindrauniversity.edu.in::241b5f3e-36f4-4c61-9553-90e6a1c1b8a6" providerId="AD" clId="Web-{33202E02-E355-E8B7-878E-453F3A8EBCF8}" dt="2025-03-04T07:20:13.170" v="4775" actId="20577"/>
          <ac:spMkLst>
            <pc:docMk/>
            <pc:sldMk cId="813943795" sldId="516"/>
            <ac:spMk id="2" creationId="{24001A80-029F-9023-45C3-910D0890F882}"/>
          </ac:spMkLst>
        </pc:spChg>
        <pc:picChg chg="add mod modCrop">
          <ac:chgData name="Avinash Arun Chauhan" userId="S::avinash.chauhan@mahindrauniversity.edu.in::241b5f3e-36f4-4c61-9553-90e6a1c1b8a6" providerId="AD" clId="Web-{33202E02-E355-E8B7-878E-453F3A8EBCF8}" dt="2025-03-04T07:20:53.065" v="4782" actId="1076"/>
          <ac:picMkLst>
            <pc:docMk/>
            <pc:sldMk cId="813943795" sldId="516"/>
            <ac:picMk id="3" creationId="{3B86E555-12F6-6B2C-2CA9-A88FE8793AC0}"/>
          </ac:picMkLst>
        </pc:picChg>
        <pc:picChg chg="del">
          <ac:chgData name="Avinash Arun Chauhan" userId="S::avinash.chauhan@mahindrauniversity.edu.in::241b5f3e-36f4-4c61-9553-90e6a1c1b8a6" providerId="AD" clId="Web-{33202E02-E355-E8B7-878E-453F3A8EBCF8}" dt="2025-03-04T07:20:15.686" v="4776"/>
          <ac:picMkLst>
            <pc:docMk/>
            <pc:sldMk cId="813943795" sldId="516"/>
            <ac:picMk id="4" creationId="{C8BB54C5-B14E-A584-DA3A-451286110170}"/>
          </ac:picMkLst>
        </pc:picChg>
      </pc:sldChg>
      <pc:sldChg chg="add replId">
        <pc:chgData name="Avinash Arun Chauhan" userId="S::avinash.chauhan@mahindrauniversity.edu.in::241b5f3e-36f4-4c61-9553-90e6a1c1b8a6" providerId="AD" clId="Web-{33202E02-E355-E8B7-878E-453F3A8EBCF8}" dt="2025-03-04T07:21:24.673" v="4783"/>
        <pc:sldMkLst>
          <pc:docMk/>
          <pc:sldMk cId="88720736" sldId="517"/>
        </pc:sldMkLst>
      </pc:sldChg>
    </pc:docChg>
  </pc:docChgLst>
  <pc:docChgLst>
    <pc:chgData name="Avinash Arun Chauhan" userId="S::avinash.chauhan@mahindrauniversity.edu.in::241b5f3e-36f4-4c61-9553-90e6a1c1b8a6" providerId="AD" clId="Web-{E69CFE87-082B-F1C9-8959-6E8E15A00FA6}"/>
    <pc:docChg chg="addSld delSld modSld">
      <pc:chgData name="Avinash Arun Chauhan" userId="S::avinash.chauhan@mahindrauniversity.edu.in::241b5f3e-36f4-4c61-9553-90e6a1c1b8a6" providerId="AD" clId="Web-{E69CFE87-082B-F1C9-8959-6E8E15A00FA6}" dt="2022-08-14T10:19:52.824" v="743"/>
      <pc:docMkLst>
        <pc:docMk/>
      </pc:docMkLst>
      <pc:sldChg chg="addSp delSp">
        <pc:chgData name="Avinash Arun Chauhan" userId="S::avinash.chauhan@mahindrauniversity.edu.in::241b5f3e-36f4-4c61-9553-90e6a1c1b8a6" providerId="AD" clId="Web-{E69CFE87-082B-F1C9-8959-6E8E15A00FA6}" dt="2022-08-14T10:08:35.054" v="230"/>
        <pc:sldMkLst>
          <pc:docMk/>
          <pc:sldMk cId="1540275285" sldId="256"/>
        </pc:sldMkLst>
      </pc:sldChg>
      <pc:sldChg chg="del">
        <pc:chgData name="Avinash Arun Chauhan" userId="S::avinash.chauhan@mahindrauniversity.edu.in::241b5f3e-36f4-4c61-9553-90e6a1c1b8a6" providerId="AD" clId="Web-{E69CFE87-082B-F1C9-8959-6E8E15A00FA6}" dt="2022-08-14T10:19:52.824" v="743"/>
        <pc:sldMkLst>
          <pc:docMk/>
          <pc:sldMk cId="1478581017" sldId="261"/>
        </pc:sldMkLst>
      </pc:sldChg>
      <pc:sldChg chg="modSp new">
        <pc:chgData name="Avinash Arun Chauhan" userId="S::avinash.chauhan@mahindrauniversity.edu.in::241b5f3e-36f4-4c61-9553-90e6a1c1b8a6" providerId="AD" clId="Web-{E69CFE87-082B-F1C9-8959-6E8E15A00FA6}" dt="2022-08-14T10:16:19.802" v="541" actId="20577"/>
        <pc:sldMkLst>
          <pc:docMk/>
          <pc:sldMk cId="2009186894" sldId="265"/>
        </pc:sldMkLst>
      </pc:sldChg>
      <pc:sldChg chg="addSp delSp modSp new">
        <pc:chgData name="Avinash Arun Chauhan" userId="S::avinash.chauhan@mahindrauniversity.edu.in::241b5f3e-36f4-4c61-9553-90e6a1c1b8a6" providerId="AD" clId="Web-{E69CFE87-082B-F1C9-8959-6E8E15A00FA6}" dt="2022-08-14T10:19:39.714" v="742" actId="20577"/>
        <pc:sldMkLst>
          <pc:docMk/>
          <pc:sldMk cId="1390531472" sldId="266"/>
        </pc:sldMkLst>
      </pc:sldChg>
    </pc:docChg>
  </pc:docChgLst>
  <pc:docChgLst>
    <pc:chgData name="Avinash Arun Chauhan" userId="S::avinash.chauhan@mahindrauniversity.edu.in::241b5f3e-36f4-4c61-9553-90e6a1c1b8a6" providerId="AD" clId="Web-{AD4068C4-556A-0EE6-7C5C-28C84E6379DE}"/>
    <pc:docChg chg="addSld delSld modSld sldOrd">
      <pc:chgData name="Avinash Arun Chauhan" userId="S::avinash.chauhan@mahindrauniversity.edu.in::241b5f3e-36f4-4c61-9553-90e6a1c1b8a6" providerId="AD" clId="Web-{AD4068C4-556A-0EE6-7C5C-28C84E6379DE}" dt="2025-02-07T06:14:14.506" v="309" actId="20577"/>
      <pc:docMkLst>
        <pc:docMk/>
      </pc:docMkLst>
      <pc:sldChg chg="modSp ord">
        <pc:chgData name="Avinash Arun Chauhan" userId="S::avinash.chauhan@mahindrauniversity.edu.in::241b5f3e-36f4-4c61-9553-90e6a1c1b8a6" providerId="AD" clId="Web-{AD4068C4-556A-0EE6-7C5C-28C84E6379DE}" dt="2025-02-07T06:03:56.622" v="146" actId="20577"/>
        <pc:sldMkLst>
          <pc:docMk/>
          <pc:sldMk cId="3662289297" sldId="343"/>
        </pc:sldMkLst>
      </pc:sldChg>
      <pc:sldChg chg="modSp">
        <pc:chgData name="Avinash Arun Chauhan" userId="S::avinash.chauhan@mahindrauniversity.edu.in::241b5f3e-36f4-4c61-9553-90e6a1c1b8a6" providerId="AD" clId="Web-{AD4068C4-556A-0EE6-7C5C-28C84E6379DE}" dt="2025-02-07T06:05:13.703" v="181" actId="20577"/>
        <pc:sldMkLst>
          <pc:docMk/>
          <pc:sldMk cId="3396591590" sldId="363"/>
        </pc:sldMkLst>
      </pc:sldChg>
      <pc:sldChg chg="modSp">
        <pc:chgData name="Avinash Arun Chauhan" userId="S::avinash.chauhan@mahindrauniversity.edu.in::241b5f3e-36f4-4c61-9553-90e6a1c1b8a6" providerId="AD" clId="Web-{AD4068C4-556A-0EE6-7C5C-28C84E6379DE}" dt="2025-02-07T06:14:14.506" v="309" actId="20577"/>
        <pc:sldMkLst>
          <pc:docMk/>
          <pc:sldMk cId="3125990423" sldId="374"/>
        </pc:sldMkLst>
      </pc:sldChg>
      <pc:sldChg chg="del">
        <pc:chgData name="Avinash Arun Chauhan" userId="S::avinash.chauhan@mahindrauniversity.edu.in::241b5f3e-36f4-4c61-9553-90e6a1c1b8a6" providerId="AD" clId="Web-{AD4068C4-556A-0EE6-7C5C-28C84E6379DE}" dt="2025-02-07T05:56:02.635" v="0"/>
        <pc:sldMkLst>
          <pc:docMk/>
          <pc:sldMk cId="3653590986" sldId="393"/>
        </pc:sldMkLst>
      </pc:sldChg>
      <pc:sldChg chg="modSp add replId">
        <pc:chgData name="Avinash Arun Chauhan" userId="S::avinash.chauhan@mahindrauniversity.edu.in::241b5f3e-36f4-4c61-9553-90e6a1c1b8a6" providerId="AD" clId="Web-{AD4068C4-556A-0EE6-7C5C-28C84E6379DE}" dt="2025-02-07T06:07:29.177" v="267" actId="20577"/>
        <pc:sldMkLst>
          <pc:docMk/>
          <pc:sldMk cId="2224388889" sldId="416"/>
        </pc:sldMkLst>
      </pc:sldChg>
    </pc:docChg>
  </pc:docChgLst>
  <pc:docChgLst>
    <pc:chgData name="Avinash Arun Chauhan" userId="S::avinash.chauhan@mahindrauniversity.edu.in::241b5f3e-36f4-4c61-9553-90e6a1c1b8a6" providerId="AD" clId="Web-{D8687C7D-5F00-37A5-120B-679C77ED79E6}"/>
    <pc:docChg chg="addSld delSld modSld sldOrd">
      <pc:chgData name="Avinash Arun Chauhan" userId="S::avinash.chauhan@mahindrauniversity.edu.in::241b5f3e-36f4-4c61-9553-90e6a1c1b8a6" providerId="AD" clId="Web-{D8687C7D-5F00-37A5-120B-679C77ED79E6}" dt="2025-04-08T06:54:08.685" v="3562" actId="20577"/>
      <pc:docMkLst>
        <pc:docMk/>
      </pc:docMkLst>
      <pc:sldChg chg="modSp">
        <pc:chgData name="Avinash Arun Chauhan" userId="S::avinash.chauhan@mahindrauniversity.edu.in::241b5f3e-36f4-4c61-9553-90e6a1c1b8a6" providerId="AD" clId="Web-{D8687C7D-5F00-37A5-120B-679C77ED79E6}" dt="2025-04-08T05:11:32.391" v="43" actId="20577"/>
        <pc:sldMkLst>
          <pc:docMk/>
          <pc:sldMk cId="1540275285" sldId="256"/>
        </pc:sldMkLst>
        <pc:spChg chg="mod">
          <ac:chgData name="Avinash Arun Chauhan" userId="S::avinash.chauhan@mahindrauniversity.edu.in::241b5f3e-36f4-4c61-9553-90e6a1c1b8a6" providerId="AD" clId="Web-{D8687C7D-5F00-37A5-120B-679C77ED79E6}" dt="2025-04-08T05:11:32.391" v="43" actId="20577"/>
          <ac:spMkLst>
            <pc:docMk/>
            <pc:sldMk cId="1540275285" sldId="256"/>
            <ac:spMk id="2" creationId="{727870F2-A17E-4535-8ECE-F608007055B7}"/>
          </ac:spMkLst>
        </pc:spChg>
      </pc:sldChg>
      <pc:sldChg chg="modSp del">
        <pc:chgData name="Avinash Arun Chauhan" userId="S::avinash.chauhan@mahindrauniversity.edu.in::241b5f3e-36f4-4c61-9553-90e6a1c1b8a6" providerId="AD" clId="Web-{D8687C7D-5F00-37A5-120B-679C77ED79E6}" dt="2025-04-08T05:20:12.023" v="62"/>
        <pc:sldMkLst>
          <pc:docMk/>
          <pc:sldMk cId="3811169343" sldId="426"/>
        </pc:sldMkLst>
        <pc:spChg chg="mod">
          <ac:chgData name="Avinash Arun Chauhan" userId="S::avinash.chauhan@mahindrauniversity.edu.in::241b5f3e-36f4-4c61-9553-90e6a1c1b8a6" providerId="AD" clId="Web-{D8687C7D-5F00-37A5-120B-679C77ED79E6}" dt="2025-04-08T05:20:09.648" v="61" actId="20577"/>
          <ac:spMkLst>
            <pc:docMk/>
            <pc:sldMk cId="3811169343" sldId="426"/>
            <ac:spMk id="2" creationId="{E3EA47B4-E3C2-3296-7380-E7CEADD60F53}"/>
          </ac:spMkLst>
        </pc:spChg>
      </pc:sldChg>
      <pc:sldChg chg="modSp">
        <pc:chgData name="Avinash Arun Chauhan" userId="S::avinash.chauhan@mahindrauniversity.edu.in::241b5f3e-36f4-4c61-9553-90e6a1c1b8a6" providerId="AD" clId="Web-{D8687C7D-5F00-37A5-120B-679C77ED79E6}" dt="2025-04-08T05:27:03.274" v="557" actId="14100"/>
        <pc:sldMkLst>
          <pc:docMk/>
          <pc:sldMk cId="883900188" sldId="505"/>
        </pc:sldMkLst>
        <pc:spChg chg="mod">
          <ac:chgData name="Avinash Arun Chauhan" userId="S::avinash.chauhan@mahindrauniversity.edu.in::241b5f3e-36f4-4c61-9553-90e6a1c1b8a6" providerId="AD" clId="Web-{D8687C7D-5F00-37A5-120B-679C77ED79E6}" dt="2025-04-08T05:21:03.962" v="126" actId="20577"/>
          <ac:spMkLst>
            <pc:docMk/>
            <pc:sldMk cId="883900188" sldId="505"/>
            <ac:spMk id="2" creationId="{5FED248E-235C-2C9F-86E6-FFE7D5586919}"/>
          </ac:spMkLst>
        </pc:spChg>
        <pc:spChg chg="mod">
          <ac:chgData name="Avinash Arun Chauhan" userId="S::avinash.chauhan@mahindrauniversity.edu.in::241b5f3e-36f4-4c61-9553-90e6a1c1b8a6" providerId="AD" clId="Web-{D8687C7D-5F00-37A5-120B-679C77ED79E6}" dt="2025-04-08T05:27:03.274" v="557" actId="14100"/>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D8687C7D-5F00-37A5-120B-679C77ED79E6}" dt="2025-04-08T05:20:43.118" v="104" actId="20577"/>
        <pc:sldMkLst>
          <pc:docMk/>
          <pc:sldMk cId="3012470631" sldId="508"/>
        </pc:sldMkLst>
        <pc:spChg chg="mod">
          <ac:chgData name="Avinash Arun Chauhan" userId="S::avinash.chauhan@mahindrauniversity.edu.in::241b5f3e-36f4-4c61-9553-90e6a1c1b8a6" providerId="AD" clId="Web-{D8687C7D-5F00-37A5-120B-679C77ED79E6}" dt="2025-04-08T05:20:43.118" v="104" actId="20577"/>
          <ac:spMkLst>
            <pc:docMk/>
            <pc:sldMk cId="3012470631" sldId="508"/>
            <ac:spMk id="3" creationId="{96E9C779-DF31-3741-3B77-D003BD44266C}"/>
          </ac:spMkLst>
        </pc:spChg>
      </pc:sldChg>
      <pc:sldChg chg="del">
        <pc:chgData name="Avinash Arun Chauhan" userId="S::avinash.chauhan@mahindrauniversity.edu.in::241b5f3e-36f4-4c61-9553-90e6a1c1b8a6" providerId="AD" clId="Web-{D8687C7D-5F00-37A5-120B-679C77ED79E6}" dt="2025-04-08T06:18:37.578" v="2643"/>
        <pc:sldMkLst>
          <pc:docMk/>
          <pc:sldMk cId="3425567104" sldId="536"/>
        </pc:sldMkLst>
      </pc:sldChg>
      <pc:sldChg chg="modSp">
        <pc:chgData name="Avinash Arun Chauhan" userId="S::avinash.chauhan@mahindrauniversity.edu.in::241b5f3e-36f4-4c61-9553-90e6a1c1b8a6" providerId="AD" clId="Web-{D8687C7D-5F00-37A5-120B-679C77ED79E6}" dt="2025-04-08T06:20:21.676" v="2681" actId="20577"/>
        <pc:sldMkLst>
          <pc:docMk/>
          <pc:sldMk cId="2236724537" sldId="573"/>
        </pc:sldMkLst>
        <pc:spChg chg="mod">
          <ac:chgData name="Avinash Arun Chauhan" userId="S::avinash.chauhan@mahindrauniversity.edu.in::241b5f3e-36f4-4c61-9553-90e6a1c1b8a6" providerId="AD" clId="Web-{D8687C7D-5F00-37A5-120B-679C77ED79E6}" dt="2025-04-08T06:20:21.676" v="2681" actId="20577"/>
          <ac:spMkLst>
            <pc:docMk/>
            <pc:sldMk cId="2236724537" sldId="573"/>
            <ac:spMk id="3" creationId="{5E795F41-6892-08EE-6779-C8A7A5CE3AB0}"/>
          </ac:spMkLst>
        </pc:spChg>
      </pc:sldChg>
      <pc:sldChg chg="del">
        <pc:chgData name="Avinash Arun Chauhan" userId="S::avinash.chauhan@mahindrauniversity.edu.in::241b5f3e-36f4-4c61-9553-90e6a1c1b8a6" providerId="AD" clId="Web-{D8687C7D-5F00-37A5-120B-679C77ED79E6}" dt="2025-04-08T05:20:16.367" v="63"/>
        <pc:sldMkLst>
          <pc:docMk/>
          <pc:sldMk cId="978924540" sldId="574"/>
        </pc:sldMkLst>
      </pc:sldChg>
      <pc:sldChg chg="modSp">
        <pc:chgData name="Avinash Arun Chauhan" userId="S::avinash.chauhan@mahindrauniversity.edu.in::241b5f3e-36f4-4c61-9553-90e6a1c1b8a6" providerId="AD" clId="Web-{D8687C7D-5F00-37A5-120B-679C77ED79E6}" dt="2025-04-08T06:05:00.637" v="1708" actId="20577"/>
        <pc:sldMkLst>
          <pc:docMk/>
          <pc:sldMk cId="1709140773" sldId="575"/>
        </pc:sldMkLst>
        <pc:spChg chg="mod">
          <ac:chgData name="Avinash Arun Chauhan" userId="S::avinash.chauhan@mahindrauniversity.edu.in::241b5f3e-36f4-4c61-9553-90e6a1c1b8a6" providerId="AD" clId="Web-{D8687C7D-5F00-37A5-120B-679C77ED79E6}" dt="2025-04-08T05:55:03.330" v="1387" actId="20577"/>
          <ac:spMkLst>
            <pc:docMk/>
            <pc:sldMk cId="1709140773" sldId="575"/>
            <ac:spMk id="2" creationId="{3FA2FC6C-21EB-72F6-3DF3-30EEBF755A7F}"/>
          </ac:spMkLst>
        </pc:spChg>
        <pc:spChg chg="mod">
          <ac:chgData name="Avinash Arun Chauhan" userId="S::avinash.chauhan@mahindrauniversity.edu.in::241b5f3e-36f4-4c61-9553-90e6a1c1b8a6" providerId="AD" clId="Web-{D8687C7D-5F00-37A5-120B-679C77ED79E6}" dt="2025-04-08T06:05:00.637" v="1708" actId="20577"/>
          <ac:spMkLst>
            <pc:docMk/>
            <pc:sldMk cId="1709140773" sldId="575"/>
            <ac:spMk id="3" creationId="{C5FE8B11-4EA5-5E19-AD21-B6E34B99E0BA}"/>
          </ac:spMkLst>
        </pc:spChg>
      </pc:sldChg>
      <pc:sldChg chg="del">
        <pc:chgData name="Avinash Arun Chauhan" userId="S::avinash.chauhan@mahindrauniversity.edu.in::241b5f3e-36f4-4c61-9553-90e6a1c1b8a6" providerId="AD" clId="Web-{D8687C7D-5F00-37A5-120B-679C77ED79E6}" dt="2025-04-08T06:18:38.719" v="2644"/>
        <pc:sldMkLst>
          <pc:docMk/>
          <pc:sldMk cId="122602255" sldId="576"/>
        </pc:sldMkLst>
      </pc:sldChg>
      <pc:sldChg chg="del">
        <pc:chgData name="Avinash Arun Chauhan" userId="S::avinash.chauhan@mahindrauniversity.edu.in::241b5f3e-36f4-4c61-9553-90e6a1c1b8a6" providerId="AD" clId="Web-{D8687C7D-5F00-37A5-120B-679C77ED79E6}" dt="2025-04-08T06:18:39.094" v="2645"/>
        <pc:sldMkLst>
          <pc:docMk/>
          <pc:sldMk cId="2344524554" sldId="577"/>
        </pc:sldMkLst>
      </pc:sldChg>
      <pc:sldChg chg="del">
        <pc:chgData name="Avinash Arun Chauhan" userId="S::avinash.chauhan@mahindrauniversity.edu.in::241b5f3e-36f4-4c61-9553-90e6a1c1b8a6" providerId="AD" clId="Web-{D8687C7D-5F00-37A5-120B-679C77ED79E6}" dt="2025-04-08T06:18:40.813" v="2646"/>
        <pc:sldMkLst>
          <pc:docMk/>
          <pc:sldMk cId="3060705436" sldId="578"/>
        </pc:sldMkLst>
      </pc:sldChg>
      <pc:sldChg chg="del">
        <pc:chgData name="Avinash Arun Chauhan" userId="S::avinash.chauhan@mahindrauniversity.edu.in::241b5f3e-36f4-4c61-9553-90e6a1c1b8a6" providerId="AD" clId="Web-{D8687C7D-5F00-37A5-120B-679C77ED79E6}" dt="2025-04-08T06:18:41.500" v="2647"/>
        <pc:sldMkLst>
          <pc:docMk/>
          <pc:sldMk cId="274696165" sldId="579"/>
        </pc:sldMkLst>
      </pc:sldChg>
      <pc:sldChg chg="del">
        <pc:chgData name="Avinash Arun Chauhan" userId="S::avinash.chauhan@mahindrauniversity.edu.in::241b5f3e-36f4-4c61-9553-90e6a1c1b8a6" providerId="AD" clId="Web-{D8687C7D-5F00-37A5-120B-679C77ED79E6}" dt="2025-04-08T06:18:41.594" v="2648"/>
        <pc:sldMkLst>
          <pc:docMk/>
          <pc:sldMk cId="3768470849" sldId="580"/>
        </pc:sldMkLst>
      </pc:sldChg>
      <pc:sldChg chg="del">
        <pc:chgData name="Avinash Arun Chauhan" userId="S::avinash.chauhan@mahindrauniversity.edu.in::241b5f3e-36f4-4c61-9553-90e6a1c1b8a6" providerId="AD" clId="Web-{D8687C7D-5F00-37A5-120B-679C77ED79E6}" dt="2025-04-08T06:18:42" v="2649"/>
        <pc:sldMkLst>
          <pc:docMk/>
          <pc:sldMk cId="2070251572" sldId="581"/>
        </pc:sldMkLst>
      </pc:sldChg>
      <pc:sldChg chg="del">
        <pc:chgData name="Avinash Arun Chauhan" userId="S::avinash.chauhan@mahindrauniversity.edu.in::241b5f3e-36f4-4c61-9553-90e6a1c1b8a6" providerId="AD" clId="Web-{D8687C7D-5F00-37A5-120B-679C77ED79E6}" dt="2025-04-08T06:18:42.500" v="2650"/>
        <pc:sldMkLst>
          <pc:docMk/>
          <pc:sldMk cId="344826614" sldId="582"/>
        </pc:sldMkLst>
      </pc:sldChg>
      <pc:sldChg chg="del">
        <pc:chgData name="Avinash Arun Chauhan" userId="S::avinash.chauhan@mahindrauniversity.edu.in::241b5f3e-36f4-4c61-9553-90e6a1c1b8a6" providerId="AD" clId="Web-{D8687C7D-5F00-37A5-120B-679C77ED79E6}" dt="2025-04-08T06:18:43.953" v="2652"/>
        <pc:sldMkLst>
          <pc:docMk/>
          <pc:sldMk cId="594482825" sldId="583"/>
        </pc:sldMkLst>
      </pc:sldChg>
      <pc:sldChg chg="del">
        <pc:chgData name="Avinash Arun Chauhan" userId="S::avinash.chauhan@mahindrauniversity.edu.in::241b5f3e-36f4-4c61-9553-90e6a1c1b8a6" providerId="AD" clId="Web-{D8687C7D-5F00-37A5-120B-679C77ED79E6}" dt="2025-04-08T06:18:43.157" v="2651"/>
        <pc:sldMkLst>
          <pc:docMk/>
          <pc:sldMk cId="2717123410" sldId="584"/>
        </pc:sldMkLst>
      </pc:sldChg>
      <pc:sldChg chg="del">
        <pc:chgData name="Avinash Arun Chauhan" userId="S::avinash.chauhan@mahindrauniversity.edu.in::241b5f3e-36f4-4c61-9553-90e6a1c1b8a6" providerId="AD" clId="Web-{D8687C7D-5F00-37A5-120B-679C77ED79E6}" dt="2025-04-08T06:18:44.750" v="2653"/>
        <pc:sldMkLst>
          <pc:docMk/>
          <pc:sldMk cId="1605451604" sldId="585"/>
        </pc:sldMkLst>
      </pc:sldChg>
      <pc:sldChg chg="del">
        <pc:chgData name="Avinash Arun Chauhan" userId="S::avinash.chauhan@mahindrauniversity.edu.in::241b5f3e-36f4-4c61-9553-90e6a1c1b8a6" providerId="AD" clId="Web-{D8687C7D-5F00-37A5-120B-679C77ED79E6}" dt="2025-04-08T06:18:45.735" v="2654"/>
        <pc:sldMkLst>
          <pc:docMk/>
          <pc:sldMk cId="4073262272" sldId="586"/>
        </pc:sldMkLst>
      </pc:sldChg>
      <pc:sldChg chg="modSp">
        <pc:chgData name="Avinash Arun Chauhan" userId="S::avinash.chauhan@mahindrauniversity.edu.in::241b5f3e-36f4-4c61-9553-90e6a1c1b8a6" providerId="AD" clId="Web-{D8687C7D-5F00-37A5-120B-679C77ED79E6}" dt="2025-04-08T06:43:12.454" v="3187" actId="20577"/>
        <pc:sldMkLst>
          <pc:docMk/>
          <pc:sldMk cId="3807726123" sldId="587"/>
        </pc:sldMkLst>
        <pc:spChg chg="mod">
          <ac:chgData name="Avinash Arun Chauhan" userId="S::avinash.chauhan@mahindrauniversity.edu.in::241b5f3e-36f4-4c61-9553-90e6a1c1b8a6" providerId="AD" clId="Web-{D8687C7D-5F00-37A5-120B-679C77ED79E6}" dt="2025-04-08T06:43:12.454" v="3187" actId="20577"/>
          <ac:spMkLst>
            <pc:docMk/>
            <pc:sldMk cId="3807726123" sldId="587"/>
            <ac:spMk id="2" creationId="{3A12A68B-B736-2C71-AE16-7245D256EE90}"/>
          </ac:spMkLst>
        </pc:spChg>
        <pc:spChg chg="mod">
          <ac:chgData name="Avinash Arun Chauhan" userId="S::avinash.chauhan@mahindrauniversity.edu.in::241b5f3e-36f4-4c61-9553-90e6a1c1b8a6" providerId="AD" clId="Web-{D8687C7D-5F00-37A5-120B-679C77ED79E6}" dt="2025-04-08T06:42:52.187" v="3168" actId="20577"/>
          <ac:spMkLst>
            <pc:docMk/>
            <pc:sldMk cId="3807726123" sldId="587"/>
            <ac:spMk id="3" creationId="{433B0058-2DF5-3EDF-4FA4-8B04C1486768}"/>
          </ac:spMkLst>
        </pc:spChg>
      </pc:sldChg>
      <pc:sldChg chg="del">
        <pc:chgData name="Avinash Arun Chauhan" userId="S::avinash.chauhan@mahindrauniversity.edu.in::241b5f3e-36f4-4c61-9553-90e6a1c1b8a6" providerId="AD" clId="Web-{D8687C7D-5F00-37A5-120B-679C77ED79E6}" dt="2025-04-08T06:18:46.704" v="2655"/>
        <pc:sldMkLst>
          <pc:docMk/>
          <pc:sldMk cId="3932050764" sldId="588"/>
        </pc:sldMkLst>
      </pc:sldChg>
      <pc:sldChg chg="modSp add replId">
        <pc:chgData name="Avinash Arun Chauhan" userId="S::avinash.chauhan@mahindrauniversity.edu.in::241b5f3e-36f4-4c61-9553-90e6a1c1b8a6" providerId="AD" clId="Web-{D8687C7D-5F00-37A5-120B-679C77ED79E6}" dt="2025-04-08T06:20:53.053" v="2685" actId="20577"/>
        <pc:sldMkLst>
          <pc:docMk/>
          <pc:sldMk cId="129734863" sldId="595"/>
        </pc:sldMkLst>
        <pc:spChg chg="mod">
          <ac:chgData name="Avinash Arun Chauhan" userId="S::avinash.chauhan@mahindrauniversity.edu.in::241b5f3e-36f4-4c61-9553-90e6a1c1b8a6" providerId="AD" clId="Web-{D8687C7D-5F00-37A5-120B-679C77ED79E6}" dt="2025-04-08T06:20:53.053" v="2685" actId="20577"/>
          <ac:spMkLst>
            <pc:docMk/>
            <pc:sldMk cId="129734863" sldId="595"/>
            <ac:spMk id="2" creationId="{0A5A8FFE-21FA-EEA7-3978-245A8081C547}"/>
          </ac:spMkLst>
        </pc:spChg>
        <pc:spChg chg="mod">
          <ac:chgData name="Avinash Arun Chauhan" userId="S::avinash.chauhan@mahindrauniversity.edu.in::241b5f3e-36f4-4c61-9553-90e6a1c1b8a6" providerId="AD" clId="Web-{D8687C7D-5F00-37A5-120B-679C77ED79E6}" dt="2025-04-08T05:34:32.825" v="1014" actId="20577"/>
          <ac:spMkLst>
            <pc:docMk/>
            <pc:sldMk cId="129734863" sldId="595"/>
            <ac:spMk id="3" creationId="{4DA87396-6618-1D00-9306-91A02DDD77A0}"/>
          </ac:spMkLst>
        </pc:spChg>
      </pc:sldChg>
      <pc:sldChg chg="modSp add replId">
        <pc:chgData name="Avinash Arun Chauhan" userId="S::avinash.chauhan@mahindrauniversity.edu.in::241b5f3e-36f4-4c61-9553-90e6a1c1b8a6" providerId="AD" clId="Web-{D8687C7D-5F00-37A5-120B-679C77ED79E6}" dt="2025-04-08T06:20:57.631" v="2690" actId="20577"/>
        <pc:sldMkLst>
          <pc:docMk/>
          <pc:sldMk cId="2680208934" sldId="596"/>
        </pc:sldMkLst>
        <pc:spChg chg="mod">
          <ac:chgData name="Avinash Arun Chauhan" userId="S::avinash.chauhan@mahindrauniversity.edu.in::241b5f3e-36f4-4c61-9553-90e6a1c1b8a6" providerId="AD" clId="Web-{D8687C7D-5F00-37A5-120B-679C77ED79E6}" dt="2025-04-08T06:20:57.631" v="2690" actId="20577"/>
          <ac:spMkLst>
            <pc:docMk/>
            <pc:sldMk cId="2680208934" sldId="596"/>
            <ac:spMk id="2" creationId="{DDC4F362-6A26-CA77-7F99-C685B8614966}"/>
          </ac:spMkLst>
        </pc:spChg>
        <pc:spChg chg="mod">
          <ac:chgData name="Avinash Arun Chauhan" userId="S::avinash.chauhan@mahindrauniversity.edu.in::241b5f3e-36f4-4c61-9553-90e6a1c1b8a6" providerId="AD" clId="Web-{D8687C7D-5F00-37A5-120B-679C77ED79E6}" dt="2025-04-08T05:48:13.063" v="1338" actId="20577"/>
          <ac:spMkLst>
            <pc:docMk/>
            <pc:sldMk cId="2680208934" sldId="596"/>
            <ac:spMk id="3" creationId="{594698A1-2E3B-A7AF-7646-F05767FAF762}"/>
          </ac:spMkLst>
        </pc:spChg>
      </pc:sldChg>
      <pc:sldChg chg="modSp add replId">
        <pc:chgData name="Avinash Arun Chauhan" userId="S::avinash.chauhan@mahindrauniversity.edu.in::241b5f3e-36f4-4c61-9553-90e6a1c1b8a6" providerId="AD" clId="Web-{D8687C7D-5F00-37A5-120B-679C77ED79E6}" dt="2025-04-08T06:21:03.256" v="2692" actId="20577"/>
        <pc:sldMkLst>
          <pc:docMk/>
          <pc:sldMk cId="3643435553" sldId="597"/>
        </pc:sldMkLst>
        <pc:spChg chg="mod">
          <ac:chgData name="Avinash Arun Chauhan" userId="S::avinash.chauhan@mahindrauniversity.edu.in::241b5f3e-36f4-4c61-9553-90e6a1c1b8a6" providerId="AD" clId="Web-{D8687C7D-5F00-37A5-120B-679C77ED79E6}" dt="2025-04-08T06:21:03.256" v="2692" actId="20577"/>
          <ac:spMkLst>
            <pc:docMk/>
            <pc:sldMk cId="3643435553" sldId="597"/>
            <ac:spMk id="2" creationId="{8C7D41AA-225B-E590-3F52-CA41890DDC41}"/>
          </ac:spMkLst>
        </pc:spChg>
        <pc:spChg chg="mod">
          <ac:chgData name="Avinash Arun Chauhan" userId="S::avinash.chauhan@mahindrauniversity.edu.in::241b5f3e-36f4-4c61-9553-90e6a1c1b8a6" providerId="AD" clId="Web-{D8687C7D-5F00-37A5-120B-679C77ED79E6}" dt="2025-04-08T05:49:45.098" v="1367" actId="20577"/>
          <ac:spMkLst>
            <pc:docMk/>
            <pc:sldMk cId="3643435553" sldId="597"/>
            <ac:spMk id="3" creationId="{9EBB6E2F-BC80-27DC-1D67-A5AD33CA1F27}"/>
          </ac:spMkLst>
        </pc:spChg>
      </pc:sldChg>
      <pc:sldChg chg="modSp add replId">
        <pc:chgData name="Avinash Arun Chauhan" userId="S::avinash.chauhan@mahindrauniversity.edu.in::241b5f3e-36f4-4c61-9553-90e6a1c1b8a6" providerId="AD" clId="Web-{D8687C7D-5F00-37A5-120B-679C77ED79E6}" dt="2025-04-08T06:11:25.372" v="2191" actId="20577"/>
        <pc:sldMkLst>
          <pc:docMk/>
          <pc:sldMk cId="1595896456" sldId="598"/>
        </pc:sldMkLst>
        <pc:spChg chg="mod">
          <ac:chgData name="Avinash Arun Chauhan" userId="S::avinash.chauhan@mahindrauniversity.edu.in::241b5f3e-36f4-4c61-9553-90e6a1c1b8a6" providerId="AD" clId="Web-{D8687C7D-5F00-37A5-120B-679C77ED79E6}" dt="2025-04-08T06:05:25.654" v="1730" actId="20577"/>
          <ac:spMkLst>
            <pc:docMk/>
            <pc:sldMk cId="1595896456" sldId="598"/>
            <ac:spMk id="2" creationId="{AEB22AC9-8A1D-4195-DEDB-F7D84A08AE46}"/>
          </ac:spMkLst>
        </pc:spChg>
        <pc:spChg chg="mod">
          <ac:chgData name="Avinash Arun Chauhan" userId="S::avinash.chauhan@mahindrauniversity.edu.in::241b5f3e-36f4-4c61-9553-90e6a1c1b8a6" providerId="AD" clId="Web-{D8687C7D-5F00-37A5-120B-679C77ED79E6}" dt="2025-04-08T06:11:25.372" v="2191" actId="20577"/>
          <ac:spMkLst>
            <pc:docMk/>
            <pc:sldMk cId="1595896456" sldId="598"/>
            <ac:spMk id="3" creationId="{F9158EB5-5BBD-A297-A541-4230B0382CDD}"/>
          </ac:spMkLst>
        </pc:spChg>
      </pc:sldChg>
      <pc:sldChg chg="modSp add del replId">
        <pc:chgData name="Avinash Arun Chauhan" userId="S::avinash.chauhan@mahindrauniversity.edu.in::241b5f3e-36f4-4c61-9553-90e6a1c1b8a6" providerId="AD" clId="Web-{D8687C7D-5F00-37A5-120B-679C77ED79E6}" dt="2025-04-08T05:54:15.500" v="1370"/>
        <pc:sldMkLst>
          <pc:docMk/>
          <pc:sldMk cId="2561215205" sldId="598"/>
        </pc:sldMkLst>
        <pc:spChg chg="mod">
          <ac:chgData name="Avinash Arun Chauhan" userId="S::avinash.chauhan@mahindrauniversity.edu.in::241b5f3e-36f4-4c61-9553-90e6a1c1b8a6" providerId="AD" clId="Web-{D8687C7D-5F00-37A5-120B-679C77ED79E6}" dt="2025-04-08T05:50:34.819" v="1369" actId="20577"/>
          <ac:spMkLst>
            <pc:docMk/>
            <pc:sldMk cId="2561215205" sldId="598"/>
            <ac:spMk id="3" creationId="{16FAF92C-B405-7034-16F6-D7FB64A999E6}"/>
          </ac:spMkLst>
        </pc:spChg>
      </pc:sldChg>
      <pc:sldChg chg="modSp add replId">
        <pc:chgData name="Avinash Arun Chauhan" userId="S::avinash.chauhan@mahindrauniversity.edu.in::241b5f3e-36f4-4c61-9553-90e6a1c1b8a6" providerId="AD" clId="Web-{D8687C7D-5F00-37A5-120B-679C77ED79E6}" dt="2025-04-08T06:16:29.979" v="2539" actId="20577"/>
        <pc:sldMkLst>
          <pc:docMk/>
          <pc:sldMk cId="1242204465" sldId="599"/>
        </pc:sldMkLst>
        <pc:spChg chg="mod">
          <ac:chgData name="Avinash Arun Chauhan" userId="S::avinash.chauhan@mahindrauniversity.edu.in::241b5f3e-36f4-4c61-9553-90e6a1c1b8a6" providerId="AD" clId="Web-{D8687C7D-5F00-37A5-120B-679C77ED79E6}" dt="2025-04-08T06:16:29.979" v="2539" actId="20577"/>
          <ac:spMkLst>
            <pc:docMk/>
            <pc:sldMk cId="1242204465" sldId="599"/>
            <ac:spMk id="3" creationId="{2BF5AABE-A0C4-1A58-A0DA-7F76649787FD}"/>
          </ac:spMkLst>
        </pc:spChg>
      </pc:sldChg>
      <pc:sldChg chg="modSp add ord replId">
        <pc:chgData name="Avinash Arun Chauhan" userId="S::avinash.chauhan@mahindrauniversity.edu.in::241b5f3e-36f4-4c61-9553-90e6a1c1b8a6" providerId="AD" clId="Web-{D8687C7D-5F00-37A5-120B-679C77ED79E6}" dt="2025-04-08T06:18:35.125" v="2642" actId="20577"/>
        <pc:sldMkLst>
          <pc:docMk/>
          <pc:sldMk cId="2277429458" sldId="600"/>
        </pc:sldMkLst>
        <pc:spChg chg="mod">
          <ac:chgData name="Avinash Arun Chauhan" userId="S::avinash.chauhan@mahindrauniversity.edu.in::241b5f3e-36f4-4c61-9553-90e6a1c1b8a6" providerId="AD" clId="Web-{D8687C7D-5F00-37A5-120B-679C77ED79E6}" dt="2025-04-08T06:18:35.125" v="2642" actId="20577"/>
          <ac:spMkLst>
            <pc:docMk/>
            <pc:sldMk cId="2277429458" sldId="600"/>
            <ac:spMk id="2" creationId="{D76A3A0E-9B00-14D3-32F5-4EBD9F3582D9}"/>
          </ac:spMkLst>
        </pc:spChg>
        <pc:spChg chg="mod">
          <ac:chgData name="Avinash Arun Chauhan" userId="S::avinash.chauhan@mahindrauniversity.edu.in::241b5f3e-36f4-4c61-9553-90e6a1c1b8a6" providerId="AD" clId="Web-{D8687C7D-5F00-37A5-120B-679C77ED79E6}" dt="2025-04-08T06:18:26.546" v="2629" actId="20577"/>
          <ac:spMkLst>
            <pc:docMk/>
            <pc:sldMk cId="2277429458" sldId="600"/>
            <ac:spMk id="3" creationId="{8E2A5E92-9210-DB94-55AD-02FA15B51F67}"/>
          </ac:spMkLst>
        </pc:spChg>
      </pc:sldChg>
      <pc:sldChg chg="addSp modSp add replId">
        <pc:chgData name="Avinash Arun Chauhan" userId="S::avinash.chauhan@mahindrauniversity.edu.in::241b5f3e-36f4-4c61-9553-90e6a1c1b8a6" providerId="AD" clId="Web-{D8687C7D-5F00-37A5-120B-679C77ED79E6}" dt="2025-04-08T06:46:27.743" v="3313" actId="20577"/>
        <pc:sldMkLst>
          <pc:docMk/>
          <pc:sldMk cId="2829260474" sldId="601"/>
        </pc:sldMkLst>
        <pc:spChg chg="mod">
          <ac:chgData name="Avinash Arun Chauhan" userId="S::avinash.chauhan@mahindrauniversity.edu.in::241b5f3e-36f4-4c61-9553-90e6a1c1b8a6" providerId="AD" clId="Web-{D8687C7D-5F00-37A5-120B-679C77ED79E6}" dt="2025-04-08T06:46:27.743" v="3313" actId="20577"/>
          <ac:spMkLst>
            <pc:docMk/>
            <pc:sldMk cId="2829260474" sldId="601"/>
            <ac:spMk id="3" creationId="{5655C88F-214B-F749-2EE0-49BBD4D30F84}"/>
          </ac:spMkLst>
        </pc:spChg>
        <pc:picChg chg="add mod modCrop">
          <ac:chgData name="Avinash Arun Chauhan" userId="S::avinash.chauhan@mahindrauniversity.edu.in::241b5f3e-36f4-4c61-9553-90e6a1c1b8a6" providerId="AD" clId="Web-{D8687C7D-5F00-37A5-120B-679C77ED79E6}" dt="2025-04-08T06:44:52.302" v="3199" actId="14100"/>
          <ac:picMkLst>
            <pc:docMk/>
            <pc:sldMk cId="2829260474" sldId="601"/>
            <ac:picMk id="4" creationId="{536466A3-994E-737D-A2CD-59B4052C8B0D}"/>
          </ac:picMkLst>
        </pc:picChg>
      </pc:sldChg>
      <pc:sldChg chg="delSp modSp add replId">
        <pc:chgData name="Avinash Arun Chauhan" userId="S::avinash.chauhan@mahindrauniversity.edu.in::241b5f3e-36f4-4c61-9553-90e6a1c1b8a6" providerId="AD" clId="Web-{D8687C7D-5F00-37A5-120B-679C77ED79E6}" dt="2025-04-08T06:54:08.685" v="3562" actId="20577"/>
        <pc:sldMkLst>
          <pc:docMk/>
          <pc:sldMk cId="530876080" sldId="602"/>
        </pc:sldMkLst>
        <pc:spChg chg="mod">
          <ac:chgData name="Avinash Arun Chauhan" userId="S::avinash.chauhan@mahindrauniversity.edu.in::241b5f3e-36f4-4c61-9553-90e6a1c1b8a6" providerId="AD" clId="Web-{D8687C7D-5F00-37A5-120B-679C77ED79E6}" dt="2025-04-08T06:48:19.654" v="3327" actId="20577"/>
          <ac:spMkLst>
            <pc:docMk/>
            <pc:sldMk cId="530876080" sldId="602"/>
            <ac:spMk id="2" creationId="{0A4363C5-184E-FF5B-1B4F-06F842265CB4}"/>
          </ac:spMkLst>
        </pc:spChg>
        <pc:spChg chg="mod">
          <ac:chgData name="Avinash Arun Chauhan" userId="S::avinash.chauhan@mahindrauniversity.edu.in::241b5f3e-36f4-4c61-9553-90e6a1c1b8a6" providerId="AD" clId="Web-{D8687C7D-5F00-37A5-120B-679C77ED79E6}" dt="2025-04-08T06:54:08.685" v="3562" actId="20577"/>
          <ac:spMkLst>
            <pc:docMk/>
            <pc:sldMk cId="530876080" sldId="602"/>
            <ac:spMk id="3" creationId="{76866033-6C53-56CB-88C9-A406BE062DD3}"/>
          </ac:spMkLst>
        </pc:spChg>
        <pc:picChg chg="del">
          <ac:chgData name="Avinash Arun Chauhan" userId="S::avinash.chauhan@mahindrauniversity.edu.in::241b5f3e-36f4-4c61-9553-90e6a1c1b8a6" providerId="AD" clId="Web-{D8687C7D-5F00-37A5-120B-679C77ED79E6}" dt="2025-04-08T06:47:36.996" v="3315"/>
          <ac:picMkLst>
            <pc:docMk/>
            <pc:sldMk cId="530876080" sldId="602"/>
            <ac:picMk id="4" creationId="{1B2D4C7F-61D6-5426-52B9-A22653C850A5}"/>
          </ac:picMkLst>
        </pc:picChg>
      </pc:sldChg>
    </pc:docChg>
  </pc:docChgLst>
  <pc:docChgLst>
    <pc:chgData name="Avinash Arun Chauhan" userId="S::avinash.chauhan@mahindrauniversity.edu.in::241b5f3e-36f4-4c61-9553-90e6a1c1b8a6" providerId="AD" clId="Web-{DADF143F-C793-1695-FF2C-9D3A874FACEB}"/>
    <pc:docChg chg="addSld delSld modSld sldOrd">
      <pc:chgData name="Avinash Arun Chauhan" userId="S::avinash.chauhan@mahindrauniversity.edu.in::241b5f3e-36f4-4c61-9553-90e6a1c1b8a6" providerId="AD" clId="Web-{DADF143F-C793-1695-FF2C-9D3A874FACEB}" dt="2025-04-21T07:03:35.940" v="1771" actId="20577"/>
      <pc:docMkLst>
        <pc:docMk/>
      </pc:docMkLst>
      <pc:sldChg chg="modSp">
        <pc:chgData name="Avinash Arun Chauhan" userId="S::avinash.chauhan@mahindrauniversity.edu.in::241b5f3e-36f4-4c61-9553-90e6a1c1b8a6" providerId="AD" clId="Web-{DADF143F-C793-1695-FF2C-9D3A874FACEB}" dt="2025-04-21T06:04:53.087" v="18" actId="20577"/>
        <pc:sldMkLst>
          <pc:docMk/>
          <pc:sldMk cId="1540275285" sldId="256"/>
        </pc:sldMkLst>
        <pc:spChg chg="mod">
          <ac:chgData name="Avinash Arun Chauhan" userId="S::avinash.chauhan@mahindrauniversity.edu.in::241b5f3e-36f4-4c61-9553-90e6a1c1b8a6" providerId="AD" clId="Web-{DADF143F-C793-1695-FF2C-9D3A874FACEB}" dt="2025-04-21T06:04:53.087" v="18" actId="20577"/>
          <ac:spMkLst>
            <pc:docMk/>
            <pc:sldMk cId="1540275285" sldId="256"/>
            <ac:spMk id="2" creationId="{727870F2-A17E-4535-8ECE-F608007055B7}"/>
          </ac:spMkLst>
        </pc:spChg>
      </pc:sldChg>
      <pc:sldChg chg="modSp ord">
        <pc:chgData name="Avinash Arun Chauhan" userId="S::avinash.chauhan@mahindrauniversity.edu.in::241b5f3e-36f4-4c61-9553-90e6a1c1b8a6" providerId="AD" clId="Web-{DADF143F-C793-1695-FF2C-9D3A874FACEB}" dt="2025-04-21T06:16:11.291" v="442" actId="20577"/>
        <pc:sldMkLst>
          <pc:docMk/>
          <pc:sldMk cId="883900188" sldId="505"/>
        </pc:sldMkLst>
        <pc:spChg chg="mod">
          <ac:chgData name="Avinash Arun Chauhan" userId="S::avinash.chauhan@mahindrauniversity.edu.in::241b5f3e-36f4-4c61-9553-90e6a1c1b8a6" providerId="AD" clId="Web-{DADF143F-C793-1695-FF2C-9D3A874FACEB}" dt="2025-04-21T06:06:54.977" v="28" actId="20577"/>
          <ac:spMkLst>
            <pc:docMk/>
            <pc:sldMk cId="883900188" sldId="505"/>
            <ac:spMk id="2" creationId="{5FED248E-235C-2C9F-86E6-FFE7D5586919}"/>
          </ac:spMkLst>
        </pc:spChg>
        <pc:spChg chg="mod">
          <ac:chgData name="Avinash Arun Chauhan" userId="S::avinash.chauhan@mahindrauniversity.edu.in::241b5f3e-36f4-4c61-9553-90e6a1c1b8a6" providerId="AD" clId="Web-{DADF143F-C793-1695-FF2C-9D3A874FACEB}" dt="2025-04-21T06:16:11.291" v="442"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DADF143F-C793-1695-FF2C-9D3A874FACEB}" dt="2025-04-21T07:01:14.515" v="1699" actId="20577"/>
        <pc:sldMkLst>
          <pc:docMk/>
          <pc:sldMk cId="3012470631" sldId="508"/>
        </pc:sldMkLst>
        <pc:spChg chg="mod">
          <ac:chgData name="Avinash Arun Chauhan" userId="S::avinash.chauhan@mahindrauniversity.edu.in::241b5f3e-36f4-4c61-9553-90e6a1c1b8a6" providerId="AD" clId="Web-{DADF143F-C793-1695-FF2C-9D3A874FACEB}" dt="2025-04-21T07:01:14.515" v="1699" actId="20577"/>
          <ac:spMkLst>
            <pc:docMk/>
            <pc:sldMk cId="3012470631" sldId="508"/>
            <ac:spMk id="3" creationId="{96E9C779-DF31-3741-3B77-D003BD44266C}"/>
          </ac:spMkLst>
        </pc:spChg>
      </pc:sldChg>
      <pc:sldChg chg="del">
        <pc:chgData name="Avinash Arun Chauhan" userId="S::avinash.chauhan@mahindrauniversity.edu.in::241b5f3e-36f4-4c61-9553-90e6a1c1b8a6" providerId="AD" clId="Web-{DADF143F-C793-1695-FF2C-9D3A874FACEB}" dt="2025-04-21T07:01:34.343" v="1711"/>
        <pc:sldMkLst>
          <pc:docMk/>
          <pc:sldMk cId="2236724537" sldId="573"/>
        </pc:sldMkLst>
      </pc:sldChg>
      <pc:sldChg chg="del">
        <pc:chgData name="Avinash Arun Chauhan" userId="S::avinash.chauhan@mahindrauniversity.edu.in::241b5f3e-36f4-4c61-9553-90e6a1c1b8a6" providerId="AD" clId="Web-{DADF143F-C793-1695-FF2C-9D3A874FACEB}" dt="2025-04-21T07:01:21.187" v="1703"/>
        <pc:sldMkLst>
          <pc:docMk/>
          <pc:sldMk cId="1709140773" sldId="575"/>
        </pc:sldMkLst>
      </pc:sldChg>
      <pc:sldChg chg="del">
        <pc:chgData name="Avinash Arun Chauhan" userId="S::avinash.chauhan@mahindrauniversity.edu.in::241b5f3e-36f4-4c61-9553-90e6a1c1b8a6" providerId="AD" clId="Web-{DADF143F-C793-1695-FF2C-9D3A874FACEB}" dt="2025-04-21T07:01:34.343" v="1710"/>
        <pc:sldMkLst>
          <pc:docMk/>
          <pc:sldMk cId="3807726123" sldId="587"/>
        </pc:sldMkLst>
      </pc:sldChg>
      <pc:sldChg chg="del">
        <pc:chgData name="Avinash Arun Chauhan" userId="S::avinash.chauhan@mahindrauniversity.edu.in::241b5f3e-36f4-4c61-9553-90e6a1c1b8a6" providerId="AD" clId="Web-{DADF143F-C793-1695-FF2C-9D3A874FACEB}" dt="2025-04-21T07:01:34.328" v="1704"/>
        <pc:sldMkLst>
          <pc:docMk/>
          <pc:sldMk cId="89438453" sldId="589"/>
        </pc:sldMkLst>
      </pc:sldChg>
      <pc:sldChg chg="modSp">
        <pc:chgData name="Avinash Arun Chauhan" userId="S::avinash.chauhan@mahindrauniversity.edu.in::241b5f3e-36f4-4c61-9553-90e6a1c1b8a6" providerId="AD" clId="Web-{DADF143F-C793-1695-FF2C-9D3A874FACEB}" dt="2025-04-21T07:01:59.406" v="1729" actId="20577"/>
        <pc:sldMkLst>
          <pc:docMk/>
          <pc:sldMk cId="3444865380" sldId="590"/>
        </pc:sldMkLst>
        <pc:spChg chg="mod">
          <ac:chgData name="Avinash Arun Chauhan" userId="S::avinash.chauhan@mahindrauniversity.edu.in::241b5f3e-36f4-4c61-9553-90e6a1c1b8a6" providerId="AD" clId="Web-{DADF143F-C793-1695-FF2C-9D3A874FACEB}" dt="2025-04-21T07:01:54.375" v="1723" actId="20577"/>
          <ac:spMkLst>
            <pc:docMk/>
            <pc:sldMk cId="3444865380" sldId="590"/>
            <ac:spMk id="2" creationId="{789AD2A8-9986-CFEA-ABCD-D4731C470283}"/>
          </ac:spMkLst>
        </pc:spChg>
        <pc:spChg chg="mod">
          <ac:chgData name="Avinash Arun Chauhan" userId="S::avinash.chauhan@mahindrauniversity.edu.in::241b5f3e-36f4-4c61-9553-90e6a1c1b8a6" providerId="AD" clId="Web-{DADF143F-C793-1695-FF2C-9D3A874FACEB}" dt="2025-04-21T07:01:59.406" v="1729" actId="20577"/>
          <ac:spMkLst>
            <pc:docMk/>
            <pc:sldMk cId="3444865380" sldId="590"/>
            <ac:spMk id="3" creationId="{AAF291D0-0B66-9B72-E375-37FAAFD0A785}"/>
          </ac:spMkLst>
        </pc:spChg>
      </pc:sldChg>
      <pc:sldChg chg="modSp">
        <pc:chgData name="Avinash Arun Chauhan" userId="S::avinash.chauhan@mahindrauniversity.edu.in::241b5f3e-36f4-4c61-9553-90e6a1c1b8a6" providerId="AD" clId="Web-{DADF143F-C793-1695-FF2C-9D3A874FACEB}" dt="2025-04-21T07:03:07.080" v="1737" actId="20577"/>
        <pc:sldMkLst>
          <pc:docMk/>
          <pc:sldMk cId="3237086738" sldId="591"/>
        </pc:sldMkLst>
        <pc:spChg chg="mod">
          <ac:chgData name="Avinash Arun Chauhan" userId="S::avinash.chauhan@mahindrauniversity.edu.in::241b5f3e-36f4-4c61-9553-90e6a1c1b8a6" providerId="AD" clId="Web-{DADF143F-C793-1695-FF2C-9D3A874FACEB}" dt="2025-04-21T07:03:07.080" v="1737" actId="20577"/>
          <ac:spMkLst>
            <pc:docMk/>
            <pc:sldMk cId="3237086738" sldId="591"/>
            <ac:spMk id="3" creationId="{A8106FEE-EA22-055D-D6C0-72A0AF6F3A14}"/>
          </ac:spMkLst>
        </pc:spChg>
      </pc:sldChg>
      <pc:sldChg chg="del">
        <pc:chgData name="Avinash Arun Chauhan" userId="S::avinash.chauhan@mahindrauniversity.edu.in::241b5f3e-36f4-4c61-9553-90e6a1c1b8a6" providerId="AD" clId="Web-{DADF143F-C793-1695-FF2C-9D3A874FACEB}" dt="2025-04-21T07:01:34.328" v="1707"/>
        <pc:sldMkLst>
          <pc:docMk/>
          <pc:sldMk cId="1634174897" sldId="592"/>
        </pc:sldMkLst>
      </pc:sldChg>
      <pc:sldChg chg="del">
        <pc:chgData name="Avinash Arun Chauhan" userId="S::avinash.chauhan@mahindrauniversity.edu.in::241b5f3e-36f4-4c61-9553-90e6a1c1b8a6" providerId="AD" clId="Web-{DADF143F-C793-1695-FF2C-9D3A874FACEB}" dt="2025-04-21T07:01:34.328" v="1706"/>
        <pc:sldMkLst>
          <pc:docMk/>
          <pc:sldMk cId="3392806964" sldId="593"/>
        </pc:sldMkLst>
      </pc:sldChg>
      <pc:sldChg chg="del">
        <pc:chgData name="Avinash Arun Chauhan" userId="S::avinash.chauhan@mahindrauniversity.edu.in::241b5f3e-36f4-4c61-9553-90e6a1c1b8a6" providerId="AD" clId="Web-{DADF143F-C793-1695-FF2C-9D3A874FACEB}" dt="2025-04-21T07:01:34.328" v="1705"/>
        <pc:sldMkLst>
          <pc:docMk/>
          <pc:sldMk cId="1751194962" sldId="594"/>
        </pc:sldMkLst>
      </pc:sldChg>
      <pc:sldChg chg="del">
        <pc:chgData name="Avinash Arun Chauhan" userId="S::avinash.chauhan@mahindrauniversity.edu.in::241b5f3e-36f4-4c61-9553-90e6a1c1b8a6" providerId="AD" clId="Web-{DADF143F-C793-1695-FF2C-9D3A874FACEB}" dt="2025-04-21T07:01:17.749" v="1700"/>
        <pc:sldMkLst>
          <pc:docMk/>
          <pc:sldMk cId="129734863" sldId="595"/>
        </pc:sldMkLst>
      </pc:sldChg>
      <pc:sldChg chg="del">
        <pc:chgData name="Avinash Arun Chauhan" userId="S::avinash.chauhan@mahindrauniversity.edu.in::241b5f3e-36f4-4c61-9553-90e6a1c1b8a6" providerId="AD" clId="Web-{DADF143F-C793-1695-FF2C-9D3A874FACEB}" dt="2025-04-21T07:01:19.155" v="1701"/>
        <pc:sldMkLst>
          <pc:docMk/>
          <pc:sldMk cId="2680208934" sldId="596"/>
        </pc:sldMkLst>
      </pc:sldChg>
      <pc:sldChg chg="del">
        <pc:chgData name="Avinash Arun Chauhan" userId="S::avinash.chauhan@mahindrauniversity.edu.in::241b5f3e-36f4-4c61-9553-90e6a1c1b8a6" providerId="AD" clId="Web-{DADF143F-C793-1695-FF2C-9D3A874FACEB}" dt="2025-04-21T07:01:20.343" v="1702"/>
        <pc:sldMkLst>
          <pc:docMk/>
          <pc:sldMk cId="3643435553" sldId="597"/>
        </pc:sldMkLst>
      </pc:sldChg>
      <pc:sldChg chg="del">
        <pc:chgData name="Avinash Arun Chauhan" userId="S::avinash.chauhan@mahindrauniversity.edu.in::241b5f3e-36f4-4c61-9553-90e6a1c1b8a6" providerId="AD" clId="Web-{DADF143F-C793-1695-FF2C-9D3A874FACEB}" dt="2025-04-21T07:01:34.343" v="1714"/>
        <pc:sldMkLst>
          <pc:docMk/>
          <pc:sldMk cId="1595896456" sldId="598"/>
        </pc:sldMkLst>
      </pc:sldChg>
      <pc:sldChg chg="del">
        <pc:chgData name="Avinash Arun Chauhan" userId="S::avinash.chauhan@mahindrauniversity.edu.in::241b5f3e-36f4-4c61-9553-90e6a1c1b8a6" providerId="AD" clId="Web-{DADF143F-C793-1695-FF2C-9D3A874FACEB}" dt="2025-04-21T07:01:34.343" v="1713"/>
        <pc:sldMkLst>
          <pc:docMk/>
          <pc:sldMk cId="1242204465" sldId="599"/>
        </pc:sldMkLst>
      </pc:sldChg>
      <pc:sldChg chg="del">
        <pc:chgData name="Avinash Arun Chauhan" userId="S::avinash.chauhan@mahindrauniversity.edu.in::241b5f3e-36f4-4c61-9553-90e6a1c1b8a6" providerId="AD" clId="Web-{DADF143F-C793-1695-FF2C-9D3A874FACEB}" dt="2025-04-21T07:01:34.343" v="1712"/>
        <pc:sldMkLst>
          <pc:docMk/>
          <pc:sldMk cId="2277429458" sldId="600"/>
        </pc:sldMkLst>
      </pc:sldChg>
      <pc:sldChg chg="del">
        <pc:chgData name="Avinash Arun Chauhan" userId="S::avinash.chauhan@mahindrauniversity.edu.in::241b5f3e-36f4-4c61-9553-90e6a1c1b8a6" providerId="AD" clId="Web-{DADF143F-C793-1695-FF2C-9D3A874FACEB}" dt="2025-04-21T07:01:34.328" v="1709"/>
        <pc:sldMkLst>
          <pc:docMk/>
          <pc:sldMk cId="2829260474" sldId="601"/>
        </pc:sldMkLst>
      </pc:sldChg>
      <pc:sldChg chg="del">
        <pc:chgData name="Avinash Arun Chauhan" userId="S::avinash.chauhan@mahindrauniversity.edu.in::241b5f3e-36f4-4c61-9553-90e6a1c1b8a6" providerId="AD" clId="Web-{DADF143F-C793-1695-FF2C-9D3A874FACEB}" dt="2025-04-21T07:01:34.328" v="1708"/>
        <pc:sldMkLst>
          <pc:docMk/>
          <pc:sldMk cId="530876080" sldId="602"/>
        </pc:sldMkLst>
      </pc:sldChg>
      <pc:sldChg chg="modSp add ord replId">
        <pc:chgData name="Avinash Arun Chauhan" userId="S::avinash.chauhan@mahindrauniversity.edu.in::241b5f3e-36f4-4c61-9553-90e6a1c1b8a6" providerId="AD" clId="Web-{DADF143F-C793-1695-FF2C-9D3A874FACEB}" dt="2025-04-21T06:15:11.978" v="434" actId="20577"/>
        <pc:sldMkLst>
          <pc:docMk/>
          <pc:sldMk cId="2512549991" sldId="603"/>
        </pc:sldMkLst>
        <pc:spChg chg="mod">
          <ac:chgData name="Avinash Arun Chauhan" userId="S::avinash.chauhan@mahindrauniversity.edu.in::241b5f3e-36f4-4c61-9553-90e6a1c1b8a6" providerId="AD" clId="Web-{DADF143F-C793-1695-FF2C-9D3A874FACEB}" dt="2025-04-21T06:08:45.524" v="149" actId="20577"/>
          <ac:spMkLst>
            <pc:docMk/>
            <pc:sldMk cId="2512549991" sldId="603"/>
            <ac:spMk id="2" creationId="{D78138EF-7446-BEAE-0EAA-06EA31162732}"/>
          </ac:spMkLst>
        </pc:spChg>
        <pc:spChg chg="mod">
          <ac:chgData name="Avinash Arun Chauhan" userId="S::avinash.chauhan@mahindrauniversity.edu.in::241b5f3e-36f4-4c61-9553-90e6a1c1b8a6" providerId="AD" clId="Web-{DADF143F-C793-1695-FF2C-9D3A874FACEB}" dt="2025-04-21T06:15:11.978" v="434" actId="20577"/>
          <ac:spMkLst>
            <pc:docMk/>
            <pc:sldMk cId="2512549991" sldId="603"/>
            <ac:spMk id="3" creationId="{7CB8A221-ECFB-2EE5-82CA-C8D1830A2EAF}"/>
          </ac:spMkLst>
        </pc:spChg>
      </pc:sldChg>
      <pc:sldChg chg="addSp modSp add replId">
        <pc:chgData name="Avinash Arun Chauhan" userId="S::avinash.chauhan@mahindrauniversity.edu.in::241b5f3e-36f4-4c61-9553-90e6a1c1b8a6" providerId="AD" clId="Web-{DADF143F-C793-1695-FF2C-9D3A874FACEB}" dt="2025-04-21T06:15:48.947" v="440" actId="14100"/>
        <pc:sldMkLst>
          <pc:docMk/>
          <pc:sldMk cId="3472337841" sldId="604"/>
        </pc:sldMkLst>
        <pc:spChg chg="mod">
          <ac:chgData name="Avinash Arun Chauhan" userId="S::avinash.chauhan@mahindrauniversity.edu.in::241b5f3e-36f4-4c61-9553-90e6a1c1b8a6" providerId="AD" clId="Web-{DADF143F-C793-1695-FF2C-9D3A874FACEB}" dt="2025-04-21T06:15:21.587" v="437" actId="20577"/>
          <ac:spMkLst>
            <pc:docMk/>
            <pc:sldMk cId="3472337841" sldId="604"/>
            <ac:spMk id="3" creationId="{74C8229E-4659-3A25-3409-D667C478FD14}"/>
          </ac:spMkLst>
        </pc:spChg>
        <pc:picChg chg="add mod">
          <ac:chgData name="Avinash Arun Chauhan" userId="S::avinash.chauhan@mahindrauniversity.edu.in::241b5f3e-36f4-4c61-9553-90e6a1c1b8a6" providerId="AD" clId="Web-{DADF143F-C793-1695-FF2C-9D3A874FACEB}" dt="2025-04-21T06:15:48.947" v="440" actId="14100"/>
          <ac:picMkLst>
            <pc:docMk/>
            <pc:sldMk cId="3472337841" sldId="604"/>
            <ac:picMk id="4" creationId="{F365F7B8-9611-E42C-6D78-69847D17B7C8}"/>
          </ac:picMkLst>
        </pc:picChg>
      </pc:sldChg>
      <pc:sldChg chg="modSp add replId">
        <pc:chgData name="Avinash Arun Chauhan" userId="S::avinash.chauhan@mahindrauniversity.edu.in::241b5f3e-36f4-4c61-9553-90e6a1c1b8a6" providerId="AD" clId="Web-{DADF143F-C793-1695-FF2C-9D3A874FACEB}" dt="2025-04-21T06:18:57.525" v="601" actId="20577"/>
        <pc:sldMkLst>
          <pc:docMk/>
          <pc:sldMk cId="1114753389" sldId="605"/>
        </pc:sldMkLst>
        <pc:spChg chg="mod">
          <ac:chgData name="Avinash Arun Chauhan" userId="S::avinash.chauhan@mahindrauniversity.edu.in::241b5f3e-36f4-4c61-9553-90e6a1c1b8a6" providerId="AD" clId="Web-{DADF143F-C793-1695-FF2C-9D3A874FACEB}" dt="2025-04-21T06:18:57.525" v="601" actId="20577"/>
          <ac:spMkLst>
            <pc:docMk/>
            <pc:sldMk cId="1114753389" sldId="605"/>
            <ac:spMk id="3" creationId="{6315B9F7-9B25-CD8D-ABE5-A505900692B8}"/>
          </ac:spMkLst>
        </pc:spChg>
      </pc:sldChg>
      <pc:sldChg chg="modSp add replId">
        <pc:chgData name="Avinash Arun Chauhan" userId="S::avinash.chauhan@mahindrauniversity.edu.in::241b5f3e-36f4-4c61-9553-90e6a1c1b8a6" providerId="AD" clId="Web-{DADF143F-C793-1695-FF2C-9D3A874FACEB}" dt="2025-04-21T06:51:59.081" v="913" actId="20577"/>
        <pc:sldMkLst>
          <pc:docMk/>
          <pc:sldMk cId="1959526402" sldId="606"/>
        </pc:sldMkLst>
        <pc:spChg chg="mod">
          <ac:chgData name="Avinash Arun Chauhan" userId="S::avinash.chauhan@mahindrauniversity.edu.in::241b5f3e-36f4-4c61-9553-90e6a1c1b8a6" providerId="AD" clId="Web-{DADF143F-C793-1695-FF2C-9D3A874FACEB}" dt="2025-04-21T06:49:27.515" v="671" actId="20577"/>
          <ac:spMkLst>
            <pc:docMk/>
            <pc:sldMk cId="1959526402" sldId="606"/>
            <ac:spMk id="2" creationId="{6E79D200-6A60-C76D-1020-719B70B23306}"/>
          </ac:spMkLst>
        </pc:spChg>
        <pc:spChg chg="mod">
          <ac:chgData name="Avinash Arun Chauhan" userId="S::avinash.chauhan@mahindrauniversity.edu.in::241b5f3e-36f4-4c61-9553-90e6a1c1b8a6" providerId="AD" clId="Web-{DADF143F-C793-1695-FF2C-9D3A874FACEB}" dt="2025-04-21T06:51:59.081" v="913" actId="20577"/>
          <ac:spMkLst>
            <pc:docMk/>
            <pc:sldMk cId="1959526402" sldId="606"/>
            <ac:spMk id="3" creationId="{A6096046-A9F6-A0A3-654B-AFFCA1B21E27}"/>
          </ac:spMkLst>
        </pc:spChg>
      </pc:sldChg>
      <pc:sldChg chg="modSp add replId">
        <pc:chgData name="Avinash Arun Chauhan" userId="S::avinash.chauhan@mahindrauniversity.edu.in::241b5f3e-36f4-4c61-9553-90e6a1c1b8a6" providerId="AD" clId="Web-{DADF143F-C793-1695-FF2C-9D3A874FACEB}" dt="2025-04-21T06:58:19.105" v="1414" actId="20577"/>
        <pc:sldMkLst>
          <pc:docMk/>
          <pc:sldMk cId="790881746" sldId="607"/>
        </pc:sldMkLst>
        <pc:spChg chg="mod">
          <ac:chgData name="Avinash Arun Chauhan" userId="S::avinash.chauhan@mahindrauniversity.edu.in::241b5f3e-36f4-4c61-9553-90e6a1c1b8a6" providerId="AD" clId="Web-{DADF143F-C793-1695-FF2C-9D3A874FACEB}" dt="2025-04-21T06:58:19.105" v="1414" actId="20577"/>
          <ac:spMkLst>
            <pc:docMk/>
            <pc:sldMk cId="790881746" sldId="607"/>
            <ac:spMk id="3" creationId="{65140743-53C4-06CF-0126-576E29672686}"/>
          </ac:spMkLst>
        </pc:spChg>
      </pc:sldChg>
      <pc:sldChg chg="modSp add replId">
        <pc:chgData name="Avinash Arun Chauhan" userId="S::avinash.chauhan@mahindrauniversity.edu.in::241b5f3e-36f4-4c61-9553-90e6a1c1b8a6" providerId="AD" clId="Web-{DADF143F-C793-1695-FF2C-9D3A874FACEB}" dt="2025-04-21T07:01:04.624" v="1690" actId="20577"/>
        <pc:sldMkLst>
          <pc:docMk/>
          <pc:sldMk cId="445016191" sldId="608"/>
        </pc:sldMkLst>
        <pc:spChg chg="mod">
          <ac:chgData name="Avinash Arun Chauhan" userId="S::avinash.chauhan@mahindrauniversity.edu.in::241b5f3e-36f4-4c61-9553-90e6a1c1b8a6" providerId="AD" clId="Web-{DADF143F-C793-1695-FF2C-9D3A874FACEB}" dt="2025-04-21T07:01:04.624" v="1690" actId="20577"/>
          <ac:spMkLst>
            <pc:docMk/>
            <pc:sldMk cId="445016191" sldId="608"/>
            <ac:spMk id="3" creationId="{EAC26F11-480C-028B-93DC-7CE4411D1AEC}"/>
          </ac:spMkLst>
        </pc:spChg>
      </pc:sldChg>
      <pc:sldChg chg="modSp add replId">
        <pc:chgData name="Avinash Arun Chauhan" userId="S::avinash.chauhan@mahindrauniversity.edu.in::241b5f3e-36f4-4c61-9553-90e6a1c1b8a6" providerId="AD" clId="Web-{DADF143F-C793-1695-FF2C-9D3A874FACEB}" dt="2025-04-21T07:03:35.940" v="1771" actId="20577"/>
        <pc:sldMkLst>
          <pc:docMk/>
          <pc:sldMk cId="2704756830" sldId="609"/>
        </pc:sldMkLst>
        <pc:spChg chg="mod">
          <ac:chgData name="Avinash Arun Chauhan" userId="S::avinash.chauhan@mahindrauniversity.edu.in::241b5f3e-36f4-4c61-9553-90e6a1c1b8a6" providerId="AD" clId="Web-{DADF143F-C793-1695-FF2C-9D3A874FACEB}" dt="2025-04-21T07:03:35.940" v="1771" actId="20577"/>
          <ac:spMkLst>
            <pc:docMk/>
            <pc:sldMk cId="2704756830" sldId="609"/>
            <ac:spMk id="3" creationId="{2D2A65AE-D1DF-66AA-A105-89B829593F92}"/>
          </ac:spMkLst>
        </pc:spChg>
      </pc:sldChg>
    </pc:docChg>
  </pc:docChgLst>
  <pc:docChgLst>
    <pc:chgData name="Avinash Arun Chauhan" userId="S::avinash.chauhan@mahindrauniversity.edu.in::241b5f3e-36f4-4c61-9553-90e6a1c1b8a6" providerId="AD" clId="Web-{C10FAA6F-49BB-A50F-77FD-8F0F1F6027B5}"/>
    <pc:docChg chg="addSld modSld">
      <pc:chgData name="Avinash Arun Chauhan" userId="S::avinash.chauhan@mahindrauniversity.edu.in::241b5f3e-36f4-4c61-9553-90e6a1c1b8a6" providerId="AD" clId="Web-{C10FAA6F-49BB-A50F-77FD-8F0F1F6027B5}" dt="2025-01-24T07:25:56.095" v="45" actId="1076"/>
      <pc:docMkLst>
        <pc:docMk/>
      </pc:docMkLst>
      <pc:sldChg chg="addSp delSp modSp add replId">
        <pc:chgData name="Avinash Arun Chauhan" userId="S::avinash.chauhan@mahindrauniversity.edu.in::241b5f3e-36f4-4c61-9553-90e6a1c1b8a6" providerId="AD" clId="Web-{C10FAA6F-49BB-A50F-77FD-8F0F1F6027B5}" dt="2025-01-24T07:25:27.344" v="36" actId="20577"/>
        <pc:sldMkLst>
          <pc:docMk/>
          <pc:sldMk cId="2898864194" sldId="369"/>
        </pc:sldMkLst>
      </pc:sldChg>
      <pc:sldChg chg="addSp delSp modSp add replId">
        <pc:chgData name="Avinash Arun Chauhan" userId="S::avinash.chauhan@mahindrauniversity.edu.in::241b5f3e-36f4-4c61-9553-90e6a1c1b8a6" providerId="AD" clId="Web-{C10FAA6F-49BB-A50F-77FD-8F0F1F6027B5}" dt="2025-01-24T07:25:56.095" v="45" actId="1076"/>
        <pc:sldMkLst>
          <pc:docMk/>
          <pc:sldMk cId="1949490953" sldId="370"/>
        </pc:sldMkLst>
      </pc:sldChg>
    </pc:docChg>
  </pc:docChgLst>
  <pc:docChgLst>
    <pc:chgData name="Avinash Arun Chauhan" userId="S::avinash.chauhan@mahindrauniversity.edu.in::241b5f3e-36f4-4c61-9553-90e6a1c1b8a6" providerId="AD" clId="Web-{AA73B30D-C922-8CA1-7242-F7BB74F2625C}"/>
    <pc:docChg chg="addSld delSld modSld sldOrd">
      <pc:chgData name="Avinash Arun Chauhan" userId="S::avinash.chauhan@mahindrauniversity.edu.in::241b5f3e-36f4-4c61-9553-90e6a1c1b8a6" providerId="AD" clId="Web-{AA73B30D-C922-8CA1-7242-F7BB74F2625C}" dt="2025-02-03T07:06:05.690" v="689" actId="20577"/>
      <pc:docMkLst>
        <pc:docMk/>
      </pc:docMkLst>
      <pc:sldChg chg="del">
        <pc:chgData name="Avinash Arun Chauhan" userId="S::avinash.chauhan@mahindrauniversity.edu.in::241b5f3e-36f4-4c61-9553-90e6a1c1b8a6" providerId="AD" clId="Web-{AA73B30D-C922-8CA1-7242-F7BB74F2625C}" dt="2025-02-03T05:55:26.669" v="292"/>
        <pc:sldMkLst>
          <pc:docMk/>
          <pc:sldMk cId="3928791571" sldId="330"/>
        </pc:sldMkLst>
      </pc:sldChg>
      <pc:sldChg chg="del">
        <pc:chgData name="Avinash Arun Chauhan" userId="S::avinash.chauhan@mahindrauniversity.edu.in::241b5f3e-36f4-4c61-9553-90e6a1c1b8a6" providerId="AD" clId="Web-{AA73B30D-C922-8CA1-7242-F7BB74F2625C}" dt="2025-02-03T05:55:25.107" v="290"/>
        <pc:sldMkLst>
          <pc:docMk/>
          <pc:sldMk cId="3075298093" sldId="338"/>
        </pc:sldMkLst>
      </pc:sldChg>
      <pc:sldChg chg="del">
        <pc:chgData name="Avinash Arun Chauhan" userId="S::avinash.chauhan@mahindrauniversity.edu.in::241b5f3e-36f4-4c61-9553-90e6a1c1b8a6" providerId="AD" clId="Web-{AA73B30D-C922-8CA1-7242-F7BB74F2625C}" dt="2025-02-03T05:55:25.841" v="291"/>
        <pc:sldMkLst>
          <pc:docMk/>
          <pc:sldMk cId="3210930401" sldId="339"/>
        </pc:sldMkLst>
      </pc:sldChg>
      <pc:sldChg chg="modSp">
        <pc:chgData name="Avinash Arun Chauhan" userId="S::avinash.chauhan@mahindrauniversity.edu.in::241b5f3e-36f4-4c61-9553-90e6a1c1b8a6" providerId="AD" clId="Web-{AA73B30D-C922-8CA1-7242-F7BB74F2625C}" dt="2025-02-03T07:06:05.690" v="689" actId="20577"/>
        <pc:sldMkLst>
          <pc:docMk/>
          <pc:sldMk cId="3662289297" sldId="343"/>
        </pc:sldMkLst>
      </pc:sldChg>
      <pc:sldChg chg="modSp">
        <pc:chgData name="Avinash Arun Chauhan" userId="S::avinash.chauhan@mahindrauniversity.edu.in::241b5f3e-36f4-4c61-9553-90e6a1c1b8a6" providerId="AD" clId="Web-{AA73B30D-C922-8CA1-7242-F7BB74F2625C}" dt="2025-02-03T07:00:08.987" v="623" actId="20577"/>
        <pc:sldMkLst>
          <pc:docMk/>
          <pc:sldMk cId="1153999674" sldId="355"/>
        </pc:sldMkLst>
      </pc:sldChg>
      <pc:sldChg chg="addSp modSp ord modNotes">
        <pc:chgData name="Avinash Arun Chauhan" userId="S::avinash.chauhan@mahindrauniversity.edu.in::241b5f3e-36f4-4c61-9553-90e6a1c1b8a6" providerId="AD" clId="Web-{AA73B30D-C922-8CA1-7242-F7BB74F2625C}" dt="2025-02-03T04:57:30.322" v="138"/>
        <pc:sldMkLst>
          <pc:docMk/>
          <pc:sldMk cId="4238744636" sldId="372"/>
        </pc:sldMkLst>
      </pc:sldChg>
      <pc:sldChg chg="addSp modSp add del ord">
        <pc:chgData name="Avinash Arun Chauhan" userId="S::avinash.chauhan@mahindrauniversity.edu.in::241b5f3e-36f4-4c61-9553-90e6a1c1b8a6" providerId="AD" clId="Web-{AA73B30D-C922-8CA1-7242-F7BB74F2625C}" dt="2025-02-03T05:03:23.711" v="174"/>
        <pc:sldMkLst>
          <pc:docMk/>
          <pc:sldMk cId="1215175948" sldId="379"/>
        </pc:sldMkLst>
      </pc:sldChg>
      <pc:sldChg chg="addSp delSp modSp ord">
        <pc:chgData name="Avinash Arun Chauhan" userId="S::avinash.chauhan@mahindrauniversity.edu.in::241b5f3e-36f4-4c61-9553-90e6a1c1b8a6" providerId="AD" clId="Web-{AA73B30D-C922-8CA1-7242-F7BB74F2625C}" dt="2025-02-03T05:31:02.640" v="288"/>
        <pc:sldMkLst>
          <pc:docMk/>
          <pc:sldMk cId="3894528177" sldId="380"/>
        </pc:sldMkLst>
      </pc:sldChg>
      <pc:sldChg chg="modSp">
        <pc:chgData name="Avinash Arun Chauhan" userId="S::avinash.chauhan@mahindrauniversity.edu.in::241b5f3e-36f4-4c61-9553-90e6a1c1b8a6" providerId="AD" clId="Web-{AA73B30D-C922-8CA1-7242-F7BB74F2625C}" dt="2025-02-03T05:17:28.450" v="237" actId="20577"/>
        <pc:sldMkLst>
          <pc:docMk/>
          <pc:sldMk cId="278790401" sldId="383"/>
        </pc:sldMkLst>
      </pc:sldChg>
      <pc:sldChg chg="modSp">
        <pc:chgData name="Avinash Arun Chauhan" userId="S::avinash.chauhan@mahindrauniversity.edu.in::241b5f3e-36f4-4c61-9553-90e6a1c1b8a6" providerId="AD" clId="Web-{AA73B30D-C922-8CA1-7242-F7BB74F2625C}" dt="2025-02-03T05:24:07.716" v="259" actId="20577"/>
        <pc:sldMkLst>
          <pc:docMk/>
          <pc:sldMk cId="45710291" sldId="384"/>
        </pc:sldMkLst>
      </pc:sldChg>
      <pc:sldChg chg="modSp add replId">
        <pc:chgData name="Avinash Arun Chauhan" userId="S::avinash.chauhan@mahindrauniversity.edu.in::241b5f3e-36f4-4c61-9553-90e6a1c1b8a6" providerId="AD" clId="Web-{AA73B30D-C922-8CA1-7242-F7BB74F2625C}" dt="2025-02-03T04:45:40.120" v="50" actId="20577"/>
        <pc:sldMkLst>
          <pc:docMk/>
          <pc:sldMk cId="3390613039" sldId="386"/>
        </pc:sldMkLst>
      </pc:sldChg>
      <pc:sldChg chg="modSp add ord replId">
        <pc:chgData name="Avinash Arun Chauhan" userId="S::avinash.chauhan@mahindrauniversity.edu.in::241b5f3e-36f4-4c61-9553-90e6a1c1b8a6" providerId="AD" clId="Web-{AA73B30D-C922-8CA1-7242-F7BB74F2625C}" dt="2025-02-03T04:47:55.485" v="97" actId="20577"/>
        <pc:sldMkLst>
          <pc:docMk/>
          <pc:sldMk cId="1930055580" sldId="387"/>
        </pc:sldMkLst>
      </pc:sldChg>
      <pc:sldChg chg="modSp add replId">
        <pc:chgData name="Avinash Arun Chauhan" userId="S::avinash.chauhan@mahindrauniversity.edu.in::241b5f3e-36f4-4c61-9553-90e6a1c1b8a6" providerId="AD" clId="Web-{AA73B30D-C922-8CA1-7242-F7BB74F2625C}" dt="2025-02-03T04:48:47.112" v="110" actId="20577"/>
        <pc:sldMkLst>
          <pc:docMk/>
          <pc:sldMk cId="4197956168" sldId="388"/>
        </pc:sldMkLst>
      </pc:sldChg>
      <pc:sldChg chg="modSp add ord replId">
        <pc:chgData name="Avinash Arun Chauhan" userId="S::avinash.chauhan@mahindrauniversity.edu.in::241b5f3e-36f4-4c61-9553-90e6a1c1b8a6" providerId="AD" clId="Web-{AA73B30D-C922-8CA1-7242-F7BB74F2625C}" dt="2025-02-03T05:19:42.940" v="244" actId="20577"/>
        <pc:sldMkLst>
          <pc:docMk/>
          <pc:sldMk cId="1309432007" sldId="389"/>
        </pc:sldMkLst>
      </pc:sldChg>
      <pc:sldChg chg="modSp add replId">
        <pc:chgData name="Avinash Arun Chauhan" userId="S::avinash.chauhan@mahindrauniversity.edu.in::241b5f3e-36f4-4c61-9553-90e6a1c1b8a6" providerId="AD" clId="Web-{AA73B30D-C922-8CA1-7242-F7BB74F2625C}" dt="2025-02-03T05:03:51.041" v="190" actId="20577"/>
        <pc:sldMkLst>
          <pc:docMk/>
          <pc:sldMk cId="4178756537" sldId="390"/>
        </pc:sldMkLst>
      </pc:sldChg>
      <pc:sldChg chg="modSp add replId">
        <pc:chgData name="Avinash Arun Chauhan" userId="S::avinash.chauhan@mahindrauniversity.edu.in::241b5f3e-36f4-4c61-9553-90e6a1c1b8a6" providerId="AD" clId="Web-{AA73B30D-C922-8CA1-7242-F7BB74F2625C}" dt="2025-02-03T05:13:40.096" v="233" actId="20577"/>
        <pc:sldMkLst>
          <pc:docMk/>
          <pc:sldMk cId="1642163674" sldId="391"/>
        </pc:sldMkLst>
      </pc:sldChg>
      <pc:sldChg chg="modSp add ord replId">
        <pc:chgData name="Avinash Arun Chauhan" userId="S::avinash.chauhan@mahindrauniversity.edu.in::241b5f3e-36f4-4c61-9553-90e6a1c1b8a6" providerId="AD" clId="Web-{AA73B30D-C922-8CA1-7242-F7BB74F2625C}" dt="2025-02-03T05:35:48.433" v="289" actId="20577"/>
        <pc:sldMkLst>
          <pc:docMk/>
          <pc:sldMk cId="3166245324" sldId="392"/>
        </pc:sldMkLst>
      </pc:sldChg>
      <pc:sldChg chg="modSp add replId">
        <pc:chgData name="Avinash Arun Chauhan" userId="S::avinash.chauhan@mahindrauniversity.edu.in::241b5f3e-36f4-4c61-9553-90e6a1c1b8a6" providerId="AD" clId="Web-{AA73B30D-C922-8CA1-7242-F7BB74F2625C}" dt="2025-02-03T06:04:59.615" v="369" actId="20577"/>
        <pc:sldMkLst>
          <pc:docMk/>
          <pc:sldMk cId="3653590986" sldId="393"/>
        </pc:sldMkLst>
      </pc:sldChg>
      <pc:sldChg chg="modSp add ord replId">
        <pc:chgData name="Avinash Arun Chauhan" userId="S::avinash.chauhan@mahindrauniversity.edu.in::241b5f3e-36f4-4c61-9553-90e6a1c1b8a6" providerId="AD" clId="Web-{AA73B30D-C922-8CA1-7242-F7BB74F2625C}" dt="2025-02-03T06:37:36.150" v="394" actId="14100"/>
        <pc:sldMkLst>
          <pc:docMk/>
          <pc:sldMk cId="113107880" sldId="394"/>
        </pc:sldMkLst>
      </pc:sldChg>
      <pc:sldChg chg="modSp add replId">
        <pc:chgData name="Avinash Arun Chauhan" userId="S::avinash.chauhan@mahindrauniversity.edu.in::241b5f3e-36f4-4c61-9553-90e6a1c1b8a6" providerId="AD" clId="Web-{AA73B30D-C922-8CA1-7242-F7BB74F2625C}" dt="2025-02-03T06:59:47.861" v="611" actId="20577"/>
        <pc:sldMkLst>
          <pc:docMk/>
          <pc:sldMk cId="3754596656" sldId="395"/>
        </pc:sldMkLst>
      </pc:sldChg>
      <pc:sldChg chg="addSp delSp modSp add replId">
        <pc:chgData name="Avinash Arun Chauhan" userId="S::avinash.chauhan@mahindrauniversity.edu.in::241b5f3e-36f4-4c61-9553-90e6a1c1b8a6" providerId="AD" clId="Web-{AA73B30D-C922-8CA1-7242-F7BB74F2625C}" dt="2025-02-03T07:02:02.586" v="651" actId="1076"/>
        <pc:sldMkLst>
          <pc:docMk/>
          <pc:sldMk cId="1331974274" sldId="396"/>
        </pc:sldMkLst>
      </pc:sldChg>
      <pc:sldChg chg="addSp delSp modSp add replId">
        <pc:chgData name="Avinash Arun Chauhan" userId="S::avinash.chauhan@mahindrauniversity.edu.in::241b5f3e-36f4-4c61-9553-90e6a1c1b8a6" providerId="AD" clId="Web-{AA73B30D-C922-8CA1-7242-F7BB74F2625C}" dt="2025-02-03T07:03:01.604" v="669" actId="1076"/>
        <pc:sldMkLst>
          <pc:docMk/>
          <pc:sldMk cId="1676810814" sldId="397"/>
        </pc:sldMkLst>
      </pc:sldChg>
    </pc:docChg>
  </pc:docChgLst>
  <pc:docChgLst>
    <pc:chgData name="Avinash Arun Chauhan" userId="S::avinash.chauhan@mahindrauniversity.edu.in::241b5f3e-36f4-4c61-9553-90e6a1c1b8a6" providerId="AD" clId="Web-{B6FEB140-A3C3-943D-E39C-93F7AE1A4B46}"/>
    <pc:docChg chg="addSld modSld sldOrd">
      <pc:chgData name="Avinash Arun Chauhan" userId="S::avinash.chauhan@mahindrauniversity.edu.in::241b5f3e-36f4-4c61-9553-90e6a1c1b8a6" providerId="AD" clId="Web-{B6FEB140-A3C3-943D-E39C-93F7AE1A4B46}" dt="2025-02-28T12:01:43.774" v="4374" actId="20577"/>
      <pc:docMkLst>
        <pc:docMk/>
      </pc:docMkLst>
      <pc:sldChg chg="modSp add replId">
        <pc:chgData name="Avinash Arun Chauhan" userId="S::avinash.chauhan@mahindrauniversity.edu.in::241b5f3e-36f4-4c61-9553-90e6a1c1b8a6" providerId="AD" clId="Web-{B6FEB140-A3C3-943D-E39C-93F7AE1A4B46}" dt="2025-02-28T10:44:55.792" v="339" actId="20577"/>
        <pc:sldMkLst>
          <pc:docMk/>
          <pc:sldMk cId="695737555" sldId="458"/>
        </pc:sldMkLst>
        <pc:spChg chg="mod">
          <ac:chgData name="Avinash Arun Chauhan" userId="S::avinash.chauhan@mahindrauniversity.edu.in::241b5f3e-36f4-4c61-9553-90e6a1c1b8a6" providerId="AD" clId="Web-{B6FEB140-A3C3-943D-E39C-93F7AE1A4B46}" dt="2025-02-28T10:39:30.781" v="4" actId="20577"/>
          <ac:spMkLst>
            <pc:docMk/>
            <pc:sldMk cId="695737555" sldId="458"/>
            <ac:spMk id="2" creationId="{8AAC9323-D59E-B794-522A-676D6F55DC48}"/>
          </ac:spMkLst>
        </pc:spChg>
        <pc:spChg chg="mod">
          <ac:chgData name="Avinash Arun Chauhan" userId="S::avinash.chauhan@mahindrauniversity.edu.in::241b5f3e-36f4-4c61-9553-90e6a1c1b8a6" providerId="AD" clId="Web-{B6FEB140-A3C3-943D-E39C-93F7AE1A4B46}" dt="2025-02-28T10:44:55.792" v="339" actId="20577"/>
          <ac:spMkLst>
            <pc:docMk/>
            <pc:sldMk cId="695737555" sldId="458"/>
            <ac:spMk id="3" creationId="{89A86F13-EC69-FA7C-1D01-E0349F2CE034}"/>
          </ac:spMkLst>
        </pc:spChg>
      </pc:sldChg>
      <pc:sldChg chg="modSp add replId">
        <pc:chgData name="Avinash Arun Chauhan" userId="S::avinash.chauhan@mahindrauniversity.edu.in::241b5f3e-36f4-4c61-9553-90e6a1c1b8a6" providerId="AD" clId="Web-{B6FEB140-A3C3-943D-E39C-93F7AE1A4B46}" dt="2025-02-28T10:48:49.785" v="671" actId="20577"/>
        <pc:sldMkLst>
          <pc:docMk/>
          <pc:sldMk cId="3273740067" sldId="459"/>
        </pc:sldMkLst>
        <pc:spChg chg="mod">
          <ac:chgData name="Avinash Arun Chauhan" userId="S::avinash.chauhan@mahindrauniversity.edu.in::241b5f3e-36f4-4c61-9553-90e6a1c1b8a6" providerId="AD" clId="Web-{B6FEB140-A3C3-943D-E39C-93F7AE1A4B46}" dt="2025-02-28T10:45:02.371" v="349" actId="20577"/>
          <ac:spMkLst>
            <pc:docMk/>
            <pc:sldMk cId="3273740067" sldId="459"/>
            <ac:spMk id="2" creationId="{17FF4F97-22A6-06C3-F348-928247C48856}"/>
          </ac:spMkLst>
        </pc:spChg>
        <pc:spChg chg="mod">
          <ac:chgData name="Avinash Arun Chauhan" userId="S::avinash.chauhan@mahindrauniversity.edu.in::241b5f3e-36f4-4c61-9553-90e6a1c1b8a6" providerId="AD" clId="Web-{B6FEB140-A3C3-943D-E39C-93F7AE1A4B46}" dt="2025-02-28T10:48:49.785" v="671" actId="20577"/>
          <ac:spMkLst>
            <pc:docMk/>
            <pc:sldMk cId="3273740067" sldId="459"/>
            <ac:spMk id="3" creationId="{7FC51406-65B3-68FE-6D70-43DA9674C8DF}"/>
          </ac:spMkLst>
        </pc:spChg>
      </pc:sldChg>
      <pc:sldChg chg="modSp add replId">
        <pc:chgData name="Avinash Arun Chauhan" userId="S::avinash.chauhan@mahindrauniversity.edu.in::241b5f3e-36f4-4c61-9553-90e6a1c1b8a6" providerId="AD" clId="Web-{B6FEB140-A3C3-943D-E39C-93F7AE1A4B46}" dt="2025-02-28T10:53:09.545" v="1078" actId="20577"/>
        <pc:sldMkLst>
          <pc:docMk/>
          <pc:sldMk cId="1623255389" sldId="460"/>
        </pc:sldMkLst>
        <pc:spChg chg="mod">
          <ac:chgData name="Avinash Arun Chauhan" userId="S::avinash.chauhan@mahindrauniversity.edu.in::241b5f3e-36f4-4c61-9553-90e6a1c1b8a6" providerId="AD" clId="Web-{B6FEB140-A3C3-943D-E39C-93F7AE1A4B46}" dt="2025-02-28T10:53:09.545" v="1078" actId="20577"/>
          <ac:spMkLst>
            <pc:docMk/>
            <pc:sldMk cId="1623255389" sldId="460"/>
            <ac:spMk id="3" creationId="{0F257667-E069-4F98-4BB2-12514DD6D16E}"/>
          </ac:spMkLst>
        </pc:spChg>
      </pc:sldChg>
      <pc:sldChg chg="modSp add replId">
        <pc:chgData name="Avinash Arun Chauhan" userId="S::avinash.chauhan@mahindrauniversity.edu.in::241b5f3e-36f4-4c61-9553-90e6a1c1b8a6" providerId="AD" clId="Web-{B6FEB140-A3C3-943D-E39C-93F7AE1A4B46}" dt="2025-02-28T10:57:36.945" v="1382" actId="20577"/>
        <pc:sldMkLst>
          <pc:docMk/>
          <pc:sldMk cId="3573909319" sldId="461"/>
        </pc:sldMkLst>
        <pc:spChg chg="mod">
          <ac:chgData name="Avinash Arun Chauhan" userId="S::avinash.chauhan@mahindrauniversity.edu.in::241b5f3e-36f4-4c61-9553-90e6a1c1b8a6" providerId="AD" clId="Web-{B6FEB140-A3C3-943D-E39C-93F7AE1A4B46}" dt="2025-02-28T10:57:36.945" v="1382" actId="20577"/>
          <ac:spMkLst>
            <pc:docMk/>
            <pc:sldMk cId="3573909319" sldId="461"/>
            <ac:spMk id="3" creationId="{127A5B15-E472-15EF-377E-89C7D795216F}"/>
          </ac:spMkLst>
        </pc:spChg>
      </pc:sldChg>
      <pc:sldChg chg="modSp add replId modNotes">
        <pc:chgData name="Avinash Arun Chauhan" userId="S::avinash.chauhan@mahindrauniversity.edu.in::241b5f3e-36f4-4c61-9553-90e6a1c1b8a6" providerId="AD" clId="Web-{B6FEB140-A3C3-943D-E39C-93F7AE1A4B46}" dt="2025-02-28T11:05:52.588" v="1756"/>
        <pc:sldMkLst>
          <pc:docMk/>
          <pc:sldMk cId="591931453" sldId="462"/>
        </pc:sldMkLst>
        <pc:spChg chg="mod">
          <ac:chgData name="Avinash Arun Chauhan" userId="S::avinash.chauhan@mahindrauniversity.edu.in::241b5f3e-36f4-4c61-9553-90e6a1c1b8a6" providerId="AD" clId="Web-{B6FEB140-A3C3-943D-E39C-93F7AE1A4B46}" dt="2025-02-28T10:58:11.025" v="1392" actId="20577"/>
          <ac:spMkLst>
            <pc:docMk/>
            <pc:sldMk cId="591931453" sldId="462"/>
            <ac:spMk id="2" creationId="{3043A9BE-7770-4717-E43A-C6ADEA792856}"/>
          </ac:spMkLst>
        </pc:spChg>
        <pc:spChg chg="mod">
          <ac:chgData name="Avinash Arun Chauhan" userId="S::avinash.chauhan@mahindrauniversity.edu.in::241b5f3e-36f4-4c61-9553-90e6a1c1b8a6" providerId="AD" clId="Web-{B6FEB140-A3C3-943D-E39C-93F7AE1A4B46}" dt="2025-02-28T11:02:56.238" v="1732" actId="20577"/>
          <ac:spMkLst>
            <pc:docMk/>
            <pc:sldMk cId="591931453" sldId="462"/>
            <ac:spMk id="3" creationId="{004B2EEE-B8FC-E8E7-4F1E-AC37F8B26423}"/>
          </ac:spMkLst>
        </pc:spChg>
      </pc:sldChg>
      <pc:sldChg chg="modSp add replId">
        <pc:chgData name="Avinash Arun Chauhan" userId="S::avinash.chauhan@mahindrauniversity.edu.in::241b5f3e-36f4-4c61-9553-90e6a1c1b8a6" providerId="AD" clId="Web-{B6FEB140-A3C3-943D-E39C-93F7AE1A4B46}" dt="2025-02-28T11:08:43.032" v="1844" actId="20577"/>
        <pc:sldMkLst>
          <pc:docMk/>
          <pc:sldMk cId="2254286999" sldId="463"/>
        </pc:sldMkLst>
        <pc:spChg chg="mod">
          <ac:chgData name="Avinash Arun Chauhan" userId="S::avinash.chauhan@mahindrauniversity.edu.in::241b5f3e-36f4-4c61-9553-90e6a1c1b8a6" providerId="AD" clId="Web-{B6FEB140-A3C3-943D-E39C-93F7AE1A4B46}" dt="2025-02-28T11:08:43.032" v="1844" actId="20577"/>
          <ac:spMkLst>
            <pc:docMk/>
            <pc:sldMk cId="2254286999" sldId="463"/>
            <ac:spMk id="3" creationId="{A25BB368-9615-09A2-C1EC-877985F1BC86}"/>
          </ac:spMkLst>
        </pc:spChg>
      </pc:sldChg>
      <pc:sldChg chg="modSp add replId modNotes">
        <pc:chgData name="Avinash Arun Chauhan" userId="S::avinash.chauhan@mahindrauniversity.edu.in::241b5f3e-36f4-4c61-9553-90e6a1c1b8a6" providerId="AD" clId="Web-{B6FEB140-A3C3-943D-E39C-93F7AE1A4B46}" dt="2025-02-28T11:16:08.736" v="2343"/>
        <pc:sldMkLst>
          <pc:docMk/>
          <pc:sldMk cId="2194272374" sldId="464"/>
        </pc:sldMkLst>
        <pc:spChg chg="mod">
          <ac:chgData name="Avinash Arun Chauhan" userId="S::avinash.chauhan@mahindrauniversity.edu.in::241b5f3e-36f4-4c61-9553-90e6a1c1b8a6" providerId="AD" clId="Web-{B6FEB140-A3C3-943D-E39C-93F7AE1A4B46}" dt="2025-02-28T11:11:06.975" v="1864" actId="20577"/>
          <ac:spMkLst>
            <pc:docMk/>
            <pc:sldMk cId="2194272374" sldId="464"/>
            <ac:spMk id="2" creationId="{9F03137B-F0FC-0F2D-0DB8-E2172596E62A}"/>
          </ac:spMkLst>
        </pc:spChg>
        <pc:spChg chg="mod">
          <ac:chgData name="Avinash Arun Chauhan" userId="S::avinash.chauhan@mahindrauniversity.edu.in::241b5f3e-36f4-4c61-9553-90e6a1c1b8a6" providerId="AD" clId="Web-{B6FEB140-A3C3-943D-E39C-93F7AE1A4B46}" dt="2025-02-28T11:16:05.798" v="2342" actId="20577"/>
          <ac:spMkLst>
            <pc:docMk/>
            <pc:sldMk cId="2194272374" sldId="464"/>
            <ac:spMk id="3" creationId="{0D7DA1F3-F5B3-90A6-9823-DB3E33B816BB}"/>
          </ac:spMkLst>
        </pc:spChg>
      </pc:sldChg>
      <pc:sldChg chg="modSp add replId">
        <pc:chgData name="Avinash Arun Chauhan" userId="S::avinash.chauhan@mahindrauniversity.edu.in::241b5f3e-36f4-4c61-9553-90e6a1c1b8a6" providerId="AD" clId="Web-{B6FEB140-A3C3-943D-E39C-93F7AE1A4B46}" dt="2025-02-28T11:17:41.067" v="2432" actId="20577"/>
        <pc:sldMkLst>
          <pc:docMk/>
          <pc:sldMk cId="484314122" sldId="465"/>
        </pc:sldMkLst>
        <pc:spChg chg="mod">
          <ac:chgData name="Avinash Arun Chauhan" userId="S::avinash.chauhan@mahindrauniversity.edu.in::241b5f3e-36f4-4c61-9553-90e6a1c1b8a6" providerId="AD" clId="Web-{B6FEB140-A3C3-943D-E39C-93F7AE1A4B46}" dt="2025-02-28T11:17:41.067" v="2432" actId="20577"/>
          <ac:spMkLst>
            <pc:docMk/>
            <pc:sldMk cId="484314122" sldId="465"/>
            <ac:spMk id="3" creationId="{3EA90BAB-39C3-6260-5963-DFAD37ECD7FE}"/>
          </ac:spMkLst>
        </pc:spChg>
      </pc:sldChg>
      <pc:sldChg chg="addSp modSp add replId">
        <pc:chgData name="Avinash Arun Chauhan" userId="S::avinash.chauhan@mahindrauniversity.edu.in::241b5f3e-36f4-4c61-9553-90e6a1c1b8a6" providerId="AD" clId="Web-{B6FEB140-A3C3-943D-E39C-93F7AE1A4B46}" dt="2025-02-28T11:19:05.742" v="2444" actId="20577"/>
        <pc:sldMkLst>
          <pc:docMk/>
          <pc:sldMk cId="855053669" sldId="466"/>
        </pc:sldMkLst>
        <pc:spChg chg="mod">
          <ac:chgData name="Avinash Arun Chauhan" userId="S::avinash.chauhan@mahindrauniversity.edu.in::241b5f3e-36f4-4c61-9553-90e6a1c1b8a6" providerId="AD" clId="Web-{B6FEB140-A3C3-943D-E39C-93F7AE1A4B46}" dt="2025-02-28T11:19:05.742" v="2444" actId="20577"/>
          <ac:spMkLst>
            <pc:docMk/>
            <pc:sldMk cId="855053669" sldId="466"/>
            <ac:spMk id="2" creationId="{EEFE2FE1-1406-C57F-4A30-1C8A563220BD}"/>
          </ac:spMkLst>
        </pc:spChg>
        <pc:spChg chg="mod">
          <ac:chgData name="Avinash Arun Chauhan" userId="S::avinash.chauhan@mahindrauniversity.edu.in::241b5f3e-36f4-4c61-9553-90e6a1c1b8a6" providerId="AD" clId="Web-{B6FEB140-A3C3-943D-E39C-93F7AE1A4B46}" dt="2025-02-28T11:17:46.536" v="2435" actId="20577"/>
          <ac:spMkLst>
            <pc:docMk/>
            <pc:sldMk cId="855053669" sldId="466"/>
            <ac:spMk id="3" creationId="{D04CB975-DD88-76BD-44A9-11109254556F}"/>
          </ac:spMkLst>
        </pc:spChg>
        <pc:picChg chg="add mod">
          <ac:chgData name="Avinash Arun Chauhan" userId="S::avinash.chauhan@mahindrauniversity.edu.in::241b5f3e-36f4-4c61-9553-90e6a1c1b8a6" providerId="AD" clId="Web-{B6FEB140-A3C3-943D-E39C-93F7AE1A4B46}" dt="2025-02-28T11:18:19.147" v="2437" actId="1076"/>
          <ac:picMkLst>
            <pc:docMk/>
            <pc:sldMk cId="855053669" sldId="466"/>
            <ac:picMk id="4" creationId="{0B1331F4-71D4-D014-C29E-46B80D8E40F6}"/>
          </ac:picMkLst>
        </pc:picChg>
      </pc:sldChg>
      <pc:sldChg chg="modSp add ord replId">
        <pc:chgData name="Avinash Arun Chauhan" userId="S::avinash.chauhan@mahindrauniversity.edu.in::241b5f3e-36f4-4c61-9553-90e6a1c1b8a6" providerId="AD" clId="Web-{B6FEB140-A3C3-943D-E39C-93F7AE1A4B46}" dt="2025-02-28T11:21:55.483" v="2569" actId="20577"/>
        <pc:sldMkLst>
          <pc:docMk/>
          <pc:sldMk cId="661248127" sldId="467"/>
        </pc:sldMkLst>
        <pc:spChg chg="mod">
          <ac:chgData name="Avinash Arun Chauhan" userId="S::avinash.chauhan@mahindrauniversity.edu.in::241b5f3e-36f4-4c61-9553-90e6a1c1b8a6" providerId="AD" clId="Web-{B6FEB140-A3C3-943D-E39C-93F7AE1A4B46}" dt="2025-02-28T11:19:30.540" v="2447" actId="20577"/>
          <ac:spMkLst>
            <pc:docMk/>
            <pc:sldMk cId="661248127" sldId="467"/>
            <ac:spMk id="2" creationId="{0E974464-01D7-17E3-4AE7-26EF2FF34CD4}"/>
          </ac:spMkLst>
        </pc:spChg>
        <pc:spChg chg="mod">
          <ac:chgData name="Avinash Arun Chauhan" userId="S::avinash.chauhan@mahindrauniversity.edu.in::241b5f3e-36f4-4c61-9553-90e6a1c1b8a6" providerId="AD" clId="Web-{B6FEB140-A3C3-943D-E39C-93F7AE1A4B46}" dt="2025-02-28T11:21:55.483" v="2569" actId="20577"/>
          <ac:spMkLst>
            <pc:docMk/>
            <pc:sldMk cId="661248127" sldId="467"/>
            <ac:spMk id="3" creationId="{87F64AFB-12D2-CE32-8255-52C5E6C16B7D}"/>
          </ac:spMkLst>
        </pc:spChg>
      </pc:sldChg>
      <pc:sldChg chg="modSp add replId">
        <pc:chgData name="Avinash Arun Chauhan" userId="S::avinash.chauhan@mahindrauniversity.edu.in::241b5f3e-36f4-4c61-9553-90e6a1c1b8a6" providerId="AD" clId="Web-{B6FEB140-A3C3-943D-E39C-93F7AE1A4B46}" dt="2025-02-28T11:22:46.938" v="2613" actId="20577"/>
        <pc:sldMkLst>
          <pc:docMk/>
          <pc:sldMk cId="443326895" sldId="468"/>
        </pc:sldMkLst>
        <pc:spChg chg="mod">
          <ac:chgData name="Avinash Arun Chauhan" userId="S::avinash.chauhan@mahindrauniversity.edu.in::241b5f3e-36f4-4c61-9553-90e6a1c1b8a6" providerId="AD" clId="Web-{B6FEB140-A3C3-943D-E39C-93F7AE1A4B46}" dt="2025-02-28T11:22:02.186" v="2571" actId="20577"/>
          <ac:spMkLst>
            <pc:docMk/>
            <pc:sldMk cId="443326895" sldId="468"/>
            <ac:spMk id="2" creationId="{6F4D4B4E-6010-C518-3BB4-D94B3F2C8F61}"/>
          </ac:spMkLst>
        </pc:spChg>
        <pc:spChg chg="mod">
          <ac:chgData name="Avinash Arun Chauhan" userId="S::avinash.chauhan@mahindrauniversity.edu.in::241b5f3e-36f4-4c61-9553-90e6a1c1b8a6" providerId="AD" clId="Web-{B6FEB140-A3C3-943D-E39C-93F7AE1A4B46}" dt="2025-02-28T11:22:46.938" v="2613" actId="20577"/>
          <ac:spMkLst>
            <pc:docMk/>
            <pc:sldMk cId="443326895" sldId="468"/>
            <ac:spMk id="3" creationId="{8116D0A0-9292-7712-5C60-A8907079CB20}"/>
          </ac:spMkLst>
        </pc:spChg>
      </pc:sldChg>
      <pc:sldChg chg="addSp delSp modSp add ord replId">
        <pc:chgData name="Avinash Arun Chauhan" userId="S::avinash.chauhan@mahindrauniversity.edu.in::241b5f3e-36f4-4c61-9553-90e6a1c1b8a6" providerId="AD" clId="Web-{B6FEB140-A3C3-943D-E39C-93F7AE1A4B46}" dt="2025-02-28T11:23:36.877" v="2625" actId="1076"/>
        <pc:sldMkLst>
          <pc:docMk/>
          <pc:sldMk cId="3230780544" sldId="469"/>
        </pc:sldMkLst>
        <pc:spChg chg="mod">
          <ac:chgData name="Avinash Arun Chauhan" userId="S::avinash.chauhan@mahindrauniversity.edu.in::241b5f3e-36f4-4c61-9553-90e6a1c1b8a6" providerId="AD" clId="Web-{B6FEB140-A3C3-943D-E39C-93F7AE1A4B46}" dt="2025-02-28T11:23:18.205" v="2618" actId="20577"/>
          <ac:spMkLst>
            <pc:docMk/>
            <pc:sldMk cId="3230780544" sldId="469"/>
            <ac:spMk id="2" creationId="{61998922-ADAF-8179-3D83-16DE977A4B06}"/>
          </ac:spMkLst>
        </pc:spChg>
        <pc:picChg chg="del">
          <ac:chgData name="Avinash Arun Chauhan" userId="S::avinash.chauhan@mahindrauniversity.edu.in::241b5f3e-36f4-4c61-9553-90e6a1c1b8a6" providerId="AD" clId="Web-{B6FEB140-A3C3-943D-E39C-93F7AE1A4B46}" dt="2025-02-28T11:23:19.439" v="2619"/>
          <ac:picMkLst>
            <pc:docMk/>
            <pc:sldMk cId="3230780544" sldId="469"/>
            <ac:picMk id="4" creationId="{38399E8C-7816-DB08-0EB5-2E8C90BEB3C0}"/>
          </ac:picMkLst>
        </pc:picChg>
        <pc:picChg chg="add mod">
          <ac:chgData name="Avinash Arun Chauhan" userId="S::avinash.chauhan@mahindrauniversity.edu.in::241b5f3e-36f4-4c61-9553-90e6a1c1b8a6" providerId="AD" clId="Web-{B6FEB140-A3C3-943D-E39C-93F7AE1A4B46}" dt="2025-02-28T11:23:36.877" v="2625" actId="1076"/>
          <ac:picMkLst>
            <pc:docMk/>
            <pc:sldMk cId="3230780544" sldId="469"/>
            <ac:picMk id="5" creationId="{8EC9C3C5-8390-093C-404F-AC695AEFDBF2}"/>
          </ac:picMkLst>
        </pc:picChg>
      </pc:sldChg>
      <pc:sldChg chg="modSp add ord replId">
        <pc:chgData name="Avinash Arun Chauhan" userId="S::avinash.chauhan@mahindrauniversity.edu.in::241b5f3e-36f4-4c61-9553-90e6a1c1b8a6" providerId="AD" clId="Web-{B6FEB140-A3C3-943D-E39C-93F7AE1A4B46}" dt="2025-02-28T11:26:10.945" v="2871" actId="20577"/>
        <pc:sldMkLst>
          <pc:docMk/>
          <pc:sldMk cId="741423929" sldId="470"/>
        </pc:sldMkLst>
        <pc:spChg chg="mod">
          <ac:chgData name="Avinash Arun Chauhan" userId="S::avinash.chauhan@mahindrauniversity.edu.in::241b5f3e-36f4-4c61-9553-90e6a1c1b8a6" providerId="AD" clId="Web-{B6FEB140-A3C3-943D-E39C-93F7AE1A4B46}" dt="2025-02-28T11:24:24.129" v="2630" actId="20577"/>
          <ac:spMkLst>
            <pc:docMk/>
            <pc:sldMk cId="741423929" sldId="470"/>
            <ac:spMk id="2" creationId="{46979946-9355-9127-BD6E-9CFA03B2C969}"/>
          </ac:spMkLst>
        </pc:spChg>
        <pc:spChg chg="mod">
          <ac:chgData name="Avinash Arun Chauhan" userId="S::avinash.chauhan@mahindrauniversity.edu.in::241b5f3e-36f4-4c61-9553-90e6a1c1b8a6" providerId="AD" clId="Web-{B6FEB140-A3C3-943D-E39C-93F7AE1A4B46}" dt="2025-02-28T11:26:10.945" v="2871" actId="20577"/>
          <ac:spMkLst>
            <pc:docMk/>
            <pc:sldMk cId="741423929" sldId="470"/>
            <ac:spMk id="3" creationId="{F15CBDE3-FFFF-DCD2-B356-7F49A2DD8D2D}"/>
          </ac:spMkLst>
        </pc:spChg>
      </pc:sldChg>
      <pc:sldChg chg="modSp add ord replId">
        <pc:chgData name="Avinash Arun Chauhan" userId="S::avinash.chauhan@mahindrauniversity.edu.in::241b5f3e-36f4-4c61-9553-90e6a1c1b8a6" providerId="AD" clId="Web-{B6FEB140-A3C3-943D-E39C-93F7AE1A4B46}" dt="2025-02-28T11:26:45.118" v="2881" actId="20577"/>
        <pc:sldMkLst>
          <pc:docMk/>
          <pc:sldMk cId="1676900672" sldId="471"/>
        </pc:sldMkLst>
        <pc:spChg chg="mod">
          <ac:chgData name="Avinash Arun Chauhan" userId="S::avinash.chauhan@mahindrauniversity.edu.in::241b5f3e-36f4-4c61-9553-90e6a1c1b8a6" providerId="AD" clId="Web-{B6FEB140-A3C3-943D-E39C-93F7AE1A4B46}" dt="2025-02-28T11:26:45.118" v="2881" actId="20577"/>
          <ac:spMkLst>
            <pc:docMk/>
            <pc:sldMk cId="1676900672" sldId="471"/>
            <ac:spMk id="3" creationId="{A4907B4F-8FAD-98D3-B18C-E19BA85A48C4}"/>
          </ac:spMkLst>
        </pc:spChg>
      </pc:sldChg>
      <pc:sldChg chg="modSp add replId">
        <pc:chgData name="Avinash Arun Chauhan" userId="S::avinash.chauhan@mahindrauniversity.edu.in::241b5f3e-36f4-4c61-9553-90e6a1c1b8a6" providerId="AD" clId="Web-{B6FEB140-A3C3-943D-E39C-93F7AE1A4B46}" dt="2025-02-28T11:27:01.025" v="2909" actId="20577"/>
        <pc:sldMkLst>
          <pc:docMk/>
          <pc:sldMk cId="1877125152" sldId="472"/>
        </pc:sldMkLst>
        <pc:spChg chg="mod">
          <ac:chgData name="Avinash Arun Chauhan" userId="S::avinash.chauhan@mahindrauniversity.edu.in::241b5f3e-36f4-4c61-9553-90e6a1c1b8a6" providerId="AD" clId="Web-{B6FEB140-A3C3-943D-E39C-93F7AE1A4B46}" dt="2025-02-28T11:27:01.025" v="2909" actId="20577"/>
          <ac:spMkLst>
            <pc:docMk/>
            <pc:sldMk cId="1877125152" sldId="472"/>
            <ac:spMk id="3" creationId="{A99AA19A-7FA1-0C09-15E6-95CEC9A3E3B3}"/>
          </ac:spMkLst>
        </pc:spChg>
      </pc:sldChg>
      <pc:sldChg chg="modSp add ord replId">
        <pc:chgData name="Avinash Arun Chauhan" userId="S::avinash.chauhan@mahindrauniversity.edu.in::241b5f3e-36f4-4c61-9553-90e6a1c1b8a6" providerId="AD" clId="Web-{B6FEB140-A3C3-943D-E39C-93F7AE1A4B46}" dt="2025-02-28T11:31:17.722" v="3012" actId="20577"/>
        <pc:sldMkLst>
          <pc:docMk/>
          <pc:sldMk cId="3471602696" sldId="473"/>
        </pc:sldMkLst>
        <pc:spChg chg="mod">
          <ac:chgData name="Avinash Arun Chauhan" userId="S::avinash.chauhan@mahindrauniversity.edu.in::241b5f3e-36f4-4c61-9553-90e6a1c1b8a6" providerId="AD" clId="Web-{B6FEB140-A3C3-943D-E39C-93F7AE1A4B46}" dt="2025-02-28T11:29:22.640" v="2922" actId="20577"/>
          <ac:spMkLst>
            <pc:docMk/>
            <pc:sldMk cId="3471602696" sldId="473"/>
            <ac:spMk id="2" creationId="{3855BB3B-E9DD-435F-60C1-3E7851792089}"/>
          </ac:spMkLst>
        </pc:spChg>
        <pc:spChg chg="mod">
          <ac:chgData name="Avinash Arun Chauhan" userId="S::avinash.chauhan@mahindrauniversity.edu.in::241b5f3e-36f4-4c61-9553-90e6a1c1b8a6" providerId="AD" clId="Web-{B6FEB140-A3C3-943D-E39C-93F7AE1A4B46}" dt="2025-02-28T11:31:17.722" v="3012" actId="20577"/>
          <ac:spMkLst>
            <pc:docMk/>
            <pc:sldMk cId="3471602696" sldId="473"/>
            <ac:spMk id="3" creationId="{1970E5E1-4B9F-C2CD-04E5-0C3D7718A049}"/>
          </ac:spMkLst>
        </pc:spChg>
      </pc:sldChg>
      <pc:sldChg chg="modSp add replId">
        <pc:chgData name="Avinash Arun Chauhan" userId="S::avinash.chauhan@mahindrauniversity.edu.in::241b5f3e-36f4-4c61-9553-90e6a1c1b8a6" providerId="AD" clId="Web-{B6FEB140-A3C3-943D-E39C-93F7AE1A4B46}" dt="2025-02-28T12:01:08.367" v="4304" actId="20577"/>
        <pc:sldMkLst>
          <pc:docMk/>
          <pc:sldMk cId="834908030" sldId="474"/>
        </pc:sldMkLst>
        <pc:spChg chg="mod">
          <ac:chgData name="Avinash Arun Chauhan" userId="S::avinash.chauhan@mahindrauniversity.edu.in::241b5f3e-36f4-4c61-9553-90e6a1c1b8a6" providerId="AD" clId="Web-{B6FEB140-A3C3-943D-E39C-93F7AE1A4B46}" dt="2025-02-28T11:32:16.224" v="3043" actId="20577"/>
          <ac:spMkLst>
            <pc:docMk/>
            <pc:sldMk cId="834908030" sldId="474"/>
            <ac:spMk id="2" creationId="{C8AD24A9-A36B-C897-B42D-BB1D2322BD76}"/>
          </ac:spMkLst>
        </pc:spChg>
        <pc:spChg chg="mod">
          <ac:chgData name="Avinash Arun Chauhan" userId="S::avinash.chauhan@mahindrauniversity.edu.in::241b5f3e-36f4-4c61-9553-90e6a1c1b8a6" providerId="AD" clId="Web-{B6FEB140-A3C3-943D-E39C-93F7AE1A4B46}" dt="2025-02-28T12:01:08.367" v="4304" actId="20577"/>
          <ac:spMkLst>
            <pc:docMk/>
            <pc:sldMk cId="834908030" sldId="474"/>
            <ac:spMk id="3" creationId="{F7100F6C-DF56-4EEC-5FA0-6E681179E3FB}"/>
          </ac:spMkLst>
        </pc:spChg>
      </pc:sldChg>
      <pc:sldChg chg="modSp add replId">
        <pc:chgData name="Avinash Arun Chauhan" userId="S::avinash.chauhan@mahindrauniversity.edu.in::241b5f3e-36f4-4c61-9553-90e6a1c1b8a6" providerId="AD" clId="Web-{B6FEB140-A3C3-943D-E39C-93F7AE1A4B46}" dt="2025-02-28T11:42:36.216" v="3280" actId="20577"/>
        <pc:sldMkLst>
          <pc:docMk/>
          <pc:sldMk cId="3550381690" sldId="475"/>
        </pc:sldMkLst>
        <pc:spChg chg="mod">
          <ac:chgData name="Avinash Arun Chauhan" userId="S::avinash.chauhan@mahindrauniversity.edu.in::241b5f3e-36f4-4c61-9553-90e6a1c1b8a6" providerId="AD" clId="Web-{B6FEB140-A3C3-943D-E39C-93F7AE1A4B46}" dt="2025-02-28T11:39:41.147" v="3201" actId="20577"/>
          <ac:spMkLst>
            <pc:docMk/>
            <pc:sldMk cId="3550381690" sldId="475"/>
            <ac:spMk id="2" creationId="{26859066-5911-3700-F086-05B60037EF77}"/>
          </ac:spMkLst>
        </pc:spChg>
        <pc:spChg chg="mod">
          <ac:chgData name="Avinash Arun Chauhan" userId="S::avinash.chauhan@mahindrauniversity.edu.in::241b5f3e-36f4-4c61-9553-90e6a1c1b8a6" providerId="AD" clId="Web-{B6FEB140-A3C3-943D-E39C-93F7AE1A4B46}" dt="2025-02-28T11:42:36.216" v="3280" actId="20577"/>
          <ac:spMkLst>
            <pc:docMk/>
            <pc:sldMk cId="3550381690" sldId="475"/>
            <ac:spMk id="3" creationId="{6A2D9CE9-4937-29E3-5996-EB10D5B49993}"/>
          </ac:spMkLst>
        </pc:spChg>
      </pc:sldChg>
      <pc:sldChg chg="modSp add ord replId">
        <pc:chgData name="Avinash Arun Chauhan" userId="S::avinash.chauhan@mahindrauniversity.edu.in::241b5f3e-36f4-4c61-9553-90e6a1c1b8a6" providerId="AD" clId="Web-{B6FEB140-A3C3-943D-E39C-93F7AE1A4B46}" dt="2025-02-28T11:42:58.216" v="3297" actId="20577"/>
        <pc:sldMkLst>
          <pc:docMk/>
          <pc:sldMk cId="4153259254" sldId="476"/>
        </pc:sldMkLst>
        <pc:spChg chg="mod">
          <ac:chgData name="Avinash Arun Chauhan" userId="S::avinash.chauhan@mahindrauniversity.edu.in::241b5f3e-36f4-4c61-9553-90e6a1c1b8a6" providerId="AD" clId="Web-{B6FEB140-A3C3-943D-E39C-93F7AE1A4B46}" dt="2025-02-28T11:42:58.216" v="3297" actId="20577"/>
          <ac:spMkLst>
            <pc:docMk/>
            <pc:sldMk cId="4153259254" sldId="476"/>
            <ac:spMk id="3" creationId="{A4EBA04A-5FAB-3C85-BEBB-7175D74CD3B9}"/>
          </ac:spMkLst>
        </pc:spChg>
      </pc:sldChg>
      <pc:sldChg chg="modSp add ord replId">
        <pc:chgData name="Avinash Arun Chauhan" userId="S::avinash.chauhan@mahindrauniversity.edu.in::241b5f3e-36f4-4c61-9553-90e6a1c1b8a6" providerId="AD" clId="Web-{B6FEB140-A3C3-943D-E39C-93F7AE1A4B46}" dt="2025-02-28T12:01:43.774" v="4374" actId="20577"/>
        <pc:sldMkLst>
          <pc:docMk/>
          <pc:sldMk cId="3801851615" sldId="477"/>
        </pc:sldMkLst>
        <pc:spChg chg="mod">
          <ac:chgData name="Avinash Arun Chauhan" userId="S::avinash.chauhan@mahindrauniversity.edu.in::241b5f3e-36f4-4c61-9553-90e6a1c1b8a6" providerId="AD" clId="Web-{B6FEB140-A3C3-943D-E39C-93F7AE1A4B46}" dt="2025-02-28T11:44:04.078" v="3323" actId="20577"/>
          <ac:spMkLst>
            <pc:docMk/>
            <pc:sldMk cId="3801851615" sldId="477"/>
            <ac:spMk id="2" creationId="{7B06B770-14E4-BC32-19B6-2253E7EBB4C0}"/>
          </ac:spMkLst>
        </pc:spChg>
        <pc:spChg chg="mod">
          <ac:chgData name="Avinash Arun Chauhan" userId="S::avinash.chauhan@mahindrauniversity.edu.in::241b5f3e-36f4-4c61-9553-90e6a1c1b8a6" providerId="AD" clId="Web-{B6FEB140-A3C3-943D-E39C-93F7AE1A4B46}" dt="2025-02-28T12:01:43.774" v="4374" actId="20577"/>
          <ac:spMkLst>
            <pc:docMk/>
            <pc:sldMk cId="3801851615" sldId="477"/>
            <ac:spMk id="3" creationId="{A791BFBA-1821-A1B1-BD8F-AEFDA82A55DD}"/>
          </ac:spMkLst>
        </pc:spChg>
      </pc:sldChg>
      <pc:sldChg chg="modSp add replId">
        <pc:chgData name="Avinash Arun Chauhan" userId="S::avinash.chauhan@mahindrauniversity.edu.in::241b5f3e-36f4-4c61-9553-90e6a1c1b8a6" providerId="AD" clId="Web-{B6FEB140-A3C3-943D-E39C-93F7AE1A4B46}" dt="2025-02-28T11:48:24.105" v="3818" actId="20577"/>
        <pc:sldMkLst>
          <pc:docMk/>
          <pc:sldMk cId="3644058412" sldId="478"/>
        </pc:sldMkLst>
        <pc:spChg chg="mod">
          <ac:chgData name="Avinash Arun Chauhan" userId="S::avinash.chauhan@mahindrauniversity.edu.in::241b5f3e-36f4-4c61-9553-90e6a1c1b8a6" providerId="AD" clId="Web-{B6FEB140-A3C3-943D-E39C-93F7AE1A4B46}" dt="2025-02-28T11:45:48.113" v="3485" actId="20577"/>
          <ac:spMkLst>
            <pc:docMk/>
            <pc:sldMk cId="3644058412" sldId="478"/>
            <ac:spMk id="2" creationId="{7E8ED6F9-C78A-6EF4-D1D7-0C618267103D}"/>
          </ac:spMkLst>
        </pc:spChg>
        <pc:spChg chg="mod">
          <ac:chgData name="Avinash Arun Chauhan" userId="S::avinash.chauhan@mahindrauniversity.edu.in::241b5f3e-36f4-4c61-9553-90e6a1c1b8a6" providerId="AD" clId="Web-{B6FEB140-A3C3-943D-E39C-93F7AE1A4B46}" dt="2025-02-28T11:48:24.105" v="3818" actId="20577"/>
          <ac:spMkLst>
            <pc:docMk/>
            <pc:sldMk cId="3644058412" sldId="478"/>
            <ac:spMk id="3" creationId="{993994D3-81D1-082B-C635-DEA69D46E23E}"/>
          </ac:spMkLst>
        </pc:spChg>
      </pc:sldChg>
      <pc:sldChg chg="modSp add replId">
        <pc:chgData name="Avinash Arun Chauhan" userId="S::avinash.chauhan@mahindrauniversity.edu.in::241b5f3e-36f4-4c61-9553-90e6a1c1b8a6" providerId="AD" clId="Web-{B6FEB140-A3C3-943D-E39C-93F7AE1A4B46}" dt="2025-02-28T11:52:36.567" v="4230" actId="20577"/>
        <pc:sldMkLst>
          <pc:docMk/>
          <pc:sldMk cId="3410386749" sldId="479"/>
        </pc:sldMkLst>
        <pc:spChg chg="mod">
          <ac:chgData name="Avinash Arun Chauhan" userId="S::avinash.chauhan@mahindrauniversity.edu.in::241b5f3e-36f4-4c61-9553-90e6a1c1b8a6" providerId="AD" clId="Web-{B6FEB140-A3C3-943D-E39C-93F7AE1A4B46}" dt="2025-02-28T11:49:28.357" v="3840" actId="20577"/>
          <ac:spMkLst>
            <pc:docMk/>
            <pc:sldMk cId="3410386749" sldId="479"/>
            <ac:spMk id="2" creationId="{9DEE656C-39FE-B4EB-07FA-C953342682DC}"/>
          </ac:spMkLst>
        </pc:spChg>
        <pc:spChg chg="mod">
          <ac:chgData name="Avinash Arun Chauhan" userId="S::avinash.chauhan@mahindrauniversity.edu.in::241b5f3e-36f4-4c61-9553-90e6a1c1b8a6" providerId="AD" clId="Web-{B6FEB140-A3C3-943D-E39C-93F7AE1A4B46}" dt="2025-02-28T11:52:36.567" v="4230" actId="20577"/>
          <ac:spMkLst>
            <pc:docMk/>
            <pc:sldMk cId="3410386749" sldId="479"/>
            <ac:spMk id="3" creationId="{ECDC5453-E833-DD77-5E6B-BBFE58FEBF1C}"/>
          </ac:spMkLst>
        </pc:spChg>
      </pc:sldChg>
      <pc:sldChg chg="addSp delSp modSp add replId">
        <pc:chgData name="Avinash Arun Chauhan" userId="S::avinash.chauhan@mahindrauniversity.edu.in::241b5f3e-36f4-4c61-9553-90e6a1c1b8a6" providerId="AD" clId="Web-{B6FEB140-A3C3-943D-E39C-93F7AE1A4B46}" dt="2025-02-28T11:59:00.862" v="4281" actId="20577"/>
        <pc:sldMkLst>
          <pc:docMk/>
          <pc:sldMk cId="214929715" sldId="480"/>
        </pc:sldMkLst>
        <pc:spChg chg="del mod">
          <ac:chgData name="Avinash Arun Chauhan" userId="S::avinash.chauhan@mahindrauniversity.edu.in::241b5f3e-36f4-4c61-9553-90e6a1c1b8a6" providerId="AD" clId="Web-{B6FEB140-A3C3-943D-E39C-93F7AE1A4B46}" dt="2025-02-28T11:52:51.364" v="4234"/>
          <ac:spMkLst>
            <pc:docMk/>
            <pc:sldMk cId="214929715" sldId="480"/>
            <ac:spMk id="3" creationId="{B8E47D16-0189-62F1-EB24-1636C5747954}"/>
          </ac:spMkLst>
        </pc:spChg>
        <pc:spChg chg="add del mod">
          <ac:chgData name="Avinash Arun Chauhan" userId="S::avinash.chauhan@mahindrauniversity.edu.in::241b5f3e-36f4-4c61-9553-90e6a1c1b8a6" providerId="AD" clId="Web-{B6FEB140-A3C3-943D-E39C-93F7AE1A4B46}" dt="2025-02-28T11:53:19.006" v="4235"/>
          <ac:spMkLst>
            <pc:docMk/>
            <pc:sldMk cId="214929715" sldId="480"/>
            <ac:spMk id="5" creationId="{4556EDAE-FA1B-A5F1-75AF-BC33199B788F}"/>
          </ac:spMkLst>
        </pc:spChg>
        <pc:spChg chg="add mod">
          <ac:chgData name="Avinash Arun Chauhan" userId="S::avinash.chauhan@mahindrauniversity.edu.in::241b5f3e-36f4-4c61-9553-90e6a1c1b8a6" providerId="AD" clId="Web-{B6FEB140-A3C3-943D-E39C-93F7AE1A4B46}" dt="2025-02-28T11:59:00.862" v="4281" actId="20577"/>
          <ac:spMkLst>
            <pc:docMk/>
            <pc:sldMk cId="214929715" sldId="480"/>
            <ac:spMk id="10" creationId="{FAF96C0B-9CBB-C528-7099-CFAB1247625C}"/>
          </ac:spMkLst>
        </pc:spChg>
        <pc:picChg chg="add mod ord modCrop">
          <ac:chgData name="Avinash Arun Chauhan" userId="S::avinash.chauhan@mahindrauniversity.edu.in::241b5f3e-36f4-4c61-9553-90e6a1c1b8a6" providerId="AD" clId="Web-{B6FEB140-A3C3-943D-E39C-93F7AE1A4B46}" dt="2025-02-28T11:53:30.772" v="4238" actId="1076"/>
          <ac:picMkLst>
            <pc:docMk/>
            <pc:sldMk cId="214929715" sldId="480"/>
            <ac:picMk id="9" creationId="{1AF78297-45C1-2B22-F501-47A44B257293}"/>
          </ac:picMkLst>
        </pc:picChg>
      </pc:sldChg>
      <pc:sldChg chg="modSp add ord replId">
        <pc:chgData name="Avinash Arun Chauhan" userId="S::avinash.chauhan@mahindrauniversity.edu.in::241b5f3e-36f4-4c61-9553-90e6a1c1b8a6" providerId="AD" clId="Web-{B6FEB140-A3C3-943D-E39C-93F7AE1A4B46}" dt="2025-02-28T12:00:23.225" v="4299" actId="20577"/>
        <pc:sldMkLst>
          <pc:docMk/>
          <pc:sldMk cId="1601459820" sldId="481"/>
        </pc:sldMkLst>
        <pc:spChg chg="mod">
          <ac:chgData name="Avinash Arun Chauhan" userId="S::avinash.chauhan@mahindrauniversity.edu.in::241b5f3e-36f4-4c61-9553-90e6a1c1b8a6" providerId="AD" clId="Web-{B6FEB140-A3C3-943D-E39C-93F7AE1A4B46}" dt="2025-02-28T12:00:14.865" v="4290" actId="20577"/>
          <ac:spMkLst>
            <pc:docMk/>
            <pc:sldMk cId="1601459820" sldId="481"/>
            <ac:spMk id="2" creationId="{2E562D1C-246E-BE14-1C84-4FF1B16103FA}"/>
          </ac:spMkLst>
        </pc:spChg>
        <pc:spChg chg="mod">
          <ac:chgData name="Avinash Arun Chauhan" userId="S::avinash.chauhan@mahindrauniversity.edu.in::241b5f3e-36f4-4c61-9553-90e6a1c1b8a6" providerId="AD" clId="Web-{B6FEB140-A3C3-943D-E39C-93F7AE1A4B46}" dt="2025-02-28T12:00:23.225" v="4299" actId="20577"/>
          <ac:spMkLst>
            <pc:docMk/>
            <pc:sldMk cId="1601459820" sldId="481"/>
            <ac:spMk id="3" creationId="{6C02F89E-AF0B-46B7-52A7-C5F4FBF6CD2C}"/>
          </ac:spMkLst>
        </pc:spChg>
      </pc:sldChg>
    </pc:docChg>
  </pc:docChgLst>
  <pc:docChgLst>
    <pc:chgData name="Avinash Arun Chauhan" userId="S::avinash.chauhan@mahindrauniversity.edu.in::241b5f3e-36f4-4c61-9553-90e6a1c1b8a6" providerId="AD" clId="Web-{70B731EF-8EAA-4408-4FD8-EF98CB397D69}"/>
    <pc:docChg chg="addSld modSld sldOrd">
      <pc:chgData name="Avinash Arun Chauhan" userId="S::avinash.chauhan@mahindrauniversity.edu.in::241b5f3e-36f4-4c61-9553-90e6a1c1b8a6" providerId="AD" clId="Web-{70B731EF-8EAA-4408-4FD8-EF98CB397D69}" dt="2025-03-07T12:12:08.999" v="398" actId="1076"/>
      <pc:docMkLst>
        <pc:docMk/>
      </pc:docMkLst>
      <pc:sldChg chg="modSp">
        <pc:chgData name="Avinash Arun Chauhan" userId="S::avinash.chauhan@mahindrauniversity.edu.in::241b5f3e-36f4-4c61-9553-90e6a1c1b8a6" providerId="AD" clId="Web-{70B731EF-8EAA-4408-4FD8-EF98CB397D69}" dt="2025-03-07T11:56:28.783" v="174" actId="20577"/>
        <pc:sldMkLst>
          <pc:docMk/>
          <pc:sldMk cId="2459760131" sldId="524"/>
        </pc:sldMkLst>
        <pc:spChg chg="mod">
          <ac:chgData name="Avinash Arun Chauhan" userId="S::avinash.chauhan@mahindrauniversity.edu.in::241b5f3e-36f4-4c61-9553-90e6a1c1b8a6" providerId="AD" clId="Web-{70B731EF-8EAA-4408-4FD8-EF98CB397D69}" dt="2025-03-07T11:56:28.783" v="174" actId="20577"/>
          <ac:spMkLst>
            <pc:docMk/>
            <pc:sldMk cId="2459760131" sldId="524"/>
            <ac:spMk id="3" creationId="{D66A1C91-2CFA-F0AE-799D-FBEE34CD89C2}"/>
          </ac:spMkLst>
        </pc:spChg>
      </pc:sldChg>
      <pc:sldChg chg="addSp modSp add replId">
        <pc:chgData name="Avinash Arun Chauhan" userId="S::avinash.chauhan@mahindrauniversity.edu.in::241b5f3e-36f4-4c61-9553-90e6a1c1b8a6" providerId="AD" clId="Web-{70B731EF-8EAA-4408-4FD8-EF98CB397D69}" dt="2025-03-07T11:59:45.883" v="281" actId="14100"/>
        <pc:sldMkLst>
          <pc:docMk/>
          <pc:sldMk cId="1810632395" sldId="525"/>
        </pc:sldMkLst>
        <pc:spChg chg="mod">
          <ac:chgData name="Avinash Arun Chauhan" userId="S::avinash.chauhan@mahindrauniversity.edu.in::241b5f3e-36f4-4c61-9553-90e6a1c1b8a6" providerId="AD" clId="Web-{70B731EF-8EAA-4408-4FD8-EF98CB397D69}" dt="2025-03-07T11:58:48.506" v="276" actId="20577"/>
          <ac:spMkLst>
            <pc:docMk/>
            <pc:sldMk cId="1810632395" sldId="525"/>
            <ac:spMk id="3" creationId="{0E884451-BE03-7A6C-DB72-1B2120D19292}"/>
          </ac:spMkLst>
        </pc:spChg>
        <pc:picChg chg="add mod modCrop">
          <ac:chgData name="Avinash Arun Chauhan" userId="S::avinash.chauhan@mahindrauniversity.edu.in::241b5f3e-36f4-4c61-9553-90e6a1c1b8a6" providerId="AD" clId="Web-{70B731EF-8EAA-4408-4FD8-EF98CB397D69}" dt="2025-03-07T11:59:45.883" v="281" actId="14100"/>
          <ac:picMkLst>
            <pc:docMk/>
            <pc:sldMk cId="1810632395" sldId="525"/>
            <ac:picMk id="4" creationId="{F3BF6FDD-7141-E273-4518-F2871BCAFB90}"/>
          </ac:picMkLst>
        </pc:picChg>
      </pc:sldChg>
      <pc:sldChg chg="addSp modSp add replId">
        <pc:chgData name="Avinash Arun Chauhan" userId="S::avinash.chauhan@mahindrauniversity.edu.in::241b5f3e-36f4-4c61-9553-90e6a1c1b8a6" providerId="AD" clId="Web-{70B731EF-8EAA-4408-4FD8-EF98CB397D69}" dt="2025-03-07T12:01:18.417" v="289" actId="14100"/>
        <pc:sldMkLst>
          <pc:docMk/>
          <pc:sldMk cId="31880306" sldId="526"/>
        </pc:sldMkLst>
        <pc:spChg chg="mod">
          <ac:chgData name="Avinash Arun Chauhan" userId="S::avinash.chauhan@mahindrauniversity.edu.in::241b5f3e-36f4-4c61-9553-90e6a1c1b8a6" providerId="AD" clId="Web-{70B731EF-8EAA-4408-4FD8-EF98CB397D69}" dt="2025-03-07T11:59:59.930" v="283" actId="20577"/>
          <ac:spMkLst>
            <pc:docMk/>
            <pc:sldMk cId="31880306" sldId="526"/>
            <ac:spMk id="2" creationId="{15DC942A-58BB-486E-41B3-558D9892F87A}"/>
          </ac:spMkLst>
        </pc:spChg>
        <pc:spChg chg="mod">
          <ac:chgData name="Avinash Arun Chauhan" userId="S::avinash.chauhan@mahindrauniversity.edu.in::241b5f3e-36f4-4c61-9553-90e6a1c1b8a6" providerId="AD" clId="Web-{70B731EF-8EAA-4408-4FD8-EF98CB397D69}" dt="2025-03-07T11:59:56.258" v="282" actId="20577"/>
          <ac:spMkLst>
            <pc:docMk/>
            <pc:sldMk cId="31880306" sldId="526"/>
            <ac:spMk id="3" creationId="{732BDF2D-288F-C87C-12F7-34EED5CEEE78}"/>
          </ac:spMkLst>
        </pc:spChg>
        <pc:picChg chg="add mod modCrop">
          <ac:chgData name="Avinash Arun Chauhan" userId="S::avinash.chauhan@mahindrauniversity.edu.in::241b5f3e-36f4-4c61-9553-90e6a1c1b8a6" providerId="AD" clId="Web-{70B731EF-8EAA-4408-4FD8-EF98CB397D69}" dt="2025-03-07T12:01:18.417" v="289" actId="14100"/>
          <ac:picMkLst>
            <pc:docMk/>
            <pc:sldMk cId="31880306" sldId="526"/>
            <ac:picMk id="4" creationId="{2A4CD60B-58C9-BC81-BE5F-31CF75F75957}"/>
          </ac:picMkLst>
        </pc:picChg>
      </pc:sldChg>
      <pc:sldChg chg="modSp add ord replId">
        <pc:chgData name="Avinash Arun Chauhan" userId="S::avinash.chauhan@mahindrauniversity.edu.in::241b5f3e-36f4-4c61-9553-90e6a1c1b8a6" providerId="AD" clId="Web-{70B731EF-8EAA-4408-4FD8-EF98CB397D69}" dt="2025-03-07T12:04:07.891" v="344" actId="20577"/>
        <pc:sldMkLst>
          <pc:docMk/>
          <pc:sldMk cId="2759698473" sldId="527"/>
        </pc:sldMkLst>
        <pc:spChg chg="mod">
          <ac:chgData name="Avinash Arun Chauhan" userId="S::avinash.chauhan@mahindrauniversity.edu.in::241b5f3e-36f4-4c61-9553-90e6a1c1b8a6" providerId="AD" clId="Web-{70B731EF-8EAA-4408-4FD8-EF98CB397D69}" dt="2025-03-07T12:01:47.246" v="305" actId="20577"/>
          <ac:spMkLst>
            <pc:docMk/>
            <pc:sldMk cId="2759698473" sldId="527"/>
            <ac:spMk id="2" creationId="{973CBFF7-D01A-A91F-1D9D-149A401E7608}"/>
          </ac:spMkLst>
        </pc:spChg>
        <pc:spChg chg="mod">
          <ac:chgData name="Avinash Arun Chauhan" userId="S::avinash.chauhan@mahindrauniversity.edu.in::241b5f3e-36f4-4c61-9553-90e6a1c1b8a6" providerId="AD" clId="Web-{70B731EF-8EAA-4408-4FD8-EF98CB397D69}" dt="2025-03-07T12:04:07.891" v="344" actId="20577"/>
          <ac:spMkLst>
            <pc:docMk/>
            <pc:sldMk cId="2759698473" sldId="527"/>
            <ac:spMk id="3" creationId="{B9657582-A812-E808-9D17-E270286AA099}"/>
          </ac:spMkLst>
        </pc:spChg>
      </pc:sldChg>
      <pc:sldChg chg="addSp delSp modSp add replId">
        <pc:chgData name="Avinash Arun Chauhan" userId="S::avinash.chauhan@mahindrauniversity.edu.in::241b5f3e-36f4-4c61-9553-90e6a1c1b8a6" providerId="AD" clId="Web-{70B731EF-8EAA-4408-4FD8-EF98CB397D69}" dt="2025-03-07T12:11:01.357" v="389" actId="20577"/>
        <pc:sldMkLst>
          <pc:docMk/>
          <pc:sldMk cId="3949549591" sldId="528"/>
        </pc:sldMkLst>
        <pc:spChg chg="mod">
          <ac:chgData name="Avinash Arun Chauhan" userId="S::avinash.chauhan@mahindrauniversity.edu.in::241b5f3e-36f4-4c61-9553-90e6a1c1b8a6" providerId="AD" clId="Web-{70B731EF-8EAA-4408-4FD8-EF98CB397D69}" dt="2025-03-07T12:04:49.689" v="348" actId="20577"/>
          <ac:spMkLst>
            <pc:docMk/>
            <pc:sldMk cId="3949549591" sldId="528"/>
            <ac:spMk id="2" creationId="{5BC98BE8-E7BE-6A08-3724-FDDA1D3961D8}"/>
          </ac:spMkLst>
        </pc:spChg>
        <pc:spChg chg="del mod">
          <ac:chgData name="Avinash Arun Chauhan" userId="S::avinash.chauhan@mahindrauniversity.edu.in::241b5f3e-36f4-4c61-9553-90e6a1c1b8a6" providerId="AD" clId="Web-{70B731EF-8EAA-4408-4FD8-EF98CB397D69}" dt="2025-03-07T12:06:29.942" v="360"/>
          <ac:spMkLst>
            <pc:docMk/>
            <pc:sldMk cId="3949549591" sldId="528"/>
            <ac:spMk id="3" creationId="{EE9F3D30-796D-6411-72D7-0DE49A7B536D}"/>
          </ac:spMkLst>
        </pc:spChg>
        <pc:spChg chg="add mod">
          <ac:chgData name="Avinash Arun Chauhan" userId="S::avinash.chauhan@mahindrauniversity.edu.in::241b5f3e-36f4-4c61-9553-90e6a1c1b8a6" providerId="AD" clId="Web-{70B731EF-8EAA-4408-4FD8-EF98CB397D69}" dt="2025-03-07T12:11:01.357" v="389" actId="20577"/>
          <ac:spMkLst>
            <pc:docMk/>
            <pc:sldMk cId="3949549591" sldId="528"/>
            <ac:spMk id="9" creationId="{33688ED6-B2CA-0947-6458-BFC65D6AAD22}"/>
          </ac:spMkLst>
        </pc:spChg>
        <pc:picChg chg="del">
          <ac:chgData name="Avinash Arun Chauhan" userId="S::avinash.chauhan@mahindrauniversity.edu.in::241b5f3e-36f4-4c61-9553-90e6a1c1b8a6" providerId="AD" clId="Web-{70B731EF-8EAA-4408-4FD8-EF98CB397D69}" dt="2025-03-07T12:06:17.442" v="359"/>
          <ac:picMkLst>
            <pc:docMk/>
            <pc:sldMk cId="3949549591" sldId="528"/>
            <ac:picMk id="4" creationId="{3C587DC4-3C98-8C58-1867-B587111CD338}"/>
          </ac:picMkLst>
        </pc:picChg>
        <pc:picChg chg="add mod modCrop">
          <ac:chgData name="Avinash Arun Chauhan" userId="S::avinash.chauhan@mahindrauniversity.edu.in::241b5f3e-36f4-4c61-9553-90e6a1c1b8a6" providerId="AD" clId="Web-{70B731EF-8EAA-4408-4FD8-EF98CB397D69}" dt="2025-03-07T12:07:16.553" v="365" actId="1076"/>
          <ac:picMkLst>
            <pc:docMk/>
            <pc:sldMk cId="3949549591" sldId="528"/>
            <ac:picMk id="5" creationId="{5F728159-E195-8286-21CA-B11D437BD207}"/>
          </ac:picMkLst>
        </pc:picChg>
      </pc:sldChg>
      <pc:sldChg chg="addSp delSp modSp add replId">
        <pc:chgData name="Avinash Arun Chauhan" userId="S::avinash.chauhan@mahindrauniversity.edu.in::241b5f3e-36f4-4c61-9553-90e6a1c1b8a6" providerId="AD" clId="Web-{70B731EF-8EAA-4408-4FD8-EF98CB397D69}" dt="2025-03-07T12:12:08.999" v="398" actId="1076"/>
        <pc:sldMkLst>
          <pc:docMk/>
          <pc:sldMk cId="567746408" sldId="529"/>
        </pc:sldMkLst>
        <pc:spChg chg="mod">
          <ac:chgData name="Avinash Arun Chauhan" userId="S::avinash.chauhan@mahindrauniversity.edu.in::241b5f3e-36f4-4c61-9553-90e6a1c1b8a6" providerId="AD" clId="Web-{70B731EF-8EAA-4408-4FD8-EF98CB397D69}" dt="2025-03-07T12:04:36.626" v="347" actId="20577"/>
          <ac:spMkLst>
            <pc:docMk/>
            <pc:sldMk cId="567746408" sldId="529"/>
            <ac:spMk id="2" creationId="{391DE661-3175-3DD9-F40E-0BF40BAA5131}"/>
          </ac:spMkLst>
        </pc:spChg>
        <pc:spChg chg="mod">
          <ac:chgData name="Avinash Arun Chauhan" userId="S::avinash.chauhan@mahindrauniversity.edu.in::241b5f3e-36f4-4c61-9553-90e6a1c1b8a6" providerId="AD" clId="Web-{70B731EF-8EAA-4408-4FD8-EF98CB397D69}" dt="2025-03-07T12:04:53.345" v="350" actId="20577"/>
          <ac:spMkLst>
            <pc:docMk/>
            <pc:sldMk cId="567746408" sldId="529"/>
            <ac:spMk id="3" creationId="{0AB2DFD0-6FCB-657E-8871-9F436DEB0948}"/>
          </ac:spMkLst>
        </pc:spChg>
        <pc:spChg chg="add mod">
          <ac:chgData name="Avinash Arun Chauhan" userId="S::avinash.chauhan@mahindrauniversity.edu.in::241b5f3e-36f4-4c61-9553-90e6a1c1b8a6" providerId="AD" clId="Web-{70B731EF-8EAA-4408-4FD8-EF98CB397D69}" dt="2025-03-07T12:12:08.999" v="398" actId="1076"/>
          <ac:spMkLst>
            <pc:docMk/>
            <pc:sldMk cId="567746408" sldId="529"/>
            <ac:spMk id="9" creationId="{4575E5AC-8F47-B04E-2341-1833F8A6C0FA}"/>
          </ac:spMkLst>
        </pc:spChg>
        <pc:picChg chg="del">
          <ac:chgData name="Avinash Arun Chauhan" userId="S::avinash.chauhan@mahindrauniversity.edu.in::241b5f3e-36f4-4c61-9553-90e6a1c1b8a6" providerId="AD" clId="Web-{70B731EF-8EAA-4408-4FD8-EF98CB397D69}" dt="2025-03-07T12:04:57.517" v="351"/>
          <ac:picMkLst>
            <pc:docMk/>
            <pc:sldMk cId="567746408" sldId="529"/>
            <ac:picMk id="4" creationId="{97590B15-29D7-6908-661F-A1AA3ED8580A}"/>
          </ac:picMkLst>
        </pc:picChg>
        <pc:picChg chg="add mod modCrop">
          <ac:chgData name="Avinash Arun Chauhan" userId="S::avinash.chauhan@mahindrauniversity.edu.in::241b5f3e-36f4-4c61-9553-90e6a1c1b8a6" providerId="AD" clId="Web-{70B731EF-8EAA-4408-4FD8-EF98CB397D69}" dt="2025-03-07T12:06:11.285" v="358" actId="14100"/>
          <ac:picMkLst>
            <pc:docMk/>
            <pc:sldMk cId="567746408" sldId="529"/>
            <ac:picMk id="5" creationId="{A0BA1413-BFD2-5D66-1977-C80E89B74A83}"/>
          </ac:picMkLst>
        </pc:picChg>
      </pc:sldChg>
      <pc:sldChg chg="addSp delSp modSp add replId">
        <pc:chgData name="Avinash Arun Chauhan" userId="S::avinash.chauhan@mahindrauniversity.edu.in::241b5f3e-36f4-4c61-9553-90e6a1c1b8a6" providerId="AD" clId="Web-{70B731EF-8EAA-4408-4FD8-EF98CB397D69}" dt="2025-03-07T12:10:15.527" v="385" actId="1076"/>
        <pc:sldMkLst>
          <pc:docMk/>
          <pc:sldMk cId="1610820302" sldId="530"/>
        </pc:sldMkLst>
        <pc:spChg chg="add del">
          <ac:chgData name="Avinash Arun Chauhan" userId="S::avinash.chauhan@mahindrauniversity.edu.in::241b5f3e-36f4-4c61-9553-90e6a1c1b8a6" providerId="AD" clId="Web-{70B731EF-8EAA-4408-4FD8-EF98CB397D69}" dt="2025-03-07T12:09:44.651" v="373"/>
          <ac:spMkLst>
            <pc:docMk/>
            <pc:sldMk cId="1610820302" sldId="530"/>
            <ac:spMk id="4" creationId="{8DFC7D09-1A01-91CC-BE2C-9E343A061581}"/>
          </ac:spMkLst>
        </pc:spChg>
        <pc:spChg chg="add mod">
          <ac:chgData name="Avinash Arun Chauhan" userId="S::avinash.chauhan@mahindrauniversity.edu.in::241b5f3e-36f4-4c61-9553-90e6a1c1b8a6" providerId="AD" clId="Web-{70B731EF-8EAA-4408-4FD8-EF98CB397D69}" dt="2025-03-07T12:10:15.527" v="385" actId="1076"/>
          <ac:spMkLst>
            <pc:docMk/>
            <pc:sldMk cId="1610820302" sldId="530"/>
            <ac:spMk id="9" creationId="{1145822A-72EA-B136-1C8A-F8DE6BA7CD04}"/>
          </ac:spMkLst>
        </pc:spChg>
        <pc:picChg chg="add mod modCrop">
          <ac:chgData name="Avinash Arun Chauhan" userId="S::avinash.chauhan@mahindrauniversity.edu.in::241b5f3e-36f4-4c61-9553-90e6a1c1b8a6" providerId="AD" clId="Web-{70B731EF-8EAA-4408-4FD8-EF98CB397D69}" dt="2025-03-07T12:09:03.900" v="371" actId="1076"/>
          <ac:picMkLst>
            <pc:docMk/>
            <pc:sldMk cId="1610820302" sldId="530"/>
            <ac:picMk id="3" creationId="{61541813-84CF-0B83-EF39-DD4A24990CE3}"/>
          </ac:picMkLst>
        </pc:picChg>
        <pc:picChg chg="del">
          <ac:chgData name="Avinash Arun Chauhan" userId="S::avinash.chauhan@mahindrauniversity.edu.in::241b5f3e-36f4-4c61-9553-90e6a1c1b8a6" providerId="AD" clId="Web-{70B731EF-8EAA-4408-4FD8-EF98CB397D69}" dt="2025-03-07T12:08:29.930" v="367"/>
          <ac:picMkLst>
            <pc:docMk/>
            <pc:sldMk cId="1610820302" sldId="530"/>
            <ac:picMk id="5" creationId="{E2C35FA1-361A-D631-7009-A76FA1A7CEF0}"/>
          </ac:picMkLst>
        </pc:picChg>
      </pc:sldChg>
    </pc:docChg>
  </pc:docChgLst>
  <pc:docChgLst>
    <pc:chgData name="Avinash Arun Chauhan" userId="S::avinash.chauhan@mahindrauniversity.edu.in::241b5f3e-36f4-4c61-9553-90e6a1c1b8a6" providerId="AD" clId="Web-{5AABDC83-EE86-3B7B-0D74-CA56E5E6946F}"/>
    <pc:docChg chg="modSld">
      <pc:chgData name="Avinash Arun Chauhan" userId="S::avinash.chauhan@mahindrauniversity.edu.in::241b5f3e-36f4-4c61-9553-90e6a1c1b8a6" providerId="AD" clId="Web-{5AABDC83-EE86-3B7B-0D74-CA56E5E6946F}" dt="2025-02-12T08:08:20.152" v="22"/>
      <pc:docMkLst>
        <pc:docMk/>
      </pc:docMkLst>
      <pc:sldChg chg="modNotes">
        <pc:chgData name="Avinash Arun Chauhan" userId="S::avinash.chauhan@mahindrauniversity.edu.in::241b5f3e-36f4-4c61-9553-90e6a1c1b8a6" providerId="AD" clId="Web-{5AABDC83-EE86-3B7B-0D74-CA56E5E6946F}" dt="2025-02-12T08:08:20.152" v="22"/>
        <pc:sldMkLst>
          <pc:docMk/>
          <pc:sldMk cId="620991165" sldId="437"/>
        </pc:sldMkLst>
      </pc:sldChg>
    </pc:docChg>
  </pc:docChgLst>
  <pc:docChgLst>
    <pc:chgData name="Avinash Arun Chauhan" userId="S::avinash.chauhan@mahindrauniversity.edu.in::241b5f3e-36f4-4c61-9553-90e6a1c1b8a6" providerId="AD" clId="Web-{99E975F6-C6E8-47FD-F8D6-BCAA896BEDAC}"/>
    <pc:docChg chg="addSld delSld modSld">
      <pc:chgData name="Avinash Arun Chauhan" userId="S::avinash.chauhan@mahindrauniversity.edu.in::241b5f3e-36f4-4c61-9553-90e6a1c1b8a6" providerId="AD" clId="Web-{99E975F6-C6E8-47FD-F8D6-BCAA896BEDAC}" dt="2025-02-07T15:30:53.503" v="480"/>
      <pc:docMkLst>
        <pc:docMk/>
      </pc:docMkLst>
      <pc:sldChg chg="del">
        <pc:chgData name="Avinash Arun Chauhan" userId="S::avinash.chauhan@mahindrauniversity.edu.in::241b5f3e-36f4-4c61-9553-90e6a1c1b8a6" providerId="AD" clId="Web-{99E975F6-C6E8-47FD-F8D6-BCAA896BEDAC}" dt="2025-02-07T15:30:50.894" v="478"/>
        <pc:sldMkLst>
          <pc:docMk/>
          <pc:sldMk cId="1399442832" sldId="319"/>
        </pc:sldMkLst>
      </pc:sldChg>
      <pc:sldChg chg="modSp">
        <pc:chgData name="Avinash Arun Chauhan" userId="S::avinash.chauhan@mahindrauniversity.edu.in::241b5f3e-36f4-4c61-9553-90e6a1c1b8a6" providerId="AD" clId="Web-{99E975F6-C6E8-47FD-F8D6-BCAA896BEDAC}" dt="2025-02-07T15:10:57.339" v="52" actId="20577"/>
        <pc:sldMkLst>
          <pc:docMk/>
          <pc:sldMk cId="3379929072" sldId="344"/>
        </pc:sldMkLst>
      </pc:sldChg>
      <pc:sldChg chg="modSp">
        <pc:chgData name="Avinash Arun Chauhan" userId="S::avinash.chauhan@mahindrauniversity.edu.in::241b5f3e-36f4-4c61-9553-90e6a1c1b8a6" providerId="AD" clId="Web-{99E975F6-C6E8-47FD-F8D6-BCAA896BEDAC}" dt="2025-02-07T15:14:45.862" v="83" actId="20577"/>
        <pc:sldMkLst>
          <pc:docMk/>
          <pc:sldMk cId="3804487949" sldId="345"/>
        </pc:sldMkLst>
      </pc:sldChg>
      <pc:sldChg chg="modSp">
        <pc:chgData name="Avinash Arun Chauhan" userId="S::avinash.chauhan@mahindrauniversity.edu.in::241b5f3e-36f4-4c61-9553-90e6a1c1b8a6" providerId="AD" clId="Web-{99E975F6-C6E8-47FD-F8D6-BCAA896BEDAC}" dt="2025-02-07T15:15:46.583" v="102" actId="20577"/>
        <pc:sldMkLst>
          <pc:docMk/>
          <pc:sldMk cId="1050131186" sldId="346"/>
        </pc:sldMkLst>
      </pc:sldChg>
      <pc:sldChg chg="modSp">
        <pc:chgData name="Avinash Arun Chauhan" userId="S::avinash.chauhan@mahindrauniversity.edu.in::241b5f3e-36f4-4c61-9553-90e6a1c1b8a6" providerId="AD" clId="Web-{99E975F6-C6E8-47FD-F8D6-BCAA896BEDAC}" dt="2025-02-07T15:18:57.323" v="194" actId="20577"/>
        <pc:sldMkLst>
          <pc:docMk/>
          <pc:sldMk cId="770928017" sldId="347"/>
        </pc:sldMkLst>
      </pc:sldChg>
      <pc:sldChg chg="del">
        <pc:chgData name="Avinash Arun Chauhan" userId="S::avinash.chauhan@mahindrauniversity.edu.in::241b5f3e-36f4-4c61-9553-90e6a1c1b8a6" providerId="AD" clId="Web-{99E975F6-C6E8-47FD-F8D6-BCAA896BEDAC}" dt="2025-02-07T15:18:07.119" v="152"/>
        <pc:sldMkLst>
          <pc:docMk/>
          <pc:sldMk cId="4166520187" sldId="348"/>
        </pc:sldMkLst>
      </pc:sldChg>
      <pc:sldChg chg="del">
        <pc:chgData name="Avinash Arun Chauhan" userId="S::avinash.chauhan@mahindrauniversity.edu.in::241b5f3e-36f4-4c61-9553-90e6a1c1b8a6" providerId="AD" clId="Web-{99E975F6-C6E8-47FD-F8D6-BCAA896BEDAC}" dt="2025-02-07T15:22:02.080" v="215"/>
        <pc:sldMkLst>
          <pc:docMk/>
          <pc:sldMk cId="3686163997" sldId="350"/>
        </pc:sldMkLst>
      </pc:sldChg>
      <pc:sldChg chg="modSp">
        <pc:chgData name="Avinash Arun Chauhan" userId="S::avinash.chauhan@mahindrauniversity.edu.in::241b5f3e-36f4-4c61-9553-90e6a1c1b8a6" providerId="AD" clId="Web-{99E975F6-C6E8-47FD-F8D6-BCAA896BEDAC}" dt="2025-02-07T15:24:06.349" v="278" actId="20577"/>
        <pc:sldMkLst>
          <pc:docMk/>
          <pc:sldMk cId="111794783" sldId="351"/>
        </pc:sldMkLst>
      </pc:sldChg>
      <pc:sldChg chg="del">
        <pc:chgData name="Avinash Arun Chauhan" userId="S::avinash.chauhan@mahindrauniversity.edu.in::241b5f3e-36f4-4c61-9553-90e6a1c1b8a6" providerId="AD" clId="Web-{99E975F6-C6E8-47FD-F8D6-BCAA896BEDAC}" dt="2025-02-07T15:30:17.955" v="438"/>
        <pc:sldMkLst>
          <pc:docMk/>
          <pc:sldMk cId="1807025913" sldId="352"/>
        </pc:sldMkLst>
      </pc:sldChg>
      <pc:sldChg chg="del">
        <pc:chgData name="Avinash Arun Chauhan" userId="S::avinash.chauhan@mahindrauniversity.edu.in::241b5f3e-36f4-4c61-9553-90e6a1c1b8a6" providerId="AD" clId="Web-{99E975F6-C6E8-47FD-F8D6-BCAA896BEDAC}" dt="2025-02-07T15:30:31.143" v="456"/>
        <pc:sldMkLst>
          <pc:docMk/>
          <pc:sldMk cId="3509781182" sldId="353"/>
        </pc:sldMkLst>
      </pc:sldChg>
      <pc:sldChg chg="del">
        <pc:chgData name="Avinash Arun Chauhan" userId="S::avinash.chauhan@mahindrauniversity.edu.in::241b5f3e-36f4-4c61-9553-90e6a1c1b8a6" providerId="AD" clId="Web-{99E975F6-C6E8-47FD-F8D6-BCAA896BEDAC}" dt="2025-02-07T15:30:33.331" v="459"/>
        <pc:sldMkLst>
          <pc:docMk/>
          <pc:sldMk cId="1291515926" sldId="354"/>
        </pc:sldMkLst>
      </pc:sldChg>
      <pc:sldChg chg="del">
        <pc:chgData name="Avinash Arun Chauhan" userId="S::avinash.chauhan@mahindrauniversity.edu.in::241b5f3e-36f4-4c61-9553-90e6a1c1b8a6" providerId="AD" clId="Web-{99E975F6-C6E8-47FD-F8D6-BCAA896BEDAC}" dt="2025-02-07T15:30:34.987" v="461"/>
        <pc:sldMkLst>
          <pc:docMk/>
          <pc:sldMk cId="1153999674" sldId="355"/>
        </pc:sldMkLst>
      </pc:sldChg>
      <pc:sldChg chg="del">
        <pc:chgData name="Avinash Arun Chauhan" userId="S::avinash.chauhan@mahindrauniversity.edu.in::241b5f3e-36f4-4c61-9553-90e6a1c1b8a6" providerId="AD" clId="Web-{99E975F6-C6E8-47FD-F8D6-BCAA896BEDAC}" dt="2025-02-07T15:30:24.096" v="445"/>
        <pc:sldMkLst>
          <pc:docMk/>
          <pc:sldMk cId="4238744636" sldId="372"/>
        </pc:sldMkLst>
      </pc:sldChg>
      <pc:sldChg chg="del">
        <pc:chgData name="Avinash Arun Chauhan" userId="S::avinash.chauhan@mahindrauniversity.edu.in::241b5f3e-36f4-4c61-9553-90e6a1c1b8a6" providerId="AD" clId="Web-{99E975F6-C6E8-47FD-F8D6-BCAA896BEDAC}" dt="2025-02-07T15:30:19.111" v="439"/>
        <pc:sldMkLst>
          <pc:docMk/>
          <pc:sldMk cId="621486198" sldId="375"/>
        </pc:sldMkLst>
      </pc:sldChg>
      <pc:sldChg chg="del">
        <pc:chgData name="Avinash Arun Chauhan" userId="S::avinash.chauhan@mahindrauniversity.edu.in::241b5f3e-36f4-4c61-9553-90e6a1c1b8a6" providerId="AD" clId="Web-{99E975F6-C6E8-47FD-F8D6-BCAA896BEDAC}" dt="2025-02-07T15:30:20.315" v="440"/>
        <pc:sldMkLst>
          <pc:docMk/>
          <pc:sldMk cId="2243988265" sldId="376"/>
        </pc:sldMkLst>
      </pc:sldChg>
      <pc:sldChg chg="del">
        <pc:chgData name="Avinash Arun Chauhan" userId="S::avinash.chauhan@mahindrauniversity.edu.in::241b5f3e-36f4-4c61-9553-90e6a1c1b8a6" providerId="AD" clId="Web-{99E975F6-C6E8-47FD-F8D6-BCAA896BEDAC}" dt="2025-02-07T15:30:31.721" v="457"/>
        <pc:sldMkLst>
          <pc:docMk/>
          <pc:sldMk cId="1283551440" sldId="377"/>
        </pc:sldMkLst>
      </pc:sldChg>
      <pc:sldChg chg="del">
        <pc:chgData name="Avinash Arun Chauhan" userId="S::avinash.chauhan@mahindrauniversity.edu.in::241b5f3e-36f4-4c61-9553-90e6a1c1b8a6" providerId="AD" clId="Web-{99E975F6-C6E8-47FD-F8D6-BCAA896BEDAC}" dt="2025-02-07T15:30:32.674" v="458"/>
        <pc:sldMkLst>
          <pc:docMk/>
          <pc:sldMk cId="758402021" sldId="378"/>
        </pc:sldMkLst>
      </pc:sldChg>
      <pc:sldChg chg="del">
        <pc:chgData name="Avinash Arun Chauhan" userId="S::avinash.chauhan@mahindrauniversity.edu.in::241b5f3e-36f4-4c61-9553-90e6a1c1b8a6" providerId="AD" clId="Web-{99E975F6-C6E8-47FD-F8D6-BCAA896BEDAC}" dt="2025-02-07T15:30:25.393" v="447"/>
        <pc:sldMkLst>
          <pc:docMk/>
          <pc:sldMk cId="1215175948" sldId="379"/>
        </pc:sldMkLst>
      </pc:sldChg>
      <pc:sldChg chg="del">
        <pc:chgData name="Avinash Arun Chauhan" userId="S::avinash.chauhan@mahindrauniversity.edu.in::241b5f3e-36f4-4c61-9553-90e6a1c1b8a6" providerId="AD" clId="Web-{99E975F6-C6E8-47FD-F8D6-BCAA896BEDAC}" dt="2025-02-07T15:30:30.674" v="455"/>
        <pc:sldMkLst>
          <pc:docMk/>
          <pc:sldMk cId="3894528177" sldId="380"/>
        </pc:sldMkLst>
      </pc:sldChg>
      <pc:sldChg chg="addSp delSp modSp">
        <pc:chgData name="Avinash Arun Chauhan" userId="S::avinash.chauhan@mahindrauniversity.edu.in::241b5f3e-36f4-4c61-9553-90e6a1c1b8a6" providerId="AD" clId="Web-{99E975F6-C6E8-47FD-F8D6-BCAA896BEDAC}" dt="2025-02-07T15:20:18.076" v="206" actId="14100"/>
        <pc:sldMkLst>
          <pc:docMk/>
          <pc:sldMk cId="3407660478" sldId="381"/>
        </pc:sldMkLst>
      </pc:sldChg>
      <pc:sldChg chg="del">
        <pc:chgData name="Avinash Arun Chauhan" userId="S::avinash.chauhan@mahindrauniversity.edu.in::241b5f3e-36f4-4c61-9553-90e6a1c1b8a6" providerId="AD" clId="Web-{99E975F6-C6E8-47FD-F8D6-BCAA896BEDAC}" dt="2025-02-07T15:30:21.002" v="441"/>
        <pc:sldMkLst>
          <pc:docMk/>
          <pc:sldMk cId="246870963" sldId="382"/>
        </pc:sldMkLst>
      </pc:sldChg>
      <pc:sldChg chg="del">
        <pc:chgData name="Avinash Arun Chauhan" userId="S::avinash.chauhan@mahindrauniversity.edu.in::241b5f3e-36f4-4c61-9553-90e6a1c1b8a6" providerId="AD" clId="Web-{99E975F6-C6E8-47FD-F8D6-BCAA896BEDAC}" dt="2025-02-07T15:30:21.315" v="442"/>
        <pc:sldMkLst>
          <pc:docMk/>
          <pc:sldMk cId="278790401" sldId="383"/>
        </pc:sldMkLst>
      </pc:sldChg>
      <pc:sldChg chg="del">
        <pc:chgData name="Avinash Arun Chauhan" userId="S::avinash.chauhan@mahindrauniversity.edu.in::241b5f3e-36f4-4c61-9553-90e6a1c1b8a6" providerId="AD" clId="Web-{99E975F6-C6E8-47FD-F8D6-BCAA896BEDAC}" dt="2025-02-07T15:30:22.346" v="443"/>
        <pc:sldMkLst>
          <pc:docMk/>
          <pc:sldMk cId="45710291" sldId="384"/>
        </pc:sldMkLst>
      </pc:sldChg>
      <pc:sldChg chg="del">
        <pc:chgData name="Avinash Arun Chauhan" userId="S::avinash.chauhan@mahindrauniversity.edu.in::241b5f3e-36f4-4c61-9553-90e6a1c1b8a6" providerId="AD" clId="Web-{99E975F6-C6E8-47FD-F8D6-BCAA896BEDAC}" dt="2025-02-07T15:30:22.924" v="444"/>
        <pc:sldMkLst>
          <pc:docMk/>
          <pc:sldMk cId="3912346787" sldId="385"/>
        </pc:sldMkLst>
      </pc:sldChg>
      <pc:sldChg chg="del">
        <pc:chgData name="Avinash Arun Chauhan" userId="S::avinash.chauhan@mahindrauniversity.edu.in::241b5f3e-36f4-4c61-9553-90e6a1c1b8a6" providerId="AD" clId="Web-{99E975F6-C6E8-47FD-F8D6-BCAA896BEDAC}" dt="2025-02-07T15:30:27.393" v="452"/>
        <pc:sldMkLst>
          <pc:docMk/>
          <pc:sldMk cId="3390613039" sldId="386"/>
        </pc:sldMkLst>
      </pc:sldChg>
      <pc:sldChg chg="del">
        <pc:chgData name="Avinash Arun Chauhan" userId="S::avinash.chauhan@mahindrauniversity.edu.in::241b5f3e-36f4-4c61-9553-90e6a1c1b8a6" providerId="AD" clId="Web-{99E975F6-C6E8-47FD-F8D6-BCAA896BEDAC}" dt="2025-02-07T15:30:26.299" v="450"/>
        <pc:sldMkLst>
          <pc:docMk/>
          <pc:sldMk cId="1930055580" sldId="387"/>
        </pc:sldMkLst>
      </pc:sldChg>
      <pc:sldChg chg="del">
        <pc:chgData name="Avinash Arun Chauhan" userId="S::avinash.chauhan@mahindrauniversity.edu.in::241b5f3e-36f4-4c61-9553-90e6a1c1b8a6" providerId="AD" clId="Web-{99E975F6-C6E8-47FD-F8D6-BCAA896BEDAC}" dt="2025-02-07T15:30:26.830" v="451"/>
        <pc:sldMkLst>
          <pc:docMk/>
          <pc:sldMk cId="4197956168" sldId="388"/>
        </pc:sldMkLst>
      </pc:sldChg>
      <pc:sldChg chg="del">
        <pc:chgData name="Avinash Arun Chauhan" userId="S::avinash.chauhan@mahindrauniversity.edu.in::241b5f3e-36f4-4c61-9553-90e6a1c1b8a6" providerId="AD" clId="Web-{99E975F6-C6E8-47FD-F8D6-BCAA896BEDAC}" dt="2025-02-07T15:30:25.408" v="448"/>
        <pc:sldMkLst>
          <pc:docMk/>
          <pc:sldMk cId="1309432007" sldId="389"/>
        </pc:sldMkLst>
      </pc:sldChg>
      <pc:sldChg chg="del">
        <pc:chgData name="Avinash Arun Chauhan" userId="S::avinash.chauhan@mahindrauniversity.edu.in::241b5f3e-36f4-4c61-9553-90e6a1c1b8a6" providerId="AD" clId="Web-{99E975F6-C6E8-47FD-F8D6-BCAA896BEDAC}" dt="2025-02-07T15:30:25.862" v="449"/>
        <pc:sldMkLst>
          <pc:docMk/>
          <pc:sldMk cId="4178756537" sldId="390"/>
        </pc:sldMkLst>
      </pc:sldChg>
      <pc:sldChg chg="del">
        <pc:chgData name="Avinash Arun Chauhan" userId="S::avinash.chauhan@mahindrauniversity.edu.in::241b5f3e-36f4-4c61-9553-90e6a1c1b8a6" providerId="AD" clId="Web-{99E975F6-C6E8-47FD-F8D6-BCAA896BEDAC}" dt="2025-02-07T15:30:28.174" v="453"/>
        <pc:sldMkLst>
          <pc:docMk/>
          <pc:sldMk cId="1642163674" sldId="391"/>
        </pc:sldMkLst>
      </pc:sldChg>
      <pc:sldChg chg="del">
        <pc:chgData name="Avinash Arun Chauhan" userId="S::avinash.chauhan@mahindrauniversity.edu.in::241b5f3e-36f4-4c61-9553-90e6a1c1b8a6" providerId="AD" clId="Web-{99E975F6-C6E8-47FD-F8D6-BCAA896BEDAC}" dt="2025-02-07T15:30:29.596" v="454"/>
        <pc:sldMkLst>
          <pc:docMk/>
          <pc:sldMk cId="3166245324" sldId="392"/>
        </pc:sldMkLst>
      </pc:sldChg>
      <pc:sldChg chg="del">
        <pc:chgData name="Avinash Arun Chauhan" userId="S::avinash.chauhan@mahindrauniversity.edu.in::241b5f3e-36f4-4c61-9553-90e6a1c1b8a6" providerId="AD" clId="Web-{99E975F6-C6E8-47FD-F8D6-BCAA896BEDAC}" dt="2025-02-07T15:30:24.658" v="446"/>
        <pc:sldMkLst>
          <pc:docMk/>
          <pc:sldMk cId="113107880" sldId="394"/>
        </pc:sldMkLst>
      </pc:sldChg>
      <pc:sldChg chg="del">
        <pc:chgData name="Avinash Arun Chauhan" userId="S::avinash.chauhan@mahindrauniversity.edu.in::241b5f3e-36f4-4c61-9553-90e6a1c1b8a6" providerId="AD" clId="Web-{99E975F6-C6E8-47FD-F8D6-BCAA896BEDAC}" dt="2025-02-07T15:30:34.815" v="460"/>
        <pc:sldMkLst>
          <pc:docMk/>
          <pc:sldMk cId="3754596656" sldId="395"/>
        </pc:sldMkLst>
      </pc:sldChg>
      <pc:sldChg chg="del">
        <pc:chgData name="Avinash Arun Chauhan" userId="S::avinash.chauhan@mahindrauniversity.edu.in::241b5f3e-36f4-4c61-9553-90e6a1c1b8a6" providerId="AD" clId="Web-{99E975F6-C6E8-47FD-F8D6-BCAA896BEDAC}" dt="2025-02-07T15:30:37.268" v="463"/>
        <pc:sldMkLst>
          <pc:docMk/>
          <pc:sldMk cId="1331974274" sldId="396"/>
        </pc:sldMkLst>
      </pc:sldChg>
      <pc:sldChg chg="del">
        <pc:chgData name="Avinash Arun Chauhan" userId="S::avinash.chauhan@mahindrauniversity.edu.in::241b5f3e-36f4-4c61-9553-90e6a1c1b8a6" providerId="AD" clId="Web-{99E975F6-C6E8-47FD-F8D6-BCAA896BEDAC}" dt="2025-02-07T15:30:49.175" v="476"/>
        <pc:sldMkLst>
          <pc:docMk/>
          <pc:sldMk cId="1676810814" sldId="397"/>
        </pc:sldMkLst>
      </pc:sldChg>
      <pc:sldChg chg="del">
        <pc:chgData name="Avinash Arun Chauhan" userId="S::avinash.chauhan@mahindrauniversity.edu.in::241b5f3e-36f4-4c61-9553-90e6a1c1b8a6" providerId="AD" clId="Web-{99E975F6-C6E8-47FD-F8D6-BCAA896BEDAC}" dt="2025-02-07T15:30:35.878" v="462"/>
        <pc:sldMkLst>
          <pc:docMk/>
          <pc:sldMk cId="2054758623" sldId="398"/>
        </pc:sldMkLst>
      </pc:sldChg>
      <pc:sldChg chg="del">
        <pc:chgData name="Avinash Arun Chauhan" userId="S::avinash.chauhan@mahindrauniversity.edu.in::241b5f3e-36f4-4c61-9553-90e6a1c1b8a6" providerId="AD" clId="Web-{99E975F6-C6E8-47FD-F8D6-BCAA896BEDAC}" dt="2025-02-07T15:30:37.721" v="464"/>
        <pc:sldMkLst>
          <pc:docMk/>
          <pc:sldMk cId="2651303011" sldId="399"/>
        </pc:sldMkLst>
      </pc:sldChg>
      <pc:sldChg chg="del">
        <pc:chgData name="Avinash Arun Chauhan" userId="S::avinash.chauhan@mahindrauniversity.edu.in::241b5f3e-36f4-4c61-9553-90e6a1c1b8a6" providerId="AD" clId="Web-{99E975F6-C6E8-47FD-F8D6-BCAA896BEDAC}" dt="2025-02-07T15:30:49.987" v="477"/>
        <pc:sldMkLst>
          <pc:docMk/>
          <pc:sldMk cId="3884221527" sldId="404"/>
        </pc:sldMkLst>
      </pc:sldChg>
      <pc:sldChg chg="del">
        <pc:chgData name="Avinash Arun Chauhan" userId="S::avinash.chauhan@mahindrauniversity.edu.in::241b5f3e-36f4-4c61-9553-90e6a1c1b8a6" providerId="AD" clId="Web-{99E975F6-C6E8-47FD-F8D6-BCAA896BEDAC}" dt="2025-02-07T15:30:38.487" v="465"/>
        <pc:sldMkLst>
          <pc:docMk/>
          <pc:sldMk cId="797437864" sldId="405"/>
        </pc:sldMkLst>
      </pc:sldChg>
      <pc:sldChg chg="del">
        <pc:chgData name="Avinash Arun Chauhan" userId="S::avinash.chauhan@mahindrauniversity.edu.in::241b5f3e-36f4-4c61-9553-90e6a1c1b8a6" providerId="AD" clId="Web-{99E975F6-C6E8-47FD-F8D6-BCAA896BEDAC}" dt="2025-02-07T15:30:39.112" v="466"/>
        <pc:sldMkLst>
          <pc:docMk/>
          <pc:sldMk cId="3490620550" sldId="406"/>
        </pc:sldMkLst>
      </pc:sldChg>
      <pc:sldChg chg="del">
        <pc:chgData name="Avinash Arun Chauhan" userId="S::avinash.chauhan@mahindrauniversity.edu.in::241b5f3e-36f4-4c61-9553-90e6a1c1b8a6" providerId="AD" clId="Web-{99E975F6-C6E8-47FD-F8D6-BCAA896BEDAC}" dt="2025-02-07T15:30:40.518" v="467"/>
        <pc:sldMkLst>
          <pc:docMk/>
          <pc:sldMk cId="1706956384" sldId="407"/>
        </pc:sldMkLst>
      </pc:sldChg>
      <pc:sldChg chg="del">
        <pc:chgData name="Avinash Arun Chauhan" userId="S::avinash.chauhan@mahindrauniversity.edu.in::241b5f3e-36f4-4c61-9553-90e6a1c1b8a6" providerId="AD" clId="Web-{99E975F6-C6E8-47FD-F8D6-BCAA896BEDAC}" dt="2025-02-07T15:30:41.675" v="468"/>
        <pc:sldMkLst>
          <pc:docMk/>
          <pc:sldMk cId="2363286037" sldId="408"/>
        </pc:sldMkLst>
      </pc:sldChg>
      <pc:sldChg chg="del">
        <pc:chgData name="Avinash Arun Chauhan" userId="S::avinash.chauhan@mahindrauniversity.edu.in::241b5f3e-36f4-4c61-9553-90e6a1c1b8a6" providerId="AD" clId="Web-{99E975F6-C6E8-47FD-F8D6-BCAA896BEDAC}" dt="2025-02-07T15:30:42.768" v="469"/>
        <pc:sldMkLst>
          <pc:docMk/>
          <pc:sldMk cId="468204953" sldId="409"/>
        </pc:sldMkLst>
      </pc:sldChg>
      <pc:sldChg chg="del">
        <pc:chgData name="Avinash Arun Chauhan" userId="S::avinash.chauhan@mahindrauniversity.edu.in::241b5f3e-36f4-4c61-9553-90e6a1c1b8a6" providerId="AD" clId="Web-{99E975F6-C6E8-47FD-F8D6-BCAA896BEDAC}" dt="2025-02-07T15:30:44.284" v="470"/>
        <pc:sldMkLst>
          <pc:docMk/>
          <pc:sldMk cId="3626562986" sldId="410"/>
        </pc:sldMkLst>
      </pc:sldChg>
      <pc:sldChg chg="del">
        <pc:chgData name="Avinash Arun Chauhan" userId="S::avinash.chauhan@mahindrauniversity.edu.in::241b5f3e-36f4-4c61-9553-90e6a1c1b8a6" providerId="AD" clId="Web-{99E975F6-C6E8-47FD-F8D6-BCAA896BEDAC}" dt="2025-02-07T15:30:44.628" v="471"/>
        <pc:sldMkLst>
          <pc:docMk/>
          <pc:sldMk cId="3059869477" sldId="411"/>
        </pc:sldMkLst>
      </pc:sldChg>
      <pc:sldChg chg="del">
        <pc:chgData name="Avinash Arun Chauhan" userId="S::avinash.chauhan@mahindrauniversity.edu.in::241b5f3e-36f4-4c61-9553-90e6a1c1b8a6" providerId="AD" clId="Web-{99E975F6-C6E8-47FD-F8D6-BCAA896BEDAC}" dt="2025-02-07T15:30:45.269" v="472"/>
        <pc:sldMkLst>
          <pc:docMk/>
          <pc:sldMk cId="2250290411" sldId="412"/>
        </pc:sldMkLst>
      </pc:sldChg>
      <pc:sldChg chg="del">
        <pc:chgData name="Avinash Arun Chauhan" userId="S::avinash.chauhan@mahindrauniversity.edu.in::241b5f3e-36f4-4c61-9553-90e6a1c1b8a6" providerId="AD" clId="Web-{99E975F6-C6E8-47FD-F8D6-BCAA896BEDAC}" dt="2025-02-07T15:30:45.847" v="473"/>
        <pc:sldMkLst>
          <pc:docMk/>
          <pc:sldMk cId="389664210" sldId="413"/>
        </pc:sldMkLst>
      </pc:sldChg>
      <pc:sldChg chg="del">
        <pc:chgData name="Avinash Arun Chauhan" userId="S::avinash.chauhan@mahindrauniversity.edu.in::241b5f3e-36f4-4c61-9553-90e6a1c1b8a6" providerId="AD" clId="Web-{99E975F6-C6E8-47FD-F8D6-BCAA896BEDAC}" dt="2025-02-07T15:30:46.784" v="474"/>
        <pc:sldMkLst>
          <pc:docMk/>
          <pc:sldMk cId="1663143253" sldId="414"/>
        </pc:sldMkLst>
      </pc:sldChg>
      <pc:sldChg chg="del">
        <pc:chgData name="Avinash Arun Chauhan" userId="S::avinash.chauhan@mahindrauniversity.edu.in::241b5f3e-36f4-4c61-9553-90e6a1c1b8a6" providerId="AD" clId="Web-{99E975F6-C6E8-47FD-F8D6-BCAA896BEDAC}" dt="2025-02-07T15:30:47.972" v="475"/>
        <pc:sldMkLst>
          <pc:docMk/>
          <pc:sldMk cId="2608449174" sldId="415"/>
        </pc:sldMkLst>
      </pc:sldChg>
      <pc:sldChg chg="modSp add replId">
        <pc:chgData name="Avinash Arun Chauhan" userId="S::avinash.chauhan@mahindrauniversity.edu.in::241b5f3e-36f4-4c61-9553-90e6a1c1b8a6" providerId="AD" clId="Web-{99E975F6-C6E8-47FD-F8D6-BCAA896BEDAC}" dt="2025-02-07T15:16:53.585" v="139" actId="20577"/>
        <pc:sldMkLst>
          <pc:docMk/>
          <pc:sldMk cId="367148838" sldId="417"/>
        </pc:sldMkLst>
      </pc:sldChg>
      <pc:sldChg chg="addSp delSp modSp add replId">
        <pc:chgData name="Avinash Arun Chauhan" userId="S::avinash.chauhan@mahindrauniversity.edu.in::241b5f3e-36f4-4c61-9553-90e6a1c1b8a6" providerId="AD" clId="Web-{99E975F6-C6E8-47FD-F8D6-BCAA896BEDAC}" dt="2025-02-07T15:17:39.883" v="151" actId="1076"/>
        <pc:sldMkLst>
          <pc:docMk/>
          <pc:sldMk cId="1161622595" sldId="418"/>
        </pc:sldMkLst>
      </pc:sldChg>
      <pc:sldChg chg="addSp delSp modSp add mod replId setBg">
        <pc:chgData name="Avinash Arun Chauhan" userId="S::avinash.chauhan@mahindrauniversity.edu.in::241b5f3e-36f4-4c61-9553-90e6a1c1b8a6" providerId="AD" clId="Web-{99E975F6-C6E8-47FD-F8D6-BCAA896BEDAC}" dt="2025-02-07T15:21:53.360" v="214"/>
        <pc:sldMkLst>
          <pc:docMk/>
          <pc:sldMk cId="1302900074" sldId="419"/>
        </pc:sldMkLst>
      </pc:sldChg>
      <pc:sldChg chg="modSp add replId">
        <pc:chgData name="Avinash Arun Chauhan" userId="S::avinash.chauhan@mahindrauniversity.edu.in::241b5f3e-36f4-4c61-9553-90e6a1c1b8a6" providerId="AD" clId="Web-{99E975F6-C6E8-47FD-F8D6-BCAA896BEDAC}" dt="2025-02-07T15:25:11.820" v="325" actId="20577"/>
        <pc:sldMkLst>
          <pc:docMk/>
          <pc:sldMk cId="4043396883" sldId="420"/>
        </pc:sldMkLst>
      </pc:sldChg>
      <pc:sldChg chg="modSp add replId">
        <pc:chgData name="Avinash Arun Chauhan" userId="S::avinash.chauhan@mahindrauniversity.edu.in::241b5f3e-36f4-4c61-9553-90e6a1c1b8a6" providerId="AD" clId="Web-{99E975F6-C6E8-47FD-F8D6-BCAA896BEDAC}" dt="2025-02-07T15:26:06.213" v="350" actId="20577"/>
        <pc:sldMkLst>
          <pc:docMk/>
          <pc:sldMk cId="3168882179" sldId="421"/>
        </pc:sldMkLst>
      </pc:sldChg>
      <pc:sldChg chg="modSp add replId">
        <pc:chgData name="Avinash Arun Chauhan" userId="S::avinash.chauhan@mahindrauniversity.edu.in::241b5f3e-36f4-4c61-9553-90e6a1c1b8a6" providerId="AD" clId="Web-{99E975F6-C6E8-47FD-F8D6-BCAA896BEDAC}" dt="2025-02-07T15:27:25.731" v="385" actId="20577"/>
        <pc:sldMkLst>
          <pc:docMk/>
          <pc:sldMk cId="2962369251" sldId="422"/>
        </pc:sldMkLst>
      </pc:sldChg>
      <pc:sldChg chg="modSp add replId">
        <pc:chgData name="Avinash Arun Chauhan" userId="S::avinash.chauhan@mahindrauniversity.edu.in::241b5f3e-36f4-4c61-9553-90e6a1c1b8a6" providerId="AD" clId="Web-{99E975F6-C6E8-47FD-F8D6-BCAA896BEDAC}" dt="2025-02-07T15:28:54.468" v="423" actId="20577"/>
        <pc:sldMkLst>
          <pc:docMk/>
          <pc:sldMk cId="2702704385" sldId="423"/>
        </pc:sldMkLst>
      </pc:sldChg>
      <pc:sldChg chg="addSp delSp modSp add del replId">
        <pc:chgData name="Avinash Arun Chauhan" userId="S::avinash.chauhan@mahindrauniversity.edu.in::241b5f3e-36f4-4c61-9553-90e6a1c1b8a6" providerId="AD" clId="Web-{99E975F6-C6E8-47FD-F8D6-BCAA896BEDAC}" dt="2025-02-07T15:30:53.503" v="480"/>
        <pc:sldMkLst>
          <pc:docMk/>
          <pc:sldMk cId="3039780439" sldId="424"/>
        </pc:sldMkLst>
      </pc:sldChg>
    </pc:docChg>
  </pc:docChgLst>
  <pc:docChgLst>
    <pc:chgData name="Avinash Arun Chauhan" userId="S::avinash.chauhan@mahindrauniversity.edu.in::241b5f3e-36f4-4c61-9553-90e6a1c1b8a6" providerId="AD" clId="Web-{F430AB55-46AA-71C5-5155-DB8D7C02C102}"/>
    <pc:docChg chg="modSld">
      <pc:chgData name="Avinash Arun Chauhan" userId="S::avinash.chauhan@mahindrauniversity.edu.in::241b5f3e-36f4-4c61-9553-90e6a1c1b8a6" providerId="AD" clId="Web-{F430AB55-46AA-71C5-5155-DB8D7C02C102}" dt="2025-02-03T08:38:06.471" v="99" actId="20577"/>
      <pc:docMkLst>
        <pc:docMk/>
      </pc:docMkLst>
      <pc:sldChg chg="modSp">
        <pc:chgData name="Avinash Arun Chauhan" userId="S::avinash.chauhan@mahindrauniversity.edu.in::241b5f3e-36f4-4c61-9553-90e6a1c1b8a6" providerId="AD" clId="Web-{F430AB55-46AA-71C5-5155-DB8D7C02C102}" dt="2025-02-03T08:21:41.763" v="6" actId="20577"/>
        <pc:sldMkLst>
          <pc:docMk/>
          <pc:sldMk cId="111794783" sldId="351"/>
        </pc:sldMkLst>
      </pc:sldChg>
      <pc:sldChg chg="modSp">
        <pc:chgData name="Avinash Arun Chauhan" userId="S::avinash.chauhan@mahindrauniversity.edu.in::241b5f3e-36f4-4c61-9553-90e6a1c1b8a6" providerId="AD" clId="Web-{F430AB55-46AA-71C5-5155-DB8D7C02C102}" dt="2025-02-03T08:25:53.788" v="8" actId="20577"/>
        <pc:sldMkLst>
          <pc:docMk/>
          <pc:sldMk cId="278790401" sldId="383"/>
        </pc:sldMkLst>
      </pc:sldChg>
      <pc:sldChg chg="modSp">
        <pc:chgData name="Avinash Arun Chauhan" userId="S::avinash.chauhan@mahindrauniversity.edu.in::241b5f3e-36f4-4c61-9553-90e6a1c1b8a6" providerId="AD" clId="Web-{F430AB55-46AA-71C5-5155-DB8D7C02C102}" dt="2025-02-03T08:31:23.034" v="44" actId="20577"/>
        <pc:sldMkLst>
          <pc:docMk/>
          <pc:sldMk cId="3912346787" sldId="385"/>
        </pc:sldMkLst>
      </pc:sldChg>
      <pc:sldChg chg="modSp">
        <pc:chgData name="Avinash Arun Chauhan" userId="S::avinash.chauhan@mahindrauniversity.edu.in::241b5f3e-36f4-4c61-9553-90e6a1c1b8a6" providerId="AD" clId="Web-{F430AB55-46AA-71C5-5155-DB8D7C02C102}" dt="2025-02-03T08:29:54.641" v="12" actId="20577"/>
        <pc:sldMkLst>
          <pc:docMk/>
          <pc:sldMk cId="1930055580" sldId="387"/>
        </pc:sldMkLst>
      </pc:sldChg>
      <pc:sldChg chg="modSp">
        <pc:chgData name="Avinash Arun Chauhan" userId="S::avinash.chauhan@mahindrauniversity.edu.in::241b5f3e-36f4-4c61-9553-90e6a1c1b8a6" providerId="AD" clId="Web-{F430AB55-46AA-71C5-5155-DB8D7C02C102}" dt="2025-02-03T08:38:06.471" v="99" actId="20577"/>
        <pc:sldMkLst>
          <pc:docMk/>
          <pc:sldMk cId="4197956168" sldId="388"/>
        </pc:sldMkLst>
      </pc:sldChg>
    </pc:docChg>
  </pc:docChgLst>
  <pc:docChgLst>
    <pc:chgData name="Avinash Arun Chauhan" userId="S::avinash.chauhan@mahindrauniversity.edu.in::241b5f3e-36f4-4c61-9553-90e6a1c1b8a6" providerId="AD" clId="Web-{495C2DE9-FA7D-3341-6AA9-EB09D03C755A}"/>
    <pc:docChg chg="addSld delSld modSld sldOrd">
      <pc:chgData name="Avinash Arun Chauhan" userId="S::avinash.chauhan@mahindrauniversity.edu.in::241b5f3e-36f4-4c61-9553-90e6a1c1b8a6" providerId="AD" clId="Web-{495C2DE9-FA7D-3341-6AA9-EB09D03C755A}" dt="2025-02-09T15:56:40.141" v="1055"/>
      <pc:docMkLst>
        <pc:docMk/>
      </pc:docMkLst>
      <pc:sldChg chg="modSp">
        <pc:chgData name="Avinash Arun Chauhan" userId="S::avinash.chauhan@mahindrauniversity.edu.in::241b5f3e-36f4-4c61-9553-90e6a1c1b8a6" providerId="AD" clId="Web-{495C2DE9-FA7D-3341-6AA9-EB09D03C755A}" dt="2025-02-09T15:24:58.337" v="601" actId="20577"/>
        <pc:sldMkLst>
          <pc:docMk/>
          <pc:sldMk cId="3379929072" sldId="344"/>
        </pc:sldMkLst>
      </pc:sldChg>
      <pc:sldChg chg="modSp del">
        <pc:chgData name="Avinash Arun Chauhan" userId="S::avinash.chauhan@mahindrauniversity.edu.in::241b5f3e-36f4-4c61-9553-90e6a1c1b8a6" providerId="AD" clId="Web-{495C2DE9-FA7D-3341-6AA9-EB09D03C755A}" dt="2025-02-09T15:33:39.914" v="782"/>
        <pc:sldMkLst>
          <pc:docMk/>
          <pc:sldMk cId="3804487949" sldId="345"/>
        </pc:sldMkLst>
      </pc:sldChg>
      <pc:sldChg chg="modSp">
        <pc:chgData name="Avinash Arun Chauhan" userId="S::avinash.chauhan@mahindrauniversity.edu.in::241b5f3e-36f4-4c61-9553-90e6a1c1b8a6" providerId="AD" clId="Web-{495C2DE9-FA7D-3341-6AA9-EB09D03C755A}" dt="2025-02-09T15:53:14.838" v="1048" actId="20577"/>
        <pc:sldMkLst>
          <pc:docMk/>
          <pc:sldMk cId="1050131186" sldId="346"/>
        </pc:sldMkLst>
      </pc:sldChg>
      <pc:sldChg chg="add del">
        <pc:chgData name="Avinash Arun Chauhan" userId="S::avinash.chauhan@mahindrauniversity.edu.in::241b5f3e-36f4-4c61-9553-90e6a1c1b8a6" providerId="AD" clId="Web-{495C2DE9-FA7D-3341-6AA9-EB09D03C755A}" dt="2025-02-09T15:54:05.902" v="1054"/>
        <pc:sldMkLst>
          <pc:docMk/>
          <pc:sldMk cId="770928017" sldId="347"/>
        </pc:sldMkLst>
      </pc:sldChg>
      <pc:sldChg chg="modSp">
        <pc:chgData name="Avinash Arun Chauhan" userId="S::avinash.chauhan@mahindrauniversity.edu.in::241b5f3e-36f4-4c61-9553-90e6a1c1b8a6" providerId="AD" clId="Web-{495C2DE9-FA7D-3341-6AA9-EB09D03C755A}" dt="2025-02-09T15:27:41.201" v="678" actId="20577"/>
        <pc:sldMkLst>
          <pc:docMk/>
          <pc:sldMk cId="3125990423" sldId="374"/>
        </pc:sldMkLst>
      </pc:sldChg>
      <pc:sldChg chg="mod modShow">
        <pc:chgData name="Avinash Arun Chauhan" userId="S::avinash.chauhan@mahindrauniversity.edu.in::241b5f3e-36f4-4c61-9553-90e6a1c1b8a6" providerId="AD" clId="Web-{495C2DE9-FA7D-3341-6AA9-EB09D03C755A}" dt="2025-02-09T15:56:40.141" v="1055"/>
        <pc:sldMkLst>
          <pc:docMk/>
          <pc:sldMk cId="2224388889" sldId="416"/>
        </pc:sldMkLst>
      </pc:sldChg>
      <pc:sldChg chg="add del">
        <pc:chgData name="Avinash Arun Chauhan" userId="S::avinash.chauhan@mahindrauniversity.edu.in::241b5f3e-36f4-4c61-9553-90e6a1c1b8a6" providerId="AD" clId="Web-{495C2DE9-FA7D-3341-6AA9-EB09D03C755A}" dt="2025-02-09T15:54:05.871" v="1052"/>
        <pc:sldMkLst>
          <pc:docMk/>
          <pc:sldMk cId="367148838" sldId="417"/>
        </pc:sldMkLst>
      </pc:sldChg>
      <pc:sldChg chg="add del">
        <pc:chgData name="Avinash Arun Chauhan" userId="S::avinash.chauhan@mahindrauniversity.edu.in::241b5f3e-36f4-4c61-9553-90e6a1c1b8a6" providerId="AD" clId="Web-{495C2DE9-FA7D-3341-6AA9-EB09D03C755A}" dt="2025-02-09T15:54:05.887" v="1053"/>
        <pc:sldMkLst>
          <pc:docMk/>
          <pc:sldMk cId="1161622595" sldId="418"/>
        </pc:sldMkLst>
      </pc:sldChg>
      <pc:sldChg chg="modSp add replId">
        <pc:chgData name="Avinash Arun Chauhan" userId="S::avinash.chauhan@mahindrauniversity.edu.in::241b5f3e-36f4-4c61-9553-90e6a1c1b8a6" providerId="AD" clId="Web-{495C2DE9-FA7D-3341-6AA9-EB09D03C755A}" dt="2025-02-09T15:18:39.030" v="519" actId="20577"/>
        <pc:sldMkLst>
          <pc:docMk/>
          <pc:sldMk cId="2802681030" sldId="425"/>
        </pc:sldMkLst>
      </pc:sldChg>
      <pc:sldChg chg="modSp add del replId">
        <pc:chgData name="Avinash Arun Chauhan" userId="S::avinash.chauhan@mahindrauniversity.edu.in::241b5f3e-36f4-4c61-9553-90e6a1c1b8a6" providerId="AD" clId="Web-{495C2DE9-FA7D-3341-6AA9-EB09D03C755A}" dt="2025-02-09T15:11:25.878" v="242"/>
        <pc:sldMkLst>
          <pc:docMk/>
          <pc:sldMk cId="899074560" sldId="426"/>
        </pc:sldMkLst>
      </pc:sldChg>
      <pc:sldChg chg="modSp add replId">
        <pc:chgData name="Avinash Arun Chauhan" userId="S::avinash.chauhan@mahindrauniversity.edu.in::241b5f3e-36f4-4c61-9553-90e6a1c1b8a6" providerId="AD" clId="Web-{495C2DE9-FA7D-3341-6AA9-EB09D03C755A}" dt="2025-02-09T15:13:03.896" v="282" actId="20577"/>
        <pc:sldMkLst>
          <pc:docMk/>
          <pc:sldMk cId="1533841355" sldId="426"/>
        </pc:sldMkLst>
      </pc:sldChg>
      <pc:sldChg chg="modSp add replId">
        <pc:chgData name="Avinash Arun Chauhan" userId="S::avinash.chauhan@mahindrauniversity.edu.in::241b5f3e-36f4-4c61-9553-90e6a1c1b8a6" providerId="AD" clId="Web-{495C2DE9-FA7D-3341-6AA9-EB09D03C755A}" dt="2025-02-09T15:14:46.649" v="317" actId="20577"/>
        <pc:sldMkLst>
          <pc:docMk/>
          <pc:sldMk cId="4149360407" sldId="427"/>
        </pc:sldMkLst>
      </pc:sldChg>
      <pc:sldChg chg="modSp add replId">
        <pc:chgData name="Avinash Arun Chauhan" userId="S::avinash.chauhan@mahindrauniversity.edu.in::241b5f3e-36f4-4c61-9553-90e6a1c1b8a6" providerId="AD" clId="Web-{495C2DE9-FA7D-3341-6AA9-EB09D03C755A}" dt="2025-02-09T15:19:44.016" v="538" actId="1076"/>
        <pc:sldMkLst>
          <pc:docMk/>
          <pc:sldMk cId="1106517050" sldId="428"/>
        </pc:sldMkLst>
      </pc:sldChg>
      <pc:sldChg chg="modSp add replId">
        <pc:chgData name="Avinash Arun Chauhan" userId="S::avinash.chauhan@mahindrauniversity.edu.in::241b5f3e-36f4-4c61-9553-90e6a1c1b8a6" providerId="AD" clId="Web-{495C2DE9-FA7D-3341-6AA9-EB09D03C755A}" dt="2025-02-09T15:20:08.033" v="542" actId="20577"/>
        <pc:sldMkLst>
          <pc:docMk/>
          <pc:sldMk cId="1668300359" sldId="429"/>
        </pc:sldMkLst>
      </pc:sldChg>
      <pc:sldChg chg="modSp add replId">
        <pc:chgData name="Avinash Arun Chauhan" userId="S::avinash.chauhan@mahindrauniversity.edu.in::241b5f3e-36f4-4c61-9553-90e6a1c1b8a6" providerId="AD" clId="Web-{495C2DE9-FA7D-3341-6AA9-EB09D03C755A}" dt="2025-02-09T15:21:40.660" v="563" actId="20577"/>
        <pc:sldMkLst>
          <pc:docMk/>
          <pc:sldMk cId="1285345284" sldId="430"/>
        </pc:sldMkLst>
      </pc:sldChg>
      <pc:sldChg chg="modSp add replId">
        <pc:chgData name="Avinash Arun Chauhan" userId="S::avinash.chauhan@mahindrauniversity.edu.in::241b5f3e-36f4-4c61-9553-90e6a1c1b8a6" providerId="AD" clId="Web-{495C2DE9-FA7D-3341-6AA9-EB09D03C755A}" dt="2025-02-09T15:33:31.007" v="779" actId="20577"/>
        <pc:sldMkLst>
          <pc:docMk/>
          <pc:sldMk cId="3049280400" sldId="431"/>
        </pc:sldMkLst>
      </pc:sldChg>
      <pc:sldChg chg="addSp modSp add replId">
        <pc:chgData name="Avinash Arun Chauhan" userId="S::avinash.chauhan@mahindrauniversity.edu.in::241b5f3e-36f4-4c61-9553-90e6a1c1b8a6" providerId="AD" clId="Web-{495C2DE9-FA7D-3341-6AA9-EB09D03C755A}" dt="2025-02-09T15:39:37.173" v="833" actId="1076"/>
        <pc:sldMkLst>
          <pc:docMk/>
          <pc:sldMk cId="642281423" sldId="432"/>
        </pc:sldMkLst>
      </pc:sldChg>
      <pc:sldChg chg="add del replId">
        <pc:chgData name="Avinash Arun Chauhan" userId="S::avinash.chauhan@mahindrauniversity.edu.in::241b5f3e-36f4-4c61-9553-90e6a1c1b8a6" providerId="AD" clId="Web-{495C2DE9-FA7D-3341-6AA9-EB09D03C755A}" dt="2025-02-09T15:33:38.898" v="781"/>
        <pc:sldMkLst>
          <pc:docMk/>
          <pc:sldMk cId="2720415545" sldId="432"/>
        </pc:sldMkLst>
      </pc:sldChg>
      <pc:sldChg chg="delSp modSp add replId">
        <pc:chgData name="Avinash Arun Chauhan" userId="S::avinash.chauhan@mahindrauniversity.edu.in::241b5f3e-36f4-4c61-9553-90e6a1c1b8a6" providerId="AD" clId="Web-{495C2DE9-FA7D-3341-6AA9-EB09D03C755A}" dt="2025-02-09T15:45:00.872" v="875" actId="1076"/>
        <pc:sldMkLst>
          <pc:docMk/>
          <pc:sldMk cId="2490634202" sldId="433"/>
        </pc:sldMkLst>
      </pc:sldChg>
      <pc:sldChg chg="modSp add replId">
        <pc:chgData name="Avinash Arun Chauhan" userId="S::avinash.chauhan@mahindrauniversity.edu.in::241b5f3e-36f4-4c61-9553-90e6a1c1b8a6" providerId="AD" clId="Web-{495C2DE9-FA7D-3341-6AA9-EB09D03C755A}" dt="2025-02-09T15:46:27.390" v="907" actId="20577"/>
        <pc:sldMkLst>
          <pc:docMk/>
          <pc:sldMk cId="1484115214" sldId="434"/>
        </pc:sldMkLst>
      </pc:sldChg>
      <pc:sldChg chg="addSp delSp modSp add replId">
        <pc:chgData name="Avinash Arun Chauhan" userId="S::avinash.chauhan@mahindrauniversity.edu.in::241b5f3e-36f4-4c61-9553-90e6a1c1b8a6" providerId="AD" clId="Web-{495C2DE9-FA7D-3341-6AA9-EB09D03C755A}" dt="2025-02-09T15:49:03.785" v="979" actId="1076"/>
        <pc:sldMkLst>
          <pc:docMk/>
          <pc:sldMk cId="660463148" sldId="435"/>
        </pc:sldMkLst>
      </pc:sldChg>
      <pc:sldChg chg="modSp add ord replId">
        <pc:chgData name="Avinash Arun Chauhan" userId="S::avinash.chauhan@mahindrauniversity.edu.in::241b5f3e-36f4-4c61-9553-90e6a1c1b8a6" providerId="AD" clId="Web-{495C2DE9-FA7D-3341-6AA9-EB09D03C755A}" dt="2025-02-09T15:51:19.898" v="1007" actId="20577"/>
        <pc:sldMkLst>
          <pc:docMk/>
          <pc:sldMk cId="64068537" sldId="436"/>
        </pc:sldMkLst>
      </pc:sldChg>
      <pc:sldChg chg="addSp delSp modSp add replId">
        <pc:chgData name="Avinash Arun Chauhan" userId="S::avinash.chauhan@mahindrauniversity.edu.in::241b5f3e-36f4-4c61-9553-90e6a1c1b8a6" providerId="AD" clId="Web-{495C2DE9-FA7D-3341-6AA9-EB09D03C755A}" dt="2025-02-09T15:53:00.213" v="1039" actId="14100"/>
        <pc:sldMkLst>
          <pc:docMk/>
          <pc:sldMk cId="1725508161" sldId="437"/>
        </pc:sldMkLst>
      </pc:sldChg>
    </pc:docChg>
  </pc:docChgLst>
  <pc:docChgLst>
    <pc:chgData name="Avinash Arun Chauhan" userId="S::avinash.chauhan@mahindrauniversity.edu.in::241b5f3e-36f4-4c61-9553-90e6a1c1b8a6" providerId="AD" clId="Web-{62C0756A-0E28-AA58-5AF9-EE2B6D7652BD}"/>
    <pc:docChg chg="modSld">
      <pc:chgData name="Avinash Arun Chauhan" userId="S::avinash.chauhan@mahindrauniversity.edu.in::241b5f3e-36f4-4c61-9553-90e6a1c1b8a6" providerId="AD" clId="Web-{62C0756A-0E28-AA58-5AF9-EE2B6D7652BD}" dt="2025-04-01T11:31:50.321" v="10" actId="20577"/>
      <pc:docMkLst>
        <pc:docMk/>
      </pc:docMkLst>
      <pc:sldChg chg="modSp">
        <pc:chgData name="Avinash Arun Chauhan" userId="S::avinash.chauhan@mahindrauniversity.edu.in::241b5f3e-36f4-4c61-9553-90e6a1c1b8a6" providerId="AD" clId="Web-{62C0756A-0E28-AA58-5AF9-EE2B6D7652BD}" dt="2025-04-01T11:31:50.321" v="10" actId="20577"/>
        <pc:sldMkLst>
          <pc:docMk/>
          <pc:sldMk cId="3060705436" sldId="578"/>
        </pc:sldMkLst>
        <pc:spChg chg="mod">
          <ac:chgData name="Avinash Arun Chauhan" userId="S::avinash.chauhan@mahindrauniversity.edu.in::241b5f3e-36f4-4c61-9553-90e6a1c1b8a6" providerId="AD" clId="Web-{62C0756A-0E28-AA58-5AF9-EE2B6D7652BD}" dt="2025-04-01T11:31:50.321" v="10" actId="20577"/>
          <ac:spMkLst>
            <pc:docMk/>
            <pc:sldMk cId="3060705436" sldId="578"/>
            <ac:spMk id="2" creationId="{90CF744A-1E70-F257-DDB4-2F958456F417}"/>
          </ac:spMkLst>
        </pc:spChg>
      </pc:sldChg>
    </pc:docChg>
  </pc:docChgLst>
  <pc:docChgLst>
    <pc:chgData name="Avinash Arun Chauhan" userId="S::avinash.chauhan@mahindrauniversity.edu.in::241b5f3e-36f4-4c61-9553-90e6a1c1b8a6" providerId="AD" clId="Web-{65234591-7008-420B-F33B-8F98E6D1A643}"/>
    <pc:docChg chg="addSld delSld modSld sldOrd">
      <pc:chgData name="Avinash Arun Chauhan" userId="S::avinash.chauhan@mahindrauniversity.edu.in::241b5f3e-36f4-4c61-9553-90e6a1c1b8a6" providerId="AD" clId="Web-{65234591-7008-420B-F33B-8F98E6D1A643}" dt="2025-01-28T07:43:19.411" v="685" actId="20577"/>
      <pc:docMkLst>
        <pc:docMk/>
      </pc:docMkLst>
      <pc:sldChg chg="modSp">
        <pc:chgData name="Avinash Arun Chauhan" userId="S::avinash.chauhan@mahindrauniversity.edu.in::241b5f3e-36f4-4c61-9553-90e6a1c1b8a6" providerId="AD" clId="Web-{65234591-7008-420B-F33B-8F98E6D1A643}" dt="2025-01-28T07:42:30.034" v="660" actId="20577"/>
        <pc:sldMkLst>
          <pc:docMk/>
          <pc:sldMk cId="1153999674" sldId="355"/>
        </pc:sldMkLst>
      </pc:sldChg>
      <pc:sldChg chg="addSp modSp">
        <pc:chgData name="Avinash Arun Chauhan" userId="S::avinash.chauhan@mahindrauniversity.edu.in::241b5f3e-36f4-4c61-9553-90e6a1c1b8a6" providerId="AD" clId="Web-{65234591-7008-420B-F33B-8F98E6D1A643}" dt="2025-01-28T07:43:19.411" v="685" actId="20577"/>
        <pc:sldMkLst>
          <pc:docMk/>
          <pc:sldMk cId="4056035360" sldId="357"/>
        </pc:sldMkLst>
      </pc:sldChg>
      <pc:sldChg chg="add del">
        <pc:chgData name="Avinash Arun Chauhan" userId="S::avinash.chauhan@mahindrauniversity.edu.in::241b5f3e-36f4-4c61-9553-90e6a1c1b8a6" providerId="AD" clId="Web-{65234591-7008-420B-F33B-8F98E6D1A643}" dt="2025-01-28T07:42:49.285" v="662"/>
        <pc:sldMkLst>
          <pc:docMk/>
          <pc:sldMk cId="1406407962" sldId="358"/>
        </pc:sldMkLst>
      </pc:sldChg>
      <pc:sldChg chg="addSp delSp modSp add ord replId">
        <pc:chgData name="Avinash Arun Chauhan" userId="S::avinash.chauhan@mahindrauniversity.edu.in::241b5f3e-36f4-4c61-9553-90e6a1c1b8a6" providerId="AD" clId="Web-{65234591-7008-420B-F33B-8F98E6D1A643}" dt="2025-01-28T07:41:59.330" v="659" actId="20577"/>
        <pc:sldMkLst>
          <pc:docMk/>
          <pc:sldMk cId="1313524152" sldId="373"/>
        </pc:sldMkLst>
      </pc:sldChg>
    </pc:docChg>
  </pc:docChgLst>
  <pc:docChgLst>
    <pc:chgData name="Avinash Arun Chauhan" userId="S::avinash.chauhan@mahindrauniversity.edu.in::241b5f3e-36f4-4c61-9553-90e6a1c1b8a6" providerId="AD" clId="Web-{BC0A1928-B257-41E1-214A-B3C8D35457B2}"/>
    <pc:docChg chg="addSld modSld">
      <pc:chgData name="Avinash Arun Chauhan" userId="S::avinash.chauhan@mahindrauniversity.edu.in::241b5f3e-36f4-4c61-9553-90e6a1c1b8a6" providerId="AD" clId="Web-{BC0A1928-B257-41E1-214A-B3C8D35457B2}" dt="2025-05-05T08:37:55.406" v="1121" actId="20577"/>
      <pc:docMkLst>
        <pc:docMk/>
      </pc:docMkLst>
      <pc:sldChg chg="modSp">
        <pc:chgData name="Avinash Arun Chauhan" userId="S::avinash.chauhan@mahindrauniversity.edu.in::241b5f3e-36f4-4c61-9553-90e6a1c1b8a6" providerId="AD" clId="Web-{BC0A1928-B257-41E1-214A-B3C8D35457B2}" dt="2025-05-05T08:16:51.579" v="1066" actId="20577"/>
        <pc:sldMkLst>
          <pc:docMk/>
          <pc:sldMk cId="589826861" sldId="604"/>
        </pc:sldMkLst>
        <pc:spChg chg="mod">
          <ac:chgData name="Avinash Arun Chauhan" userId="S::avinash.chauhan@mahindrauniversity.edu.in::241b5f3e-36f4-4c61-9553-90e6a1c1b8a6" providerId="AD" clId="Web-{BC0A1928-B257-41E1-214A-B3C8D35457B2}" dt="2025-05-05T08:16:51.579" v="1066" actId="20577"/>
          <ac:spMkLst>
            <pc:docMk/>
            <pc:sldMk cId="589826861" sldId="604"/>
            <ac:spMk id="3" creationId="{A6F8F747-E1DB-4F4F-2B5F-0D09E400621E}"/>
          </ac:spMkLst>
        </pc:spChg>
      </pc:sldChg>
      <pc:sldChg chg="addSp modSp">
        <pc:chgData name="Avinash Arun Chauhan" userId="S::avinash.chauhan@mahindrauniversity.edu.in::241b5f3e-36f4-4c61-9553-90e6a1c1b8a6" providerId="AD" clId="Web-{BC0A1928-B257-41E1-214A-B3C8D35457B2}" dt="2025-05-05T08:24:08.923" v="1085" actId="20577"/>
        <pc:sldMkLst>
          <pc:docMk/>
          <pc:sldMk cId="4167683793" sldId="605"/>
        </pc:sldMkLst>
        <pc:spChg chg="mod">
          <ac:chgData name="Avinash Arun Chauhan" userId="S::avinash.chauhan@mahindrauniversity.edu.in::241b5f3e-36f4-4c61-9553-90e6a1c1b8a6" providerId="AD" clId="Web-{BC0A1928-B257-41E1-214A-B3C8D35457B2}" dt="2025-05-05T08:24:08.923" v="1085" actId="20577"/>
          <ac:spMkLst>
            <pc:docMk/>
            <pc:sldMk cId="4167683793" sldId="605"/>
            <ac:spMk id="3" creationId="{6A6885E7-5C30-3D3D-2742-7711D7ABB554}"/>
          </ac:spMkLst>
        </pc:spChg>
        <pc:spChg chg="add mod">
          <ac:chgData name="Avinash Arun Chauhan" userId="S::avinash.chauhan@mahindrauniversity.edu.in::241b5f3e-36f4-4c61-9553-90e6a1c1b8a6" providerId="AD" clId="Web-{BC0A1928-B257-41E1-214A-B3C8D35457B2}" dt="2025-05-05T08:12:11.194" v="1026" actId="20577"/>
          <ac:spMkLst>
            <pc:docMk/>
            <pc:sldMk cId="4167683793" sldId="605"/>
            <ac:spMk id="4" creationId="{5C8B3F52-C445-E148-DD9C-70A601473DC1}"/>
          </ac:spMkLst>
        </pc:spChg>
        <pc:spChg chg="add mod">
          <ac:chgData name="Avinash Arun Chauhan" userId="S::avinash.chauhan@mahindrauniversity.edu.in::241b5f3e-36f4-4c61-9553-90e6a1c1b8a6" providerId="AD" clId="Web-{BC0A1928-B257-41E1-214A-B3C8D35457B2}" dt="2025-05-05T06:34:32.804" v="358" actId="20577"/>
          <ac:spMkLst>
            <pc:docMk/>
            <pc:sldMk cId="4167683793" sldId="605"/>
            <ac:spMk id="5" creationId="{A160E454-5AAB-8800-54BF-C902D107DA67}"/>
          </ac:spMkLst>
        </pc:spChg>
      </pc:sldChg>
      <pc:sldChg chg="modSp">
        <pc:chgData name="Avinash Arun Chauhan" userId="S::avinash.chauhan@mahindrauniversity.edu.in::241b5f3e-36f4-4c61-9553-90e6a1c1b8a6" providerId="AD" clId="Web-{BC0A1928-B257-41E1-214A-B3C8D35457B2}" dt="2025-05-05T06:37:48.297" v="563" actId="20577"/>
        <pc:sldMkLst>
          <pc:docMk/>
          <pc:sldMk cId="2357443964" sldId="606"/>
        </pc:sldMkLst>
        <pc:spChg chg="mod">
          <ac:chgData name="Avinash Arun Chauhan" userId="S::avinash.chauhan@mahindrauniversity.edu.in::241b5f3e-36f4-4c61-9553-90e6a1c1b8a6" providerId="AD" clId="Web-{BC0A1928-B257-41E1-214A-B3C8D35457B2}" dt="2025-05-05T06:37:48.297" v="563" actId="20577"/>
          <ac:spMkLst>
            <pc:docMk/>
            <pc:sldMk cId="2357443964" sldId="606"/>
            <ac:spMk id="3" creationId="{2555C782-C65F-3D4A-1E3C-337B9BD75A75}"/>
          </ac:spMkLst>
        </pc:spChg>
      </pc:sldChg>
      <pc:sldChg chg="modSp">
        <pc:chgData name="Avinash Arun Chauhan" userId="S::avinash.chauhan@mahindrauniversity.edu.in::241b5f3e-36f4-4c61-9553-90e6a1c1b8a6" providerId="AD" clId="Web-{BC0A1928-B257-41E1-214A-B3C8D35457B2}" dt="2025-05-05T06:39:46.161" v="575" actId="20577"/>
        <pc:sldMkLst>
          <pc:docMk/>
          <pc:sldMk cId="758467460" sldId="607"/>
        </pc:sldMkLst>
        <pc:spChg chg="mod">
          <ac:chgData name="Avinash Arun Chauhan" userId="S::avinash.chauhan@mahindrauniversity.edu.in::241b5f3e-36f4-4c61-9553-90e6a1c1b8a6" providerId="AD" clId="Web-{BC0A1928-B257-41E1-214A-B3C8D35457B2}" dt="2025-05-05T06:39:46.161" v="575" actId="20577"/>
          <ac:spMkLst>
            <pc:docMk/>
            <pc:sldMk cId="758467460" sldId="607"/>
            <ac:spMk id="3" creationId="{649A9DEA-41B0-DDDB-0C0E-D72DC3B459FB}"/>
          </ac:spMkLst>
        </pc:spChg>
      </pc:sldChg>
      <pc:sldChg chg="modSp">
        <pc:chgData name="Avinash Arun Chauhan" userId="S::avinash.chauhan@mahindrauniversity.edu.in::241b5f3e-36f4-4c61-9553-90e6a1c1b8a6" providerId="AD" clId="Web-{BC0A1928-B257-41E1-214A-B3C8D35457B2}" dt="2025-05-05T06:51:27.283" v="986" actId="20577"/>
        <pc:sldMkLst>
          <pc:docMk/>
          <pc:sldMk cId="2878165360" sldId="608"/>
        </pc:sldMkLst>
        <pc:spChg chg="mod">
          <ac:chgData name="Avinash Arun Chauhan" userId="S::avinash.chauhan@mahindrauniversity.edu.in::241b5f3e-36f4-4c61-9553-90e6a1c1b8a6" providerId="AD" clId="Web-{BC0A1928-B257-41E1-214A-B3C8D35457B2}" dt="2025-05-05T06:51:27.283" v="986" actId="20577"/>
          <ac:spMkLst>
            <pc:docMk/>
            <pc:sldMk cId="2878165360" sldId="608"/>
            <ac:spMk id="3" creationId="{6E719393-CE87-8E2E-AB9D-5E3776C6ECE3}"/>
          </ac:spMkLst>
        </pc:spChg>
      </pc:sldChg>
      <pc:sldChg chg="modSp">
        <pc:chgData name="Avinash Arun Chauhan" userId="S::avinash.chauhan@mahindrauniversity.edu.in::241b5f3e-36f4-4c61-9553-90e6a1c1b8a6" providerId="AD" clId="Web-{BC0A1928-B257-41E1-214A-B3C8D35457B2}" dt="2025-05-05T06:52:24.254" v="996" actId="20577"/>
        <pc:sldMkLst>
          <pc:docMk/>
          <pc:sldMk cId="3096867652" sldId="609"/>
        </pc:sldMkLst>
        <pc:spChg chg="mod">
          <ac:chgData name="Avinash Arun Chauhan" userId="S::avinash.chauhan@mahindrauniversity.edu.in::241b5f3e-36f4-4c61-9553-90e6a1c1b8a6" providerId="AD" clId="Web-{BC0A1928-B257-41E1-214A-B3C8D35457B2}" dt="2025-05-05T06:52:24.254" v="996" actId="20577"/>
          <ac:spMkLst>
            <pc:docMk/>
            <pc:sldMk cId="3096867652" sldId="609"/>
            <ac:spMk id="3" creationId="{A0BCE137-E5E9-BADC-B79F-F8A71F99FB14}"/>
          </ac:spMkLst>
        </pc:spChg>
      </pc:sldChg>
      <pc:sldChg chg="modSp">
        <pc:chgData name="Avinash Arun Chauhan" userId="S::avinash.chauhan@mahindrauniversity.edu.in::241b5f3e-36f4-4c61-9553-90e6a1c1b8a6" providerId="AD" clId="Web-{BC0A1928-B257-41E1-214A-B3C8D35457B2}" dt="2025-05-05T08:37:55.406" v="1121" actId="20577"/>
        <pc:sldMkLst>
          <pc:docMk/>
          <pc:sldMk cId="2228685038" sldId="613"/>
        </pc:sldMkLst>
        <pc:spChg chg="mod">
          <ac:chgData name="Avinash Arun Chauhan" userId="S::avinash.chauhan@mahindrauniversity.edu.in::241b5f3e-36f4-4c61-9553-90e6a1c1b8a6" providerId="AD" clId="Web-{BC0A1928-B257-41E1-214A-B3C8D35457B2}" dt="2025-05-05T08:37:55.406" v="1121" actId="20577"/>
          <ac:spMkLst>
            <pc:docMk/>
            <pc:sldMk cId="2228685038" sldId="613"/>
            <ac:spMk id="3" creationId="{E54AFECC-F38E-F901-EAB0-B61D38F34D5A}"/>
          </ac:spMkLst>
        </pc:spChg>
      </pc:sldChg>
      <pc:sldChg chg="modSp">
        <pc:chgData name="Avinash Arun Chauhan" userId="S::avinash.chauhan@mahindrauniversity.edu.in::241b5f3e-36f4-4c61-9553-90e6a1c1b8a6" providerId="AD" clId="Web-{BC0A1928-B257-41E1-214A-B3C8D35457B2}" dt="2025-05-05T06:55:10.667" v="1012" actId="20577"/>
        <pc:sldMkLst>
          <pc:docMk/>
          <pc:sldMk cId="2866071683" sldId="614"/>
        </pc:sldMkLst>
        <pc:spChg chg="mod">
          <ac:chgData name="Avinash Arun Chauhan" userId="S::avinash.chauhan@mahindrauniversity.edu.in::241b5f3e-36f4-4c61-9553-90e6a1c1b8a6" providerId="AD" clId="Web-{BC0A1928-B257-41E1-214A-B3C8D35457B2}" dt="2025-05-05T06:55:10.667" v="1012" actId="20577"/>
          <ac:spMkLst>
            <pc:docMk/>
            <pc:sldMk cId="2866071683" sldId="614"/>
            <ac:spMk id="2" creationId="{71AEE35F-2C20-D307-7F3D-8C502C71770C}"/>
          </ac:spMkLst>
        </pc:spChg>
        <pc:graphicFrameChg chg="mod modGraphic">
          <ac:chgData name="Avinash Arun Chauhan" userId="S::avinash.chauhan@mahindrauniversity.edu.in::241b5f3e-36f4-4c61-9553-90e6a1c1b8a6" providerId="AD" clId="Web-{BC0A1928-B257-41E1-214A-B3C8D35457B2}" dt="2025-05-05T06:54:33.540" v="1007"/>
          <ac:graphicFrameMkLst>
            <pc:docMk/>
            <pc:sldMk cId="2866071683" sldId="614"/>
            <ac:graphicFrameMk id="5" creationId="{6B9B41FA-EAE1-6B6D-5130-AFE234650B12}"/>
          </ac:graphicFrameMkLst>
        </pc:graphicFrameChg>
      </pc:sldChg>
      <pc:sldChg chg="modSp">
        <pc:chgData name="Avinash Arun Chauhan" userId="S::avinash.chauhan@mahindrauniversity.edu.in::241b5f3e-36f4-4c61-9553-90e6a1c1b8a6" providerId="AD" clId="Web-{BC0A1928-B257-41E1-214A-B3C8D35457B2}" dt="2025-05-05T08:17:31.924" v="1077" actId="20577"/>
        <pc:sldMkLst>
          <pc:docMk/>
          <pc:sldMk cId="126661621" sldId="615"/>
        </pc:sldMkLst>
        <pc:spChg chg="mod">
          <ac:chgData name="Avinash Arun Chauhan" userId="S::avinash.chauhan@mahindrauniversity.edu.in::241b5f3e-36f4-4c61-9553-90e6a1c1b8a6" providerId="AD" clId="Web-{BC0A1928-B257-41E1-214A-B3C8D35457B2}" dt="2025-05-05T08:17:31.924" v="1077" actId="20577"/>
          <ac:spMkLst>
            <pc:docMk/>
            <pc:sldMk cId="126661621" sldId="615"/>
            <ac:spMk id="3" creationId="{6F6100A0-A480-8D65-FEF7-81E4B087D0A4}"/>
          </ac:spMkLst>
        </pc:spChg>
      </pc:sldChg>
      <pc:sldChg chg="modSp add replId">
        <pc:chgData name="Avinash Arun Chauhan" userId="S::avinash.chauhan@mahindrauniversity.edu.in::241b5f3e-36f4-4c61-9553-90e6a1c1b8a6" providerId="AD" clId="Web-{BC0A1928-B257-41E1-214A-B3C8D35457B2}" dt="2025-05-05T08:23:52.313" v="1078" actId="20577"/>
        <pc:sldMkLst>
          <pc:docMk/>
          <pc:sldMk cId="2171341167" sldId="616"/>
        </pc:sldMkLst>
        <pc:spChg chg="mod">
          <ac:chgData name="Avinash Arun Chauhan" userId="S::avinash.chauhan@mahindrauniversity.edu.in::241b5f3e-36f4-4c61-9553-90e6a1c1b8a6" providerId="AD" clId="Web-{BC0A1928-B257-41E1-214A-B3C8D35457B2}" dt="2025-05-05T08:23:52.313" v="1078" actId="20577"/>
          <ac:spMkLst>
            <pc:docMk/>
            <pc:sldMk cId="2171341167" sldId="616"/>
            <ac:spMk id="3" creationId="{6E1A7FA7-48E0-7580-62E7-B30494C4073E}"/>
          </ac:spMkLst>
        </pc:spChg>
      </pc:sldChg>
      <pc:sldChg chg="addSp modSp add replId">
        <pc:chgData name="Avinash Arun Chauhan" userId="S::avinash.chauhan@mahindrauniversity.edu.in::241b5f3e-36f4-4c61-9553-90e6a1c1b8a6" providerId="AD" clId="Web-{BC0A1928-B257-41E1-214A-B3C8D35457B2}" dt="2025-05-05T06:49:11.465" v="889" actId="20577"/>
        <pc:sldMkLst>
          <pc:docMk/>
          <pc:sldMk cId="3517260402" sldId="617"/>
        </pc:sldMkLst>
        <pc:spChg chg="mod">
          <ac:chgData name="Avinash Arun Chauhan" userId="S::avinash.chauhan@mahindrauniversity.edu.in::241b5f3e-36f4-4c61-9553-90e6a1c1b8a6" providerId="AD" clId="Web-{BC0A1928-B257-41E1-214A-B3C8D35457B2}" dt="2025-05-05T06:40:19.709" v="593" actId="20577"/>
          <ac:spMkLst>
            <pc:docMk/>
            <pc:sldMk cId="3517260402" sldId="617"/>
            <ac:spMk id="3" creationId="{7053E07A-2A54-C3B6-093E-E62149E96A05}"/>
          </ac:spMkLst>
        </pc:spChg>
        <pc:spChg chg="add mod">
          <ac:chgData name="Avinash Arun Chauhan" userId="S::avinash.chauhan@mahindrauniversity.edu.in::241b5f3e-36f4-4c61-9553-90e6a1c1b8a6" providerId="AD" clId="Web-{BC0A1928-B257-41E1-214A-B3C8D35457B2}" dt="2025-05-05T06:49:11.465" v="889" actId="20577"/>
          <ac:spMkLst>
            <pc:docMk/>
            <pc:sldMk cId="3517260402" sldId="617"/>
            <ac:spMk id="5" creationId="{58121BFE-30E6-A8D8-D4C3-C9F2C3C7D1F8}"/>
          </ac:spMkLst>
        </pc:spChg>
      </pc:sldChg>
    </pc:docChg>
  </pc:docChgLst>
  <pc:docChgLst>
    <pc:chgData name="Avinash Arun Chauhan" userId="S::avinash.chauhan@mahindrauniversity.edu.in::241b5f3e-36f4-4c61-9553-90e6a1c1b8a6" providerId="AD" clId="Web-{44A2E82D-5913-A0C3-65A6-6BC18C19FF40}"/>
    <pc:docChg chg="addSld delSld modSld sldOrd">
      <pc:chgData name="Avinash Arun Chauhan" userId="S::avinash.chauhan@mahindrauniversity.edu.in::241b5f3e-36f4-4c61-9553-90e6a1c1b8a6" providerId="AD" clId="Web-{44A2E82D-5913-A0C3-65A6-6BC18C19FF40}" dt="2025-02-10T05:35:58.133" v="1803" actId="14100"/>
      <pc:docMkLst>
        <pc:docMk/>
      </pc:docMkLst>
      <pc:sldChg chg="modSp modNotes">
        <pc:chgData name="Avinash Arun Chauhan" userId="S::avinash.chauhan@mahindrauniversity.edu.in::241b5f3e-36f4-4c61-9553-90e6a1c1b8a6" providerId="AD" clId="Web-{44A2E82D-5913-A0C3-65A6-6BC18C19FF40}" dt="2025-02-10T04:36:34.884" v="13" actId="20577"/>
        <pc:sldMkLst>
          <pc:docMk/>
          <pc:sldMk cId="3662289297" sldId="343"/>
        </pc:sldMkLst>
      </pc:sldChg>
      <pc:sldChg chg="addSp modSp">
        <pc:chgData name="Avinash Arun Chauhan" userId="S::avinash.chauhan@mahindrauniversity.edu.in::241b5f3e-36f4-4c61-9553-90e6a1c1b8a6" providerId="AD" clId="Web-{44A2E82D-5913-A0C3-65A6-6BC18C19FF40}" dt="2025-02-10T05:05:12.143" v="806" actId="20577"/>
        <pc:sldMkLst>
          <pc:docMk/>
          <pc:sldMk cId="3379929072" sldId="344"/>
        </pc:sldMkLst>
      </pc:sldChg>
      <pc:sldChg chg="addSp modSp">
        <pc:chgData name="Avinash Arun Chauhan" userId="S::avinash.chauhan@mahindrauniversity.edu.in::241b5f3e-36f4-4c61-9553-90e6a1c1b8a6" providerId="AD" clId="Web-{44A2E82D-5913-A0C3-65A6-6BC18C19FF40}" dt="2025-02-10T05:16:29.152" v="1286" actId="20577"/>
        <pc:sldMkLst>
          <pc:docMk/>
          <pc:sldMk cId="1050131186" sldId="346"/>
        </pc:sldMkLst>
      </pc:sldChg>
      <pc:sldChg chg="del">
        <pc:chgData name="Avinash Arun Chauhan" userId="S::avinash.chauhan@mahindrauniversity.edu.in::241b5f3e-36f4-4c61-9553-90e6a1c1b8a6" providerId="AD" clId="Web-{44A2E82D-5913-A0C3-65A6-6BC18C19FF40}" dt="2025-02-10T05:21:41.874" v="1393"/>
        <pc:sldMkLst>
          <pc:docMk/>
          <pc:sldMk cId="770928017" sldId="347"/>
        </pc:sldMkLst>
      </pc:sldChg>
      <pc:sldChg chg="modSp">
        <pc:chgData name="Avinash Arun Chauhan" userId="S::avinash.chauhan@mahindrauniversity.edu.in::241b5f3e-36f4-4c61-9553-90e6a1c1b8a6" providerId="AD" clId="Web-{44A2E82D-5913-A0C3-65A6-6BC18C19FF40}" dt="2025-02-10T05:18:40.113" v="1345" actId="20577"/>
        <pc:sldMkLst>
          <pc:docMk/>
          <pc:sldMk cId="111794783" sldId="351"/>
        </pc:sldMkLst>
      </pc:sldChg>
      <pc:sldChg chg="modSp">
        <pc:chgData name="Avinash Arun Chauhan" userId="S::avinash.chauhan@mahindrauniversity.edu.in::241b5f3e-36f4-4c61-9553-90e6a1c1b8a6" providerId="AD" clId="Web-{44A2E82D-5913-A0C3-65A6-6BC18C19FF40}" dt="2025-02-10T05:09:21.158" v="1060" actId="20577"/>
        <pc:sldMkLst>
          <pc:docMk/>
          <pc:sldMk cId="3125990423" sldId="374"/>
        </pc:sldMkLst>
      </pc:sldChg>
      <pc:sldChg chg="addSp modSp">
        <pc:chgData name="Avinash Arun Chauhan" userId="S::avinash.chauhan@mahindrauniversity.edu.in::241b5f3e-36f4-4c61-9553-90e6a1c1b8a6" providerId="AD" clId="Web-{44A2E82D-5913-A0C3-65A6-6BC18C19FF40}" dt="2025-02-10T05:17:30.828" v="1304" actId="1076"/>
        <pc:sldMkLst>
          <pc:docMk/>
          <pc:sldMk cId="3407660478" sldId="381"/>
        </pc:sldMkLst>
      </pc:sldChg>
      <pc:sldChg chg="modSp mod ord modShow">
        <pc:chgData name="Avinash Arun Chauhan" userId="S::avinash.chauhan@mahindrauniversity.edu.in::241b5f3e-36f4-4c61-9553-90e6a1c1b8a6" providerId="AD" clId="Web-{44A2E82D-5913-A0C3-65A6-6BC18C19FF40}" dt="2025-02-10T04:39:00.330" v="28"/>
        <pc:sldMkLst>
          <pc:docMk/>
          <pc:sldMk cId="2224388889" sldId="416"/>
        </pc:sldMkLst>
      </pc:sldChg>
      <pc:sldChg chg="modSp">
        <pc:chgData name="Avinash Arun Chauhan" userId="S::avinash.chauhan@mahindrauniversity.edu.in::241b5f3e-36f4-4c61-9553-90e6a1c1b8a6" providerId="AD" clId="Web-{44A2E82D-5913-A0C3-65A6-6BC18C19FF40}" dt="2025-02-10T05:21:37.561" v="1392" actId="20577"/>
        <pc:sldMkLst>
          <pc:docMk/>
          <pc:sldMk cId="367148838" sldId="417"/>
        </pc:sldMkLst>
      </pc:sldChg>
      <pc:sldChg chg="addSp modSp">
        <pc:chgData name="Avinash Arun Chauhan" userId="S::avinash.chauhan@mahindrauniversity.edu.in::241b5f3e-36f4-4c61-9553-90e6a1c1b8a6" providerId="AD" clId="Web-{44A2E82D-5913-A0C3-65A6-6BC18C19FF40}" dt="2025-02-10T05:27:24.035" v="1609" actId="1076"/>
        <pc:sldMkLst>
          <pc:docMk/>
          <pc:sldMk cId="1161622595" sldId="418"/>
        </pc:sldMkLst>
      </pc:sldChg>
      <pc:sldChg chg="addSp modSp">
        <pc:chgData name="Avinash Arun Chauhan" userId="S::avinash.chauhan@mahindrauniversity.edu.in::241b5f3e-36f4-4c61-9553-90e6a1c1b8a6" providerId="AD" clId="Web-{44A2E82D-5913-A0C3-65A6-6BC18C19FF40}" dt="2025-02-10T05:18:10.049" v="1331" actId="1076"/>
        <pc:sldMkLst>
          <pc:docMk/>
          <pc:sldMk cId="1302900074" sldId="419"/>
        </pc:sldMkLst>
      </pc:sldChg>
      <pc:sldChg chg="modSp">
        <pc:chgData name="Avinash Arun Chauhan" userId="S::avinash.chauhan@mahindrauniversity.edu.in::241b5f3e-36f4-4c61-9553-90e6a1c1b8a6" providerId="AD" clId="Web-{44A2E82D-5913-A0C3-65A6-6BC18C19FF40}" dt="2025-02-10T05:19:19.334" v="1349" actId="20577"/>
        <pc:sldMkLst>
          <pc:docMk/>
          <pc:sldMk cId="4043396883" sldId="420"/>
        </pc:sldMkLst>
      </pc:sldChg>
      <pc:sldChg chg="modSp">
        <pc:chgData name="Avinash Arun Chauhan" userId="S::avinash.chauhan@mahindrauniversity.edu.in::241b5f3e-36f4-4c61-9553-90e6a1c1b8a6" providerId="AD" clId="Web-{44A2E82D-5913-A0C3-65A6-6BC18C19FF40}" dt="2025-02-10T05:19:42.882" v="1352" actId="20577"/>
        <pc:sldMkLst>
          <pc:docMk/>
          <pc:sldMk cId="3168882179" sldId="421"/>
        </pc:sldMkLst>
      </pc:sldChg>
      <pc:sldChg chg="modSp">
        <pc:chgData name="Avinash Arun Chauhan" userId="S::avinash.chauhan@mahindrauniversity.edu.in::241b5f3e-36f4-4c61-9553-90e6a1c1b8a6" providerId="AD" clId="Web-{44A2E82D-5913-A0C3-65A6-6BC18C19FF40}" dt="2025-02-10T05:20:16.166" v="1357" actId="20577"/>
        <pc:sldMkLst>
          <pc:docMk/>
          <pc:sldMk cId="2962369251" sldId="422"/>
        </pc:sldMkLst>
      </pc:sldChg>
      <pc:sldChg chg="modSp">
        <pc:chgData name="Avinash Arun Chauhan" userId="S::avinash.chauhan@mahindrauniversity.edu.in::241b5f3e-36f4-4c61-9553-90e6a1c1b8a6" providerId="AD" clId="Web-{44A2E82D-5913-A0C3-65A6-6BC18C19FF40}" dt="2025-02-10T05:20:38.105" v="1363" actId="20577"/>
        <pc:sldMkLst>
          <pc:docMk/>
          <pc:sldMk cId="2702704385" sldId="423"/>
        </pc:sldMkLst>
      </pc:sldChg>
      <pc:sldChg chg="addSp modSp">
        <pc:chgData name="Avinash Arun Chauhan" userId="S::avinash.chauhan@mahindrauniversity.edu.in::241b5f3e-36f4-4c61-9553-90e6a1c1b8a6" providerId="AD" clId="Web-{44A2E82D-5913-A0C3-65A6-6BC18C19FF40}" dt="2025-02-10T05:22:54.831" v="1395" actId="1076"/>
        <pc:sldMkLst>
          <pc:docMk/>
          <pc:sldMk cId="3039780439" sldId="424"/>
        </pc:sldMkLst>
      </pc:sldChg>
      <pc:sldChg chg="modSp">
        <pc:chgData name="Avinash Arun Chauhan" userId="S::avinash.chauhan@mahindrauniversity.edu.in::241b5f3e-36f4-4c61-9553-90e6a1c1b8a6" providerId="AD" clId="Web-{44A2E82D-5913-A0C3-65A6-6BC18C19FF40}" dt="2025-02-10T04:42:43.703" v="171" actId="20577"/>
        <pc:sldMkLst>
          <pc:docMk/>
          <pc:sldMk cId="2802681030" sldId="425"/>
        </pc:sldMkLst>
      </pc:sldChg>
      <pc:sldChg chg="modSp">
        <pc:chgData name="Avinash Arun Chauhan" userId="S::avinash.chauhan@mahindrauniversity.edu.in::241b5f3e-36f4-4c61-9553-90e6a1c1b8a6" providerId="AD" clId="Web-{44A2E82D-5913-A0C3-65A6-6BC18C19FF40}" dt="2025-02-10T04:44:17.364" v="204" actId="20577"/>
        <pc:sldMkLst>
          <pc:docMk/>
          <pc:sldMk cId="1533841355" sldId="426"/>
        </pc:sldMkLst>
      </pc:sldChg>
      <pc:sldChg chg="modSp">
        <pc:chgData name="Avinash Arun Chauhan" userId="S::avinash.chauhan@mahindrauniversity.edu.in::241b5f3e-36f4-4c61-9553-90e6a1c1b8a6" providerId="AD" clId="Web-{44A2E82D-5913-A0C3-65A6-6BC18C19FF40}" dt="2025-02-10T04:45:23.556" v="210" actId="20577"/>
        <pc:sldMkLst>
          <pc:docMk/>
          <pc:sldMk cId="4149360407" sldId="427"/>
        </pc:sldMkLst>
      </pc:sldChg>
      <pc:sldChg chg="modSp">
        <pc:chgData name="Avinash Arun Chauhan" userId="S::avinash.chauhan@mahindrauniversity.edu.in::241b5f3e-36f4-4c61-9553-90e6a1c1b8a6" providerId="AD" clId="Web-{44A2E82D-5913-A0C3-65A6-6BC18C19FF40}" dt="2025-02-10T04:47:37.423" v="240" actId="20577"/>
        <pc:sldMkLst>
          <pc:docMk/>
          <pc:sldMk cId="1668300359" sldId="429"/>
        </pc:sldMkLst>
      </pc:sldChg>
      <pc:sldChg chg="modSp">
        <pc:chgData name="Avinash Arun Chauhan" userId="S::avinash.chauhan@mahindrauniversity.edu.in::241b5f3e-36f4-4c61-9553-90e6a1c1b8a6" providerId="AD" clId="Web-{44A2E82D-5913-A0C3-65A6-6BC18C19FF40}" dt="2025-02-10T05:10:03.708" v="1068" actId="20577"/>
        <pc:sldMkLst>
          <pc:docMk/>
          <pc:sldMk cId="3049280400" sldId="431"/>
        </pc:sldMkLst>
      </pc:sldChg>
      <pc:sldChg chg="modSp">
        <pc:chgData name="Avinash Arun Chauhan" userId="S::avinash.chauhan@mahindrauniversity.edu.in::241b5f3e-36f4-4c61-9553-90e6a1c1b8a6" providerId="AD" clId="Web-{44A2E82D-5913-A0C3-65A6-6BC18C19FF40}" dt="2025-02-10T05:11:28.244" v="1093" actId="20577"/>
        <pc:sldMkLst>
          <pc:docMk/>
          <pc:sldMk cId="2490634202" sldId="433"/>
        </pc:sldMkLst>
      </pc:sldChg>
      <pc:sldChg chg="modSp">
        <pc:chgData name="Avinash Arun Chauhan" userId="S::avinash.chauhan@mahindrauniversity.edu.in::241b5f3e-36f4-4c61-9553-90e6a1c1b8a6" providerId="AD" clId="Web-{44A2E82D-5913-A0C3-65A6-6BC18C19FF40}" dt="2025-02-10T05:12:12.496" v="1097" actId="20577"/>
        <pc:sldMkLst>
          <pc:docMk/>
          <pc:sldMk cId="1484115214" sldId="434"/>
        </pc:sldMkLst>
      </pc:sldChg>
      <pc:sldChg chg="modSp">
        <pc:chgData name="Avinash Arun Chauhan" userId="S::avinash.chauhan@mahindrauniversity.edu.in::241b5f3e-36f4-4c61-9553-90e6a1c1b8a6" providerId="AD" clId="Web-{44A2E82D-5913-A0C3-65A6-6BC18C19FF40}" dt="2025-02-10T05:13:10.672" v="1133" actId="1076"/>
        <pc:sldMkLst>
          <pc:docMk/>
          <pc:sldMk cId="660463148" sldId="435"/>
        </pc:sldMkLst>
      </pc:sldChg>
      <pc:sldChg chg="modSp">
        <pc:chgData name="Avinash Arun Chauhan" userId="S::avinash.chauhan@mahindrauniversity.edu.in::241b5f3e-36f4-4c61-9553-90e6a1c1b8a6" providerId="AD" clId="Web-{44A2E82D-5913-A0C3-65A6-6BC18C19FF40}" dt="2025-02-10T05:13:33.470" v="1158" actId="20577"/>
        <pc:sldMkLst>
          <pc:docMk/>
          <pc:sldMk cId="64068537" sldId="436"/>
        </pc:sldMkLst>
      </pc:sldChg>
      <pc:sldChg chg="modSp add replId">
        <pc:chgData name="Avinash Arun Chauhan" userId="S::avinash.chauhan@mahindrauniversity.edu.in::241b5f3e-36f4-4c61-9553-90e6a1c1b8a6" providerId="AD" clId="Web-{44A2E82D-5913-A0C3-65A6-6BC18C19FF40}" dt="2025-02-10T04:52:41.380" v="590" actId="20577"/>
        <pc:sldMkLst>
          <pc:docMk/>
          <pc:sldMk cId="2756055843" sldId="438"/>
        </pc:sldMkLst>
      </pc:sldChg>
      <pc:sldChg chg="modSp add replId">
        <pc:chgData name="Avinash Arun Chauhan" userId="S::avinash.chauhan@mahindrauniversity.edu.in::241b5f3e-36f4-4c61-9553-90e6a1c1b8a6" providerId="AD" clId="Web-{44A2E82D-5913-A0C3-65A6-6BC18C19FF40}" dt="2025-02-10T04:53:31.258" v="606" actId="20577"/>
        <pc:sldMkLst>
          <pc:docMk/>
          <pc:sldMk cId="4155084074" sldId="439"/>
        </pc:sldMkLst>
      </pc:sldChg>
      <pc:sldChg chg="modSp add replId">
        <pc:chgData name="Avinash Arun Chauhan" userId="S::avinash.chauhan@mahindrauniversity.edu.in::241b5f3e-36f4-4c61-9553-90e6a1c1b8a6" providerId="AD" clId="Web-{44A2E82D-5913-A0C3-65A6-6BC18C19FF40}" dt="2025-02-10T04:54:10.838" v="625" actId="20577"/>
        <pc:sldMkLst>
          <pc:docMk/>
          <pc:sldMk cId="3895281184" sldId="440"/>
        </pc:sldMkLst>
      </pc:sldChg>
      <pc:sldChg chg="addSp delSp modSp add replId">
        <pc:chgData name="Avinash Arun Chauhan" userId="S::avinash.chauhan@mahindrauniversity.edu.in::241b5f3e-36f4-4c61-9553-90e6a1c1b8a6" providerId="AD" clId="Web-{44A2E82D-5913-A0C3-65A6-6BC18C19FF40}" dt="2025-02-10T05:08:39.421" v="1037" actId="1076"/>
        <pc:sldMkLst>
          <pc:docMk/>
          <pc:sldMk cId="2367249145" sldId="441"/>
        </pc:sldMkLst>
      </pc:sldChg>
      <pc:sldChg chg="modSp add ord replId">
        <pc:chgData name="Avinash Arun Chauhan" userId="S::avinash.chauhan@mahindrauniversity.edu.in::241b5f3e-36f4-4c61-9553-90e6a1c1b8a6" providerId="AD" clId="Web-{44A2E82D-5913-A0C3-65A6-6BC18C19FF40}" dt="2025-02-10T05:30:54.688" v="1662" actId="20577"/>
        <pc:sldMkLst>
          <pc:docMk/>
          <pc:sldMk cId="808175150" sldId="442"/>
        </pc:sldMkLst>
      </pc:sldChg>
      <pc:sldChg chg="new del">
        <pc:chgData name="Avinash Arun Chauhan" userId="S::avinash.chauhan@mahindrauniversity.edu.in::241b5f3e-36f4-4c61-9553-90e6a1c1b8a6" providerId="AD" clId="Web-{44A2E82D-5913-A0C3-65A6-6BC18C19FF40}" dt="2025-02-10T05:28:41.508" v="1611"/>
        <pc:sldMkLst>
          <pc:docMk/>
          <pc:sldMk cId="2209988166" sldId="443"/>
        </pc:sldMkLst>
      </pc:sldChg>
      <pc:sldChg chg="add del replId">
        <pc:chgData name="Avinash Arun Chauhan" userId="S::avinash.chauhan@mahindrauniversity.edu.in::241b5f3e-36f4-4c61-9553-90e6a1c1b8a6" providerId="AD" clId="Web-{44A2E82D-5913-A0C3-65A6-6BC18C19FF40}" dt="2025-02-10T05:30:56.313" v="1663"/>
        <pc:sldMkLst>
          <pc:docMk/>
          <pc:sldMk cId="3337036630" sldId="443"/>
        </pc:sldMkLst>
      </pc:sldChg>
      <pc:sldChg chg="modSp add replId">
        <pc:chgData name="Avinash Arun Chauhan" userId="S::avinash.chauhan@mahindrauniversity.edu.in::241b5f3e-36f4-4c61-9553-90e6a1c1b8a6" providerId="AD" clId="Web-{44A2E82D-5913-A0C3-65A6-6BC18C19FF40}" dt="2025-02-10T05:35:58.133" v="1803" actId="14100"/>
        <pc:sldMkLst>
          <pc:docMk/>
          <pc:sldMk cId="3642238351" sldId="443"/>
        </pc:sldMkLst>
      </pc:sldChg>
    </pc:docChg>
  </pc:docChgLst>
  <pc:docChgLst>
    <pc:chgData name="Avinash Arun Chauhan" userId="S::avinash.chauhan@mahindrauniversity.edu.in::241b5f3e-36f4-4c61-9553-90e6a1c1b8a6" providerId="AD" clId="Web-{EAFA8E60-2987-7033-4068-231BC0AEBD98}"/>
    <pc:docChg chg="modSld">
      <pc:chgData name="Avinash Arun Chauhan" userId="S::avinash.chauhan@mahindrauniversity.edu.in::241b5f3e-36f4-4c61-9553-90e6a1c1b8a6" providerId="AD" clId="Web-{EAFA8E60-2987-7033-4068-231BC0AEBD98}" dt="2023-08-14T11:48:01.169" v="55" actId="20577"/>
      <pc:docMkLst>
        <pc:docMk/>
      </pc:docMkLst>
      <pc:sldChg chg="modSp">
        <pc:chgData name="Avinash Arun Chauhan" userId="S::avinash.chauhan@mahindrauniversity.edu.in::241b5f3e-36f4-4c61-9553-90e6a1c1b8a6" providerId="AD" clId="Web-{EAFA8E60-2987-7033-4068-231BC0AEBD98}" dt="2023-08-14T11:48:01.169" v="55" actId="20577"/>
        <pc:sldMkLst>
          <pc:docMk/>
          <pc:sldMk cId="3834488751" sldId="263"/>
        </pc:sldMkLst>
      </pc:sldChg>
    </pc:docChg>
  </pc:docChgLst>
  <pc:docChgLst>
    <pc:chgData name="Avinash Arun Chauhan" userId="S::avinash.chauhan@mahindrauniversity.edu.in::241b5f3e-36f4-4c61-9553-90e6a1c1b8a6" providerId="AD" clId="Web-{E40B5F7C-47CE-E077-6AB5-CF892DD391B5}"/>
    <pc:docChg chg="addSld delSld modSld">
      <pc:chgData name="Avinash Arun Chauhan" userId="S::avinash.chauhan@mahindrauniversity.edu.in::241b5f3e-36f4-4c61-9553-90e6a1c1b8a6" providerId="AD" clId="Web-{E40B5F7C-47CE-E077-6AB5-CF892DD391B5}" dt="2022-08-17T13:13:18.114" v="927"/>
      <pc:docMkLst>
        <pc:docMk/>
      </pc:docMkLst>
      <pc:sldChg chg="modSp">
        <pc:chgData name="Avinash Arun Chauhan" userId="S::avinash.chauhan@mahindrauniversity.edu.in::241b5f3e-36f4-4c61-9553-90e6a1c1b8a6" providerId="AD" clId="Web-{E40B5F7C-47CE-E077-6AB5-CF892DD391B5}" dt="2022-08-17T06:10:15.382" v="11" actId="20577"/>
        <pc:sldMkLst>
          <pc:docMk/>
          <pc:sldMk cId="1540275285" sldId="256"/>
        </pc:sldMkLst>
      </pc:sldChg>
      <pc:sldChg chg="modSp">
        <pc:chgData name="Avinash Arun Chauhan" userId="S::avinash.chauhan@mahindrauniversity.edu.in::241b5f3e-36f4-4c61-9553-90e6a1c1b8a6" providerId="AD" clId="Web-{E40B5F7C-47CE-E077-6AB5-CF892DD391B5}" dt="2022-08-17T10:54:14.679" v="620" actId="20577"/>
        <pc:sldMkLst>
          <pc:docMk/>
          <pc:sldMk cId="832602602" sldId="257"/>
        </pc:sldMkLst>
      </pc:sldChg>
      <pc:sldChg chg="modSp">
        <pc:chgData name="Avinash Arun Chauhan" userId="S::avinash.chauhan@mahindrauniversity.edu.in::241b5f3e-36f4-4c61-9553-90e6a1c1b8a6" providerId="AD" clId="Web-{E40B5F7C-47CE-E077-6AB5-CF892DD391B5}" dt="2022-08-17T06:16:44.536" v="37" actId="20577"/>
        <pc:sldMkLst>
          <pc:docMk/>
          <pc:sldMk cId="3615545428" sldId="259"/>
        </pc:sldMkLst>
      </pc:sldChg>
      <pc:sldChg chg="modSp">
        <pc:chgData name="Avinash Arun Chauhan" userId="S::avinash.chauhan@mahindrauniversity.edu.in::241b5f3e-36f4-4c61-9553-90e6a1c1b8a6" providerId="AD" clId="Web-{E40B5F7C-47CE-E077-6AB5-CF892DD391B5}" dt="2022-08-17T07:17:18.164" v="383" actId="14100"/>
        <pc:sldMkLst>
          <pc:docMk/>
          <pc:sldMk cId="665632959" sldId="260"/>
        </pc:sldMkLst>
      </pc:sldChg>
      <pc:sldChg chg="modSp">
        <pc:chgData name="Avinash Arun Chauhan" userId="S::avinash.chauhan@mahindrauniversity.edu.in::241b5f3e-36f4-4c61-9553-90e6a1c1b8a6" providerId="AD" clId="Web-{E40B5F7C-47CE-E077-6AB5-CF892DD391B5}" dt="2022-08-17T12:57:26.278" v="856" actId="20577"/>
        <pc:sldMkLst>
          <pc:docMk/>
          <pc:sldMk cId="686329520" sldId="262"/>
        </pc:sldMkLst>
      </pc:sldChg>
      <pc:sldChg chg="modSp">
        <pc:chgData name="Avinash Arun Chauhan" userId="S::avinash.chauhan@mahindrauniversity.edu.in::241b5f3e-36f4-4c61-9553-90e6a1c1b8a6" providerId="AD" clId="Web-{E40B5F7C-47CE-E077-6AB5-CF892DD391B5}" dt="2022-08-17T13:01:24.112" v="861" actId="20577"/>
        <pc:sldMkLst>
          <pc:docMk/>
          <pc:sldMk cId="2009186894" sldId="265"/>
        </pc:sldMkLst>
      </pc:sldChg>
      <pc:sldChg chg="modSp">
        <pc:chgData name="Avinash Arun Chauhan" userId="S::avinash.chauhan@mahindrauniversity.edu.in::241b5f3e-36f4-4c61-9553-90e6a1c1b8a6" providerId="AD" clId="Web-{E40B5F7C-47CE-E077-6AB5-CF892DD391B5}" dt="2022-08-17T13:01:34.175" v="870" actId="20577"/>
        <pc:sldMkLst>
          <pc:docMk/>
          <pc:sldMk cId="1390531472" sldId="266"/>
        </pc:sldMkLst>
      </pc:sldChg>
      <pc:sldChg chg="addSp delSp modSp new">
        <pc:chgData name="Avinash Arun Chauhan" userId="S::avinash.chauhan@mahindrauniversity.edu.in::241b5f3e-36f4-4c61-9553-90e6a1c1b8a6" providerId="AD" clId="Web-{E40B5F7C-47CE-E077-6AB5-CF892DD391B5}" dt="2022-08-17T06:38:37.317" v="68" actId="1076"/>
        <pc:sldMkLst>
          <pc:docMk/>
          <pc:sldMk cId="934216185" sldId="268"/>
        </pc:sldMkLst>
      </pc:sldChg>
      <pc:sldChg chg="new del">
        <pc:chgData name="Avinash Arun Chauhan" userId="S::avinash.chauhan@mahindrauniversity.edu.in::241b5f3e-36f4-4c61-9553-90e6a1c1b8a6" providerId="AD" clId="Web-{E40B5F7C-47CE-E077-6AB5-CF892DD391B5}" dt="2022-08-17T06:28:14.763" v="39"/>
        <pc:sldMkLst>
          <pc:docMk/>
          <pc:sldMk cId="1617736012" sldId="268"/>
        </pc:sldMkLst>
      </pc:sldChg>
      <pc:sldChg chg="modSp new">
        <pc:chgData name="Avinash Arun Chauhan" userId="S::avinash.chauhan@mahindrauniversity.edu.in::241b5f3e-36f4-4c61-9553-90e6a1c1b8a6" providerId="AD" clId="Web-{E40B5F7C-47CE-E077-6AB5-CF892DD391B5}" dt="2022-08-17T07:50:14.593" v="587" actId="20577"/>
        <pc:sldMkLst>
          <pc:docMk/>
          <pc:sldMk cId="2889783999" sldId="269"/>
        </pc:sldMkLst>
      </pc:sldChg>
      <pc:sldChg chg="modSp new">
        <pc:chgData name="Avinash Arun Chauhan" userId="S::avinash.chauhan@mahindrauniversity.edu.in::241b5f3e-36f4-4c61-9553-90e6a1c1b8a6" providerId="AD" clId="Web-{E40B5F7C-47CE-E077-6AB5-CF892DD391B5}" dt="2022-08-17T12:36:38.434" v="632" actId="20577"/>
        <pc:sldMkLst>
          <pc:docMk/>
          <pc:sldMk cId="216913" sldId="270"/>
        </pc:sldMkLst>
      </pc:sldChg>
      <pc:sldChg chg="addSp delSp modSp new del">
        <pc:chgData name="Avinash Arun Chauhan" userId="S::avinash.chauhan@mahindrauniversity.edu.in::241b5f3e-36f4-4c61-9553-90e6a1c1b8a6" providerId="AD" clId="Web-{E40B5F7C-47CE-E077-6AB5-CF892DD391B5}" dt="2022-08-17T08:04:08.763" v="604"/>
        <pc:sldMkLst>
          <pc:docMk/>
          <pc:sldMk cId="688059257" sldId="270"/>
        </pc:sldMkLst>
      </pc:sldChg>
      <pc:sldChg chg="modSp new del">
        <pc:chgData name="Avinash Arun Chauhan" userId="S::avinash.chauhan@mahindrauniversity.edu.in::241b5f3e-36f4-4c61-9553-90e6a1c1b8a6" providerId="AD" clId="Web-{E40B5F7C-47CE-E077-6AB5-CF892DD391B5}" dt="2022-08-17T13:13:18.114" v="927"/>
        <pc:sldMkLst>
          <pc:docMk/>
          <pc:sldMk cId="2532004779" sldId="271"/>
        </pc:sldMkLst>
      </pc:sldChg>
    </pc:docChg>
  </pc:docChgLst>
  <pc:docChgLst>
    <pc:chgData name="Avinash Arun Chauhan" userId="S::avinash.chauhan@mahindrauniversity.edu.in::241b5f3e-36f4-4c61-9553-90e6a1c1b8a6" providerId="AD" clId="Web-{6CCC713C-8779-430B-5E17-6A8CFF1DEAF9}"/>
    <pc:docChg chg="addSld modSld sldOrd">
      <pc:chgData name="Avinash Arun Chauhan" userId="S::avinash.chauhan@mahindrauniversity.edu.in::241b5f3e-36f4-4c61-9553-90e6a1c1b8a6" providerId="AD" clId="Web-{6CCC713C-8779-430B-5E17-6A8CFF1DEAF9}" dt="2025-03-01T05:24:51.376" v="155" actId="20577"/>
      <pc:docMkLst>
        <pc:docMk/>
      </pc:docMkLst>
      <pc:sldChg chg="modSp add ord replId">
        <pc:chgData name="Avinash Arun Chauhan" userId="S::avinash.chauhan@mahindrauniversity.edu.in::241b5f3e-36f4-4c61-9553-90e6a1c1b8a6" providerId="AD" clId="Web-{6CCC713C-8779-430B-5E17-6A8CFF1DEAF9}" dt="2025-03-01T05:24:51.376" v="155" actId="20577"/>
        <pc:sldMkLst>
          <pc:docMk/>
          <pc:sldMk cId="1303577956" sldId="483"/>
        </pc:sldMkLst>
        <pc:spChg chg="mod">
          <ac:chgData name="Avinash Arun Chauhan" userId="S::avinash.chauhan@mahindrauniversity.edu.in::241b5f3e-36f4-4c61-9553-90e6a1c1b8a6" providerId="AD" clId="Web-{6CCC713C-8779-430B-5E17-6A8CFF1DEAF9}" dt="2025-03-01T05:24:51.376" v="155" actId="20577"/>
          <ac:spMkLst>
            <pc:docMk/>
            <pc:sldMk cId="1303577956" sldId="483"/>
            <ac:spMk id="2" creationId="{73535B8B-4ED4-2CE7-D70E-13E156B38AE8}"/>
          </ac:spMkLst>
        </pc:spChg>
        <pc:spChg chg="mod">
          <ac:chgData name="Avinash Arun Chauhan" userId="S::avinash.chauhan@mahindrauniversity.edu.in::241b5f3e-36f4-4c61-9553-90e6a1c1b8a6" providerId="AD" clId="Web-{6CCC713C-8779-430B-5E17-6A8CFF1DEAF9}" dt="2025-03-01T05:24:30.204" v="153" actId="20577"/>
          <ac:spMkLst>
            <pc:docMk/>
            <pc:sldMk cId="1303577956" sldId="483"/>
            <ac:spMk id="3" creationId="{C5338117-7DA0-C771-D38C-2D965266D9F7}"/>
          </ac:spMkLst>
        </pc:spChg>
      </pc:sldChg>
    </pc:docChg>
  </pc:docChgLst>
  <pc:docChgLst>
    <pc:chgData name="Avinash Arun Chauhan" userId="S::avinash.chauhan@mahindrauniversity.edu.in::241b5f3e-36f4-4c61-9553-90e6a1c1b8a6" providerId="AD" clId="Web-{B0127C7C-4B6C-EF64-024C-BCB812E6BAE5}"/>
    <pc:docChg chg="addSld delSld modSld">
      <pc:chgData name="Avinash Arun Chauhan" userId="S::avinash.chauhan@mahindrauniversity.edu.in::241b5f3e-36f4-4c61-9553-90e6a1c1b8a6" providerId="AD" clId="Web-{B0127C7C-4B6C-EF64-024C-BCB812E6BAE5}" dt="2025-05-02T08:05:52.605" v="625" actId="1076"/>
      <pc:docMkLst>
        <pc:docMk/>
      </pc:docMkLst>
      <pc:sldChg chg="modSp">
        <pc:chgData name="Avinash Arun Chauhan" userId="S::avinash.chauhan@mahindrauniversity.edu.in::241b5f3e-36f4-4c61-9553-90e6a1c1b8a6" providerId="AD" clId="Web-{B0127C7C-4B6C-EF64-024C-BCB812E6BAE5}" dt="2025-05-02T07:55:35.220" v="577" actId="20577"/>
        <pc:sldMkLst>
          <pc:docMk/>
          <pc:sldMk cId="883900188" sldId="505"/>
        </pc:sldMkLst>
        <pc:spChg chg="mod">
          <ac:chgData name="Avinash Arun Chauhan" userId="S::avinash.chauhan@mahindrauniversity.edu.in::241b5f3e-36f4-4c61-9553-90e6a1c1b8a6" providerId="AD" clId="Web-{B0127C7C-4B6C-EF64-024C-BCB812E6BAE5}" dt="2025-05-02T07:55:35.220" v="577"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B0127C7C-4B6C-EF64-024C-BCB812E6BAE5}" dt="2025-05-02T07:43:27.847" v="143" actId="20577"/>
        <pc:sldMkLst>
          <pc:docMk/>
          <pc:sldMk cId="2512549991" sldId="603"/>
        </pc:sldMkLst>
        <pc:spChg chg="mod">
          <ac:chgData name="Avinash Arun Chauhan" userId="S::avinash.chauhan@mahindrauniversity.edu.in::241b5f3e-36f4-4c61-9553-90e6a1c1b8a6" providerId="AD" clId="Web-{B0127C7C-4B6C-EF64-024C-BCB812E6BAE5}" dt="2025-05-02T07:43:27.847" v="143" actId="20577"/>
          <ac:spMkLst>
            <pc:docMk/>
            <pc:sldMk cId="2512549991" sldId="603"/>
            <ac:spMk id="3" creationId="{7CB8A221-ECFB-2EE5-82CA-C8D1830A2EAF}"/>
          </ac:spMkLst>
        </pc:spChg>
      </pc:sldChg>
      <pc:sldChg chg="modSp add replId">
        <pc:chgData name="Avinash Arun Chauhan" userId="S::avinash.chauhan@mahindrauniversity.edu.in::241b5f3e-36f4-4c61-9553-90e6a1c1b8a6" providerId="AD" clId="Web-{B0127C7C-4B6C-EF64-024C-BCB812E6BAE5}" dt="2025-05-02T07:45:10.789" v="211" actId="20577"/>
        <pc:sldMkLst>
          <pc:docMk/>
          <pc:sldMk cId="589826861" sldId="604"/>
        </pc:sldMkLst>
        <pc:spChg chg="mod">
          <ac:chgData name="Avinash Arun Chauhan" userId="S::avinash.chauhan@mahindrauniversity.edu.in::241b5f3e-36f4-4c61-9553-90e6a1c1b8a6" providerId="AD" clId="Web-{B0127C7C-4B6C-EF64-024C-BCB812E6BAE5}" dt="2025-05-02T07:43:52.958" v="145" actId="20577"/>
          <ac:spMkLst>
            <pc:docMk/>
            <pc:sldMk cId="589826861" sldId="604"/>
            <ac:spMk id="2" creationId="{54E37767-157F-5593-F1AD-6771934056DB}"/>
          </ac:spMkLst>
        </pc:spChg>
        <pc:spChg chg="mod">
          <ac:chgData name="Avinash Arun Chauhan" userId="S::avinash.chauhan@mahindrauniversity.edu.in::241b5f3e-36f4-4c61-9553-90e6a1c1b8a6" providerId="AD" clId="Web-{B0127C7C-4B6C-EF64-024C-BCB812E6BAE5}" dt="2025-05-02T07:45:10.789" v="211" actId="20577"/>
          <ac:spMkLst>
            <pc:docMk/>
            <pc:sldMk cId="589826861" sldId="604"/>
            <ac:spMk id="3" creationId="{A6F8F747-E1DB-4F4F-2B5F-0D09E400621E}"/>
          </ac:spMkLst>
        </pc:spChg>
      </pc:sldChg>
      <pc:sldChg chg="modSp add replId">
        <pc:chgData name="Avinash Arun Chauhan" userId="S::avinash.chauhan@mahindrauniversity.edu.in::241b5f3e-36f4-4c61-9553-90e6a1c1b8a6" providerId="AD" clId="Web-{B0127C7C-4B6C-EF64-024C-BCB812E6BAE5}" dt="2025-05-02T07:46:08.698" v="281" actId="20577"/>
        <pc:sldMkLst>
          <pc:docMk/>
          <pc:sldMk cId="4167683793" sldId="605"/>
        </pc:sldMkLst>
        <pc:spChg chg="mod">
          <ac:chgData name="Avinash Arun Chauhan" userId="S::avinash.chauhan@mahindrauniversity.edu.in::241b5f3e-36f4-4c61-9553-90e6a1c1b8a6" providerId="AD" clId="Web-{B0127C7C-4B6C-EF64-024C-BCB812E6BAE5}" dt="2025-05-02T07:45:26.212" v="229" actId="20577"/>
          <ac:spMkLst>
            <pc:docMk/>
            <pc:sldMk cId="4167683793" sldId="605"/>
            <ac:spMk id="2" creationId="{B5DF4163-C206-7612-24E2-53C28C869553}"/>
          </ac:spMkLst>
        </pc:spChg>
        <pc:spChg chg="mod">
          <ac:chgData name="Avinash Arun Chauhan" userId="S::avinash.chauhan@mahindrauniversity.edu.in::241b5f3e-36f4-4c61-9553-90e6a1c1b8a6" providerId="AD" clId="Web-{B0127C7C-4B6C-EF64-024C-BCB812E6BAE5}" dt="2025-05-02T07:46:08.698" v="281" actId="20577"/>
          <ac:spMkLst>
            <pc:docMk/>
            <pc:sldMk cId="4167683793" sldId="605"/>
            <ac:spMk id="3" creationId="{6A6885E7-5C30-3D3D-2742-7711D7ABB554}"/>
          </ac:spMkLst>
        </pc:spChg>
      </pc:sldChg>
      <pc:sldChg chg="modSp add replId">
        <pc:chgData name="Avinash Arun Chauhan" userId="S::avinash.chauhan@mahindrauniversity.edu.in::241b5f3e-36f4-4c61-9553-90e6a1c1b8a6" providerId="AD" clId="Web-{B0127C7C-4B6C-EF64-024C-BCB812E6BAE5}" dt="2025-05-02T07:47:37.451" v="317" actId="20577"/>
        <pc:sldMkLst>
          <pc:docMk/>
          <pc:sldMk cId="2357443964" sldId="606"/>
        </pc:sldMkLst>
        <pc:spChg chg="mod">
          <ac:chgData name="Avinash Arun Chauhan" userId="S::avinash.chauhan@mahindrauniversity.edu.in::241b5f3e-36f4-4c61-9553-90e6a1c1b8a6" providerId="AD" clId="Web-{B0127C7C-4B6C-EF64-024C-BCB812E6BAE5}" dt="2025-05-02T07:46:33.433" v="286" actId="20577"/>
          <ac:spMkLst>
            <pc:docMk/>
            <pc:sldMk cId="2357443964" sldId="606"/>
            <ac:spMk id="2" creationId="{66E4304C-CEB0-6A1C-614E-D020DE149D38}"/>
          </ac:spMkLst>
        </pc:spChg>
        <pc:spChg chg="mod">
          <ac:chgData name="Avinash Arun Chauhan" userId="S::avinash.chauhan@mahindrauniversity.edu.in::241b5f3e-36f4-4c61-9553-90e6a1c1b8a6" providerId="AD" clId="Web-{B0127C7C-4B6C-EF64-024C-BCB812E6BAE5}" dt="2025-05-02T07:47:37.451" v="317" actId="20577"/>
          <ac:spMkLst>
            <pc:docMk/>
            <pc:sldMk cId="2357443964" sldId="606"/>
            <ac:spMk id="3" creationId="{2555C782-C65F-3D4A-1E3C-337B9BD75A75}"/>
          </ac:spMkLst>
        </pc:spChg>
      </pc:sldChg>
      <pc:sldChg chg="modSp add replId">
        <pc:chgData name="Avinash Arun Chauhan" userId="S::avinash.chauhan@mahindrauniversity.edu.in::241b5f3e-36f4-4c61-9553-90e6a1c1b8a6" providerId="AD" clId="Web-{B0127C7C-4B6C-EF64-024C-BCB812E6BAE5}" dt="2025-05-02T07:48:35.672" v="368" actId="20577"/>
        <pc:sldMkLst>
          <pc:docMk/>
          <pc:sldMk cId="758467460" sldId="607"/>
        </pc:sldMkLst>
        <pc:spChg chg="mod">
          <ac:chgData name="Avinash Arun Chauhan" userId="S::avinash.chauhan@mahindrauniversity.edu.in::241b5f3e-36f4-4c61-9553-90e6a1c1b8a6" providerId="AD" clId="Web-{B0127C7C-4B6C-EF64-024C-BCB812E6BAE5}" dt="2025-05-02T07:47:46.108" v="324" actId="20577"/>
          <ac:spMkLst>
            <pc:docMk/>
            <pc:sldMk cId="758467460" sldId="607"/>
            <ac:spMk id="2" creationId="{3462A55D-6037-BD62-8EBA-A860A5DD3D38}"/>
          </ac:spMkLst>
        </pc:spChg>
        <pc:spChg chg="mod">
          <ac:chgData name="Avinash Arun Chauhan" userId="S::avinash.chauhan@mahindrauniversity.edu.in::241b5f3e-36f4-4c61-9553-90e6a1c1b8a6" providerId="AD" clId="Web-{B0127C7C-4B6C-EF64-024C-BCB812E6BAE5}" dt="2025-05-02T07:48:35.672" v="368" actId="20577"/>
          <ac:spMkLst>
            <pc:docMk/>
            <pc:sldMk cId="758467460" sldId="607"/>
            <ac:spMk id="3" creationId="{649A9DEA-41B0-DDDB-0C0E-D72DC3B459FB}"/>
          </ac:spMkLst>
        </pc:spChg>
      </pc:sldChg>
      <pc:sldChg chg="modSp add replId">
        <pc:chgData name="Avinash Arun Chauhan" userId="S::avinash.chauhan@mahindrauniversity.edu.in::241b5f3e-36f4-4c61-9553-90e6a1c1b8a6" providerId="AD" clId="Web-{B0127C7C-4B6C-EF64-024C-BCB812E6BAE5}" dt="2025-05-02T07:49:41.831" v="437" actId="20577"/>
        <pc:sldMkLst>
          <pc:docMk/>
          <pc:sldMk cId="2878165360" sldId="608"/>
        </pc:sldMkLst>
        <pc:spChg chg="mod">
          <ac:chgData name="Avinash Arun Chauhan" userId="S::avinash.chauhan@mahindrauniversity.edu.in::241b5f3e-36f4-4c61-9553-90e6a1c1b8a6" providerId="AD" clId="Web-{B0127C7C-4B6C-EF64-024C-BCB812E6BAE5}" dt="2025-05-02T07:48:47.438" v="377" actId="20577"/>
          <ac:spMkLst>
            <pc:docMk/>
            <pc:sldMk cId="2878165360" sldId="608"/>
            <ac:spMk id="2" creationId="{C0FCD54F-F086-0167-7E7B-0FEB781C63D0}"/>
          </ac:spMkLst>
        </pc:spChg>
        <pc:spChg chg="mod">
          <ac:chgData name="Avinash Arun Chauhan" userId="S::avinash.chauhan@mahindrauniversity.edu.in::241b5f3e-36f4-4c61-9553-90e6a1c1b8a6" providerId="AD" clId="Web-{B0127C7C-4B6C-EF64-024C-BCB812E6BAE5}" dt="2025-05-02T07:49:41.831" v="437" actId="20577"/>
          <ac:spMkLst>
            <pc:docMk/>
            <pc:sldMk cId="2878165360" sldId="608"/>
            <ac:spMk id="3" creationId="{6E719393-CE87-8E2E-AB9D-5E3776C6ECE3}"/>
          </ac:spMkLst>
        </pc:spChg>
      </pc:sldChg>
      <pc:sldChg chg="modSp add replId">
        <pc:chgData name="Avinash Arun Chauhan" userId="S::avinash.chauhan@mahindrauniversity.edu.in::241b5f3e-36f4-4c61-9553-90e6a1c1b8a6" providerId="AD" clId="Web-{B0127C7C-4B6C-EF64-024C-BCB812E6BAE5}" dt="2025-05-02T07:51:15.351" v="522" actId="20577"/>
        <pc:sldMkLst>
          <pc:docMk/>
          <pc:sldMk cId="3096867652" sldId="609"/>
        </pc:sldMkLst>
        <pc:spChg chg="mod">
          <ac:chgData name="Avinash Arun Chauhan" userId="S::avinash.chauhan@mahindrauniversity.edu.in::241b5f3e-36f4-4c61-9553-90e6a1c1b8a6" providerId="AD" clId="Web-{B0127C7C-4B6C-EF64-024C-BCB812E6BAE5}" dt="2025-05-02T07:49:47.769" v="449" actId="20577"/>
          <ac:spMkLst>
            <pc:docMk/>
            <pc:sldMk cId="3096867652" sldId="609"/>
            <ac:spMk id="2" creationId="{F34EA1B8-37D4-1B59-DEA0-5F0D698D6743}"/>
          </ac:spMkLst>
        </pc:spChg>
        <pc:spChg chg="mod">
          <ac:chgData name="Avinash Arun Chauhan" userId="S::avinash.chauhan@mahindrauniversity.edu.in::241b5f3e-36f4-4c61-9553-90e6a1c1b8a6" providerId="AD" clId="Web-{B0127C7C-4B6C-EF64-024C-BCB812E6BAE5}" dt="2025-05-02T07:51:15.351" v="522" actId="20577"/>
          <ac:spMkLst>
            <pc:docMk/>
            <pc:sldMk cId="3096867652" sldId="609"/>
            <ac:spMk id="3" creationId="{A0BCE137-E5E9-BADC-B79F-F8A71F99FB14}"/>
          </ac:spMkLst>
        </pc:spChg>
      </pc:sldChg>
      <pc:sldChg chg="modSp add">
        <pc:chgData name="Avinash Arun Chauhan" userId="S::avinash.chauhan@mahindrauniversity.edu.in::241b5f3e-36f4-4c61-9553-90e6a1c1b8a6" providerId="AD" clId="Web-{B0127C7C-4B6C-EF64-024C-BCB812E6BAE5}" dt="2025-05-02T07:57:01.271" v="587" actId="20577"/>
        <pc:sldMkLst>
          <pc:docMk/>
          <pc:sldMk cId="2704756830" sldId="610"/>
        </pc:sldMkLst>
        <pc:spChg chg="mod">
          <ac:chgData name="Avinash Arun Chauhan" userId="S::avinash.chauhan@mahindrauniversity.edu.in::241b5f3e-36f4-4c61-9553-90e6a1c1b8a6" providerId="AD" clId="Web-{B0127C7C-4B6C-EF64-024C-BCB812E6BAE5}" dt="2025-05-02T07:57:01.271" v="587" actId="20577"/>
          <ac:spMkLst>
            <pc:docMk/>
            <pc:sldMk cId="2704756830" sldId="610"/>
            <ac:spMk id="3" creationId="{2D2A65AE-D1DF-66AA-A105-89B829593F92}"/>
          </ac:spMkLst>
        </pc:spChg>
      </pc:sldChg>
      <pc:sldChg chg="add del replId">
        <pc:chgData name="Avinash Arun Chauhan" userId="S::avinash.chauhan@mahindrauniversity.edu.in::241b5f3e-36f4-4c61-9553-90e6a1c1b8a6" providerId="AD" clId="Web-{B0127C7C-4B6C-EF64-024C-BCB812E6BAE5}" dt="2025-05-02T07:57:13.881" v="589"/>
        <pc:sldMkLst>
          <pc:docMk/>
          <pc:sldMk cId="532495286" sldId="611"/>
        </pc:sldMkLst>
      </pc:sldChg>
      <pc:sldChg chg="modSp add replId">
        <pc:chgData name="Avinash Arun Chauhan" userId="S::avinash.chauhan@mahindrauniversity.edu.in::241b5f3e-36f4-4c61-9553-90e6a1c1b8a6" providerId="AD" clId="Web-{B0127C7C-4B6C-EF64-024C-BCB812E6BAE5}" dt="2025-05-02T07:59:04.776" v="597" actId="20577"/>
        <pc:sldMkLst>
          <pc:docMk/>
          <pc:sldMk cId="1120367029" sldId="611"/>
        </pc:sldMkLst>
        <pc:spChg chg="mod">
          <ac:chgData name="Avinash Arun Chauhan" userId="S::avinash.chauhan@mahindrauniversity.edu.in::241b5f3e-36f4-4c61-9553-90e6a1c1b8a6" providerId="AD" clId="Web-{B0127C7C-4B6C-EF64-024C-BCB812E6BAE5}" dt="2025-05-02T07:59:04.776" v="597" actId="20577"/>
          <ac:spMkLst>
            <pc:docMk/>
            <pc:sldMk cId="1120367029" sldId="611"/>
            <ac:spMk id="3" creationId="{4BB39804-68F7-B0EE-40FD-6F4BB47F89CE}"/>
          </ac:spMkLst>
        </pc:spChg>
      </pc:sldChg>
      <pc:sldChg chg="modSp add replId">
        <pc:chgData name="Avinash Arun Chauhan" userId="S::avinash.chauhan@mahindrauniversity.edu.in::241b5f3e-36f4-4c61-9553-90e6a1c1b8a6" providerId="AD" clId="Web-{B0127C7C-4B6C-EF64-024C-BCB812E6BAE5}" dt="2025-05-02T08:04:24.648" v="602" actId="20577"/>
        <pc:sldMkLst>
          <pc:docMk/>
          <pc:sldMk cId="824724541" sldId="612"/>
        </pc:sldMkLst>
        <pc:spChg chg="mod">
          <ac:chgData name="Avinash Arun Chauhan" userId="S::avinash.chauhan@mahindrauniversity.edu.in::241b5f3e-36f4-4c61-9553-90e6a1c1b8a6" providerId="AD" clId="Web-{B0127C7C-4B6C-EF64-024C-BCB812E6BAE5}" dt="2025-05-02T08:04:24.648" v="602" actId="20577"/>
          <ac:spMkLst>
            <pc:docMk/>
            <pc:sldMk cId="824724541" sldId="612"/>
            <ac:spMk id="3" creationId="{CD773F14-3C2F-6772-56D1-5DE6DAD98013}"/>
          </ac:spMkLst>
        </pc:spChg>
      </pc:sldChg>
      <pc:sldChg chg="add del replId">
        <pc:chgData name="Avinash Arun Chauhan" userId="S::avinash.chauhan@mahindrauniversity.edu.in::241b5f3e-36f4-4c61-9553-90e6a1c1b8a6" providerId="AD" clId="Web-{B0127C7C-4B6C-EF64-024C-BCB812E6BAE5}" dt="2025-05-02T08:03:51.912" v="599"/>
        <pc:sldMkLst>
          <pc:docMk/>
          <pc:sldMk cId="1244769335" sldId="612"/>
        </pc:sldMkLst>
      </pc:sldChg>
      <pc:sldChg chg="modSp add replId">
        <pc:chgData name="Avinash Arun Chauhan" userId="S::avinash.chauhan@mahindrauniversity.edu.in::241b5f3e-36f4-4c61-9553-90e6a1c1b8a6" providerId="AD" clId="Web-{B0127C7C-4B6C-EF64-024C-BCB812E6BAE5}" dt="2025-05-02T08:04:57.884" v="610" actId="20577"/>
        <pc:sldMkLst>
          <pc:docMk/>
          <pc:sldMk cId="2228685038" sldId="613"/>
        </pc:sldMkLst>
        <pc:spChg chg="mod">
          <ac:chgData name="Avinash Arun Chauhan" userId="S::avinash.chauhan@mahindrauniversity.edu.in::241b5f3e-36f4-4c61-9553-90e6a1c1b8a6" providerId="AD" clId="Web-{B0127C7C-4B6C-EF64-024C-BCB812E6BAE5}" dt="2025-05-02T08:04:49.993" v="605" actId="20577"/>
          <ac:spMkLst>
            <pc:docMk/>
            <pc:sldMk cId="2228685038" sldId="613"/>
            <ac:spMk id="2" creationId="{B5E14083-7C12-96AC-978E-060074E8C85B}"/>
          </ac:spMkLst>
        </pc:spChg>
        <pc:spChg chg="mod">
          <ac:chgData name="Avinash Arun Chauhan" userId="S::avinash.chauhan@mahindrauniversity.edu.in::241b5f3e-36f4-4c61-9553-90e6a1c1b8a6" providerId="AD" clId="Web-{B0127C7C-4B6C-EF64-024C-BCB812E6BAE5}" dt="2025-05-02T08:04:57.884" v="610" actId="20577"/>
          <ac:spMkLst>
            <pc:docMk/>
            <pc:sldMk cId="2228685038" sldId="613"/>
            <ac:spMk id="3" creationId="{E54AFECC-F38E-F901-EAB0-B61D38F34D5A}"/>
          </ac:spMkLst>
        </pc:spChg>
      </pc:sldChg>
      <pc:sldChg chg="addSp modSp add replId">
        <pc:chgData name="Avinash Arun Chauhan" userId="S::avinash.chauhan@mahindrauniversity.edu.in::241b5f3e-36f4-4c61-9553-90e6a1c1b8a6" providerId="AD" clId="Web-{B0127C7C-4B6C-EF64-024C-BCB812E6BAE5}" dt="2025-05-02T08:05:52.605" v="625" actId="1076"/>
        <pc:sldMkLst>
          <pc:docMk/>
          <pc:sldMk cId="2866071683" sldId="614"/>
        </pc:sldMkLst>
        <pc:spChg chg="mod">
          <ac:chgData name="Avinash Arun Chauhan" userId="S::avinash.chauhan@mahindrauniversity.edu.in::241b5f3e-36f4-4c61-9553-90e6a1c1b8a6" providerId="AD" clId="Web-{B0127C7C-4B6C-EF64-024C-BCB812E6BAE5}" dt="2025-05-02T08:05:47.667" v="624" actId="1076"/>
          <ac:spMkLst>
            <pc:docMk/>
            <pc:sldMk cId="2866071683" sldId="614"/>
            <ac:spMk id="2" creationId="{71AEE35F-2C20-D307-7F3D-8C502C71770C}"/>
          </ac:spMkLst>
        </pc:spChg>
        <pc:spChg chg="mod">
          <ac:chgData name="Avinash Arun Chauhan" userId="S::avinash.chauhan@mahindrauniversity.edu.in::241b5f3e-36f4-4c61-9553-90e6a1c1b8a6" providerId="AD" clId="Web-{B0127C7C-4B6C-EF64-024C-BCB812E6BAE5}" dt="2025-05-02T08:05:20.213" v="620" actId="20577"/>
          <ac:spMkLst>
            <pc:docMk/>
            <pc:sldMk cId="2866071683" sldId="614"/>
            <ac:spMk id="3" creationId="{7C9287AA-7FAC-A322-230B-178624549307}"/>
          </ac:spMkLst>
        </pc:spChg>
        <pc:graphicFrameChg chg="add mod">
          <ac:chgData name="Avinash Arun Chauhan" userId="S::avinash.chauhan@mahindrauniversity.edu.in::241b5f3e-36f4-4c61-9553-90e6a1c1b8a6" providerId="AD" clId="Web-{B0127C7C-4B6C-EF64-024C-BCB812E6BAE5}" dt="2025-05-02T08:05:52.605" v="625" actId="1076"/>
          <ac:graphicFrameMkLst>
            <pc:docMk/>
            <pc:sldMk cId="2866071683" sldId="614"/>
            <ac:graphicFrameMk id="5" creationId="{6B9B41FA-EAE1-6B6D-5130-AFE234650B12}"/>
          </ac:graphicFrameMkLst>
        </pc:graphicFrameChg>
      </pc:sldChg>
    </pc:docChg>
  </pc:docChgLst>
  <pc:docChgLst>
    <pc:chgData name="Avinash Arun Chauhan" userId="S::avinash.chauhan@mahindrauniversity.edu.in::241b5f3e-36f4-4c61-9553-90e6a1c1b8a6" providerId="AD" clId="Web-{FE990829-D28F-469B-345C-EE3618E5848F}"/>
    <pc:docChg chg="modSld">
      <pc:chgData name="Avinash Arun Chauhan" userId="S::avinash.chauhan@mahindrauniversity.edu.in::241b5f3e-36f4-4c61-9553-90e6a1c1b8a6" providerId="AD" clId="Web-{FE990829-D28F-469B-345C-EE3618E5848F}" dt="2023-08-14T14:59:48.121" v="0" actId="20577"/>
      <pc:docMkLst>
        <pc:docMk/>
      </pc:docMkLst>
      <pc:sldChg chg="modSp">
        <pc:chgData name="Avinash Arun Chauhan" userId="S::avinash.chauhan@mahindrauniversity.edu.in::241b5f3e-36f4-4c61-9553-90e6a1c1b8a6" providerId="AD" clId="Web-{FE990829-D28F-469B-345C-EE3618E5848F}" dt="2023-08-14T14:59:48.121" v="0" actId="20577"/>
        <pc:sldMkLst>
          <pc:docMk/>
          <pc:sldMk cId="3615545428" sldId="259"/>
        </pc:sldMkLst>
      </pc:sldChg>
    </pc:docChg>
  </pc:docChgLst>
  <pc:docChgLst>
    <pc:chgData name="Avinash Arun Chauhan" userId="S::avinash.chauhan@mahindrauniversity.edu.in::241b5f3e-36f4-4c61-9553-90e6a1c1b8a6" providerId="AD" clId="Web-{4E02B4DC-A0C5-A7D3-2F9E-91CF2E6B7D42}"/>
    <pc:docChg chg="addSld delSld modSld">
      <pc:chgData name="Avinash Arun Chauhan" userId="S::avinash.chauhan@mahindrauniversity.edu.in::241b5f3e-36f4-4c61-9553-90e6a1c1b8a6" providerId="AD" clId="Web-{4E02B4DC-A0C5-A7D3-2F9E-91CF2E6B7D42}" dt="2025-01-20T04:34:08.308" v="232"/>
      <pc:docMkLst>
        <pc:docMk/>
      </pc:docMkLst>
      <pc:sldChg chg="modSp">
        <pc:chgData name="Avinash Arun Chauhan" userId="S::avinash.chauhan@mahindrauniversity.edu.in::241b5f3e-36f4-4c61-9553-90e6a1c1b8a6" providerId="AD" clId="Web-{4E02B4DC-A0C5-A7D3-2F9E-91CF2E6B7D42}" dt="2025-01-20T04:31:21.710" v="226" actId="20577"/>
        <pc:sldMkLst>
          <pc:docMk/>
          <pc:sldMk cId="3954983918" sldId="276"/>
        </pc:sldMkLst>
      </pc:sldChg>
      <pc:sldChg chg="modSp">
        <pc:chgData name="Avinash Arun Chauhan" userId="S::avinash.chauhan@mahindrauniversity.edu.in::241b5f3e-36f4-4c61-9553-90e6a1c1b8a6" providerId="AD" clId="Web-{4E02B4DC-A0C5-A7D3-2F9E-91CF2E6B7D42}" dt="2025-01-20T04:27:25.157" v="57" actId="20577"/>
        <pc:sldMkLst>
          <pc:docMk/>
          <pc:sldMk cId="3908280556" sldId="279"/>
        </pc:sldMkLst>
      </pc:sldChg>
      <pc:sldChg chg="modSp">
        <pc:chgData name="Avinash Arun Chauhan" userId="S::avinash.chauhan@mahindrauniversity.edu.in::241b5f3e-36f4-4c61-9553-90e6a1c1b8a6" providerId="AD" clId="Web-{4E02B4DC-A0C5-A7D3-2F9E-91CF2E6B7D42}" dt="2025-01-20T04:27:51.189" v="71" actId="20577"/>
        <pc:sldMkLst>
          <pc:docMk/>
          <pc:sldMk cId="124130375" sldId="283"/>
        </pc:sldMkLst>
      </pc:sldChg>
      <pc:sldChg chg="modSp">
        <pc:chgData name="Avinash Arun Chauhan" userId="S::avinash.chauhan@mahindrauniversity.edu.in::241b5f3e-36f4-4c61-9553-90e6a1c1b8a6" providerId="AD" clId="Web-{4E02B4DC-A0C5-A7D3-2F9E-91CF2E6B7D42}" dt="2025-01-20T04:30:42.725" v="209" actId="20577"/>
        <pc:sldMkLst>
          <pc:docMk/>
          <pc:sldMk cId="3927065482" sldId="294"/>
        </pc:sldMkLst>
      </pc:sldChg>
      <pc:sldChg chg="add del">
        <pc:chgData name="Avinash Arun Chauhan" userId="S::avinash.chauhan@mahindrauniversity.edu.in::241b5f3e-36f4-4c61-9553-90e6a1c1b8a6" providerId="AD" clId="Web-{4E02B4DC-A0C5-A7D3-2F9E-91CF2E6B7D42}" dt="2025-01-20T04:34:08.308" v="232"/>
        <pc:sldMkLst>
          <pc:docMk/>
          <pc:sldMk cId="4174301513" sldId="296"/>
        </pc:sldMkLst>
      </pc:sldChg>
      <pc:sldChg chg="add del">
        <pc:chgData name="Avinash Arun Chauhan" userId="S::avinash.chauhan@mahindrauniversity.edu.in::241b5f3e-36f4-4c61-9553-90e6a1c1b8a6" providerId="AD" clId="Web-{4E02B4DC-A0C5-A7D3-2F9E-91CF2E6B7D42}" dt="2025-01-20T04:32:54.478" v="230"/>
        <pc:sldMkLst>
          <pc:docMk/>
          <pc:sldMk cId="1602905219" sldId="297"/>
        </pc:sldMkLst>
      </pc:sldChg>
      <pc:sldChg chg="modSp">
        <pc:chgData name="Avinash Arun Chauhan" userId="S::avinash.chauhan@mahindrauniversity.edu.in::241b5f3e-36f4-4c61-9553-90e6a1c1b8a6" providerId="AD" clId="Web-{4E02B4DC-A0C5-A7D3-2F9E-91CF2E6B7D42}" dt="2025-01-20T04:14:22.106" v="32" actId="1076"/>
        <pc:sldMkLst>
          <pc:docMk/>
          <pc:sldMk cId="2492696898" sldId="306"/>
        </pc:sldMkLst>
      </pc:sldChg>
    </pc:docChg>
  </pc:docChgLst>
  <pc:docChgLst>
    <pc:chgData name="Avinash Arun Chauhan" userId="S::avinash.chauhan@mahindrauniversity.edu.in::241b5f3e-36f4-4c61-9553-90e6a1c1b8a6" providerId="AD" clId="Web-{DE20BC69-CF6E-A49F-81B1-8333E6848700}"/>
    <pc:docChg chg="addSld modSld">
      <pc:chgData name="Avinash Arun Chauhan" userId="S::avinash.chauhan@mahindrauniversity.edu.in::241b5f3e-36f4-4c61-9553-90e6a1c1b8a6" providerId="AD" clId="Web-{DE20BC69-CF6E-A49F-81B1-8333E6848700}" dt="2022-08-04T06:50:39.092" v="779" actId="20577"/>
      <pc:docMkLst>
        <pc:docMk/>
      </pc:docMkLst>
      <pc:sldChg chg="addSp modSp">
        <pc:chgData name="Avinash Arun Chauhan" userId="S::avinash.chauhan@mahindrauniversity.edu.in::241b5f3e-36f4-4c61-9553-90e6a1c1b8a6" providerId="AD" clId="Web-{DE20BC69-CF6E-A49F-81B1-8333E6848700}" dt="2022-08-04T06:39:49.323" v="661" actId="20577"/>
        <pc:sldMkLst>
          <pc:docMk/>
          <pc:sldMk cId="832602602" sldId="257"/>
        </pc:sldMkLst>
      </pc:sldChg>
      <pc:sldChg chg="modSp new">
        <pc:chgData name="Avinash Arun Chauhan" userId="S::avinash.chauhan@mahindrauniversity.edu.in::241b5f3e-36f4-4c61-9553-90e6a1c1b8a6" providerId="AD" clId="Web-{DE20BC69-CF6E-A49F-81B1-8333E6848700}" dt="2022-08-04T05:30:10.128" v="252" actId="20577"/>
        <pc:sldMkLst>
          <pc:docMk/>
          <pc:sldMk cId="3131259695" sldId="258"/>
        </pc:sldMkLst>
      </pc:sldChg>
      <pc:sldChg chg="addSp modSp new">
        <pc:chgData name="Avinash Arun Chauhan" userId="S::avinash.chauhan@mahindrauniversity.edu.in::241b5f3e-36f4-4c61-9553-90e6a1c1b8a6" providerId="AD" clId="Web-{DE20BC69-CF6E-A49F-81B1-8333E6848700}" dt="2022-08-04T06:38:20.289" v="653" actId="20577"/>
        <pc:sldMkLst>
          <pc:docMk/>
          <pc:sldMk cId="3615545428" sldId="259"/>
        </pc:sldMkLst>
      </pc:sldChg>
      <pc:sldChg chg="modSp new">
        <pc:chgData name="Avinash Arun Chauhan" userId="S::avinash.chauhan@mahindrauniversity.edu.in::241b5f3e-36f4-4c61-9553-90e6a1c1b8a6" providerId="AD" clId="Web-{DE20BC69-CF6E-A49F-81B1-8333E6848700}" dt="2022-08-04T06:40:15.355" v="670" actId="20577"/>
        <pc:sldMkLst>
          <pc:docMk/>
          <pc:sldMk cId="665632959" sldId="260"/>
        </pc:sldMkLst>
      </pc:sldChg>
      <pc:sldChg chg="addSp delSp modSp new">
        <pc:chgData name="Avinash Arun Chauhan" userId="S::avinash.chauhan@mahindrauniversity.edu.in::241b5f3e-36f4-4c61-9553-90e6a1c1b8a6" providerId="AD" clId="Web-{DE20BC69-CF6E-A49F-81B1-8333E6848700}" dt="2022-08-04T06:50:08.716" v="744" actId="1076"/>
        <pc:sldMkLst>
          <pc:docMk/>
          <pc:sldMk cId="1478581017" sldId="261"/>
        </pc:sldMkLst>
      </pc:sldChg>
      <pc:sldChg chg="modSp new">
        <pc:chgData name="Avinash Arun Chauhan" userId="S::avinash.chauhan@mahindrauniversity.edu.in::241b5f3e-36f4-4c61-9553-90e6a1c1b8a6" providerId="AD" clId="Web-{DE20BC69-CF6E-A49F-81B1-8333E6848700}" dt="2022-08-04T06:50:39.092" v="779" actId="20577"/>
        <pc:sldMkLst>
          <pc:docMk/>
          <pc:sldMk cId="686329520" sldId="262"/>
        </pc:sldMkLst>
      </pc:sldChg>
    </pc:docChg>
  </pc:docChgLst>
  <pc:docChgLst>
    <pc:chgData name="Avinash Arun Chauhan" userId="S::avinash.chauhan@mahindrauniversity.edu.in::241b5f3e-36f4-4c61-9553-90e6a1c1b8a6" providerId="AD" clId="Web-{9DD49463-7B39-95C2-2055-847A1C1285A8}"/>
    <pc:docChg chg="modSld">
      <pc:chgData name="Avinash Arun Chauhan" userId="S::avinash.chauhan@mahindrauniversity.edu.in::241b5f3e-36f4-4c61-9553-90e6a1c1b8a6" providerId="AD" clId="Web-{9DD49463-7B39-95C2-2055-847A1C1285A8}" dt="2023-08-16T14:44:49.116" v="213" actId="20577"/>
      <pc:docMkLst>
        <pc:docMk/>
      </pc:docMkLst>
      <pc:sldChg chg="modSp">
        <pc:chgData name="Avinash Arun Chauhan" userId="S::avinash.chauhan@mahindrauniversity.edu.in::241b5f3e-36f4-4c61-9553-90e6a1c1b8a6" providerId="AD" clId="Web-{9DD49463-7B39-95C2-2055-847A1C1285A8}" dt="2023-08-16T14:24:22.725" v="49" actId="20577"/>
        <pc:sldMkLst>
          <pc:docMk/>
          <pc:sldMk cId="3131259695" sldId="258"/>
        </pc:sldMkLst>
      </pc:sldChg>
      <pc:sldChg chg="modSp">
        <pc:chgData name="Avinash Arun Chauhan" userId="S::avinash.chauhan@mahindrauniversity.edu.in::241b5f3e-36f4-4c61-9553-90e6a1c1b8a6" providerId="AD" clId="Web-{9DD49463-7B39-95C2-2055-847A1C1285A8}" dt="2023-08-16T14:25:42.727" v="59" actId="20577"/>
        <pc:sldMkLst>
          <pc:docMk/>
          <pc:sldMk cId="3615545428" sldId="259"/>
        </pc:sldMkLst>
      </pc:sldChg>
      <pc:sldChg chg="modSp">
        <pc:chgData name="Avinash Arun Chauhan" userId="S::avinash.chauhan@mahindrauniversity.edu.in::241b5f3e-36f4-4c61-9553-90e6a1c1b8a6" providerId="AD" clId="Web-{9DD49463-7B39-95C2-2055-847A1C1285A8}" dt="2023-08-16T14:30:34.578" v="153" actId="20577"/>
        <pc:sldMkLst>
          <pc:docMk/>
          <pc:sldMk cId="665632959" sldId="260"/>
        </pc:sldMkLst>
      </pc:sldChg>
      <pc:sldChg chg="modSp">
        <pc:chgData name="Avinash Arun Chauhan" userId="S::avinash.chauhan@mahindrauniversity.edu.in::241b5f3e-36f4-4c61-9553-90e6a1c1b8a6" providerId="AD" clId="Web-{9DD49463-7B39-95C2-2055-847A1C1285A8}" dt="2023-08-16T14:33:05.489" v="169" actId="20577"/>
        <pc:sldMkLst>
          <pc:docMk/>
          <pc:sldMk cId="3834488751" sldId="263"/>
        </pc:sldMkLst>
      </pc:sldChg>
      <pc:sldChg chg="modSp">
        <pc:chgData name="Avinash Arun Chauhan" userId="S::avinash.chauhan@mahindrauniversity.edu.in::241b5f3e-36f4-4c61-9553-90e6a1c1b8a6" providerId="AD" clId="Web-{9DD49463-7B39-95C2-2055-847A1C1285A8}" dt="2023-08-16T14:43:42.302" v="183" actId="20577"/>
        <pc:sldMkLst>
          <pc:docMk/>
          <pc:sldMk cId="720993746" sldId="271"/>
        </pc:sldMkLst>
      </pc:sldChg>
      <pc:sldChg chg="modSp">
        <pc:chgData name="Avinash Arun Chauhan" userId="S::avinash.chauhan@mahindrauniversity.edu.in::241b5f3e-36f4-4c61-9553-90e6a1c1b8a6" providerId="AD" clId="Web-{9DD49463-7B39-95C2-2055-847A1C1285A8}" dt="2023-08-16T14:44:49.116" v="213" actId="20577"/>
        <pc:sldMkLst>
          <pc:docMk/>
          <pc:sldMk cId="2029719128" sldId="274"/>
        </pc:sldMkLst>
      </pc:sldChg>
      <pc:sldChg chg="modSp">
        <pc:chgData name="Avinash Arun Chauhan" userId="S::avinash.chauhan@mahindrauniversity.edu.in::241b5f3e-36f4-4c61-9553-90e6a1c1b8a6" providerId="AD" clId="Web-{9DD49463-7B39-95C2-2055-847A1C1285A8}" dt="2023-08-16T14:44:05.693" v="203" actId="20577"/>
        <pc:sldMkLst>
          <pc:docMk/>
          <pc:sldMk cId="2431762895" sldId="275"/>
        </pc:sldMkLst>
      </pc:sldChg>
    </pc:docChg>
  </pc:docChgLst>
  <pc:docChgLst>
    <pc:chgData name="Avinash Arun Chauhan" userId="S::avinash.chauhan@mahindrauniversity.edu.in::241b5f3e-36f4-4c61-9553-90e6a1c1b8a6" providerId="AD" clId="Web-{00867C39-5A66-2B18-1860-AFE52050463A}"/>
    <pc:docChg chg="modSld">
      <pc:chgData name="Avinash Arun Chauhan" userId="S::avinash.chauhan@mahindrauniversity.edu.in::241b5f3e-36f4-4c61-9553-90e6a1c1b8a6" providerId="AD" clId="Web-{00867C39-5A66-2B18-1860-AFE52050463A}" dt="2025-03-03T09:06:42.661" v="12" actId="20577"/>
      <pc:docMkLst>
        <pc:docMk/>
      </pc:docMkLst>
      <pc:sldChg chg="modSp">
        <pc:chgData name="Avinash Arun Chauhan" userId="S::avinash.chauhan@mahindrauniversity.edu.in::241b5f3e-36f4-4c61-9553-90e6a1c1b8a6" providerId="AD" clId="Web-{00867C39-5A66-2B18-1860-AFE52050463A}" dt="2025-03-03T09:06:42.661" v="12" actId="20577"/>
        <pc:sldMkLst>
          <pc:docMk/>
          <pc:sldMk cId="1540275285" sldId="256"/>
        </pc:sldMkLst>
        <pc:spChg chg="mod">
          <ac:chgData name="Avinash Arun Chauhan" userId="S::avinash.chauhan@mahindrauniversity.edu.in::241b5f3e-36f4-4c61-9553-90e6a1c1b8a6" providerId="AD" clId="Web-{00867C39-5A66-2B18-1860-AFE52050463A}" dt="2025-03-03T09:06:42.661" v="12" actId="20577"/>
          <ac:spMkLst>
            <pc:docMk/>
            <pc:sldMk cId="1540275285" sldId="256"/>
            <ac:spMk id="2" creationId="{727870F2-A17E-4535-8ECE-F608007055B7}"/>
          </ac:spMkLst>
        </pc:spChg>
      </pc:sldChg>
    </pc:docChg>
  </pc:docChgLst>
  <pc:docChgLst>
    <pc:chgData name="Avinash Arun Chauhan" userId="S::avinash.chauhan@mahindrauniversity.edu.in::241b5f3e-36f4-4c61-9553-90e6a1c1b8a6" providerId="AD" clId="Web-{C9932CCD-4CA9-A4F8-73A3-9576A7DF9DF6}"/>
    <pc:docChg chg="addSld delSld modSld sldOrd">
      <pc:chgData name="Avinash Arun Chauhan" userId="S::avinash.chauhan@mahindrauniversity.edu.in::241b5f3e-36f4-4c61-9553-90e6a1c1b8a6" providerId="AD" clId="Web-{C9932CCD-4CA9-A4F8-73A3-9576A7DF9DF6}" dt="2025-01-20T15:21:19.710" v="1459" actId="20577"/>
      <pc:docMkLst>
        <pc:docMk/>
      </pc:docMkLst>
      <pc:sldChg chg="addSp modSp">
        <pc:chgData name="Avinash Arun Chauhan" userId="S::avinash.chauhan@mahindrauniversity.edu.in::241b5f3e-36f4-4c61-9553-90e6a1c1b8a6" providerId="AD" clId="Web-{C9932CCD-4CA9-A4F8-73A3-9576A7DF9DF6}" dt="2025-01-20T14:16:43.788" v="22" actId="1076"/>
        <pc:sldMkLst>
          <pc:docMk/>
          <pc:sldMk cId="1186293514" sldId="278"/>
        </pc:sldMkLst>
      </pc:sldChg>
      <pc:sldChg chg="modSp">
        <pc:chgData name="Avinash Arun Chauhan" userId="S::avinash.chauhan@mahindrauniversity.edu.in::241b5f3e-36f4-4c61-9553-90e6a1c1b8a6" providerId="AD" clId="Web-{C9932CCD-4CA9-A4F8-73A3-9576A7DF9DF6}" dt="2025-01-20T14:38:09.570" v="355" actId="20577"/>
        <pc:sldMkLst>
          <pc:docMk/>
          <pc:sldMk cId="3646577299" sldId="299"/>
        </pc:sldMkLst>
      </pc:sldChg>
      <pc:sldChg chg="modSp">
        <pc:chgData name="Avinash Arun Chauhan" userId="S::avinash.chauhan@mahindrauniversity.edu.in::241b5f3e-36f4-4c61-9553-90e6a1c1b8a6" providerId="AD" clId="Web-{C9932CCD-4CA9-A4F8-73A3-9576A7DF9DF6}" dt="2025-01-20T14:38:24.587" v="356" actId="20577"/>
        <pc:sldMkLst>
          <pc:docMk/>
          <pc:sldMk cId="1563133675" sldId="304"/>
        </pc:sldMkLst>
      </pc:sldChg>
      <pc:sldChg chg="modSp">
        <pc:chgData name="Avinash Arun Chauhan" userId="S::avinash.chauhan@mahindrauniversity.edu.in::241b5f3e-36f4-4c61-9553-90e6a1c1b8a6" providerId="AD" clId="Web-{C9932CCD-4CA9-A4F8-73A3-9576A7DF9DF6}" dt="2025-01-20T14:39:45.668" v="403" actId="20577"/>
        <pc:sldMkLst>
          <pc:docMk/>
          <pc:sldMk cId="3676104736" sldId="321"/>
        </pc:sldMkLst>
      </pc:sldChg>
      <pc:sldChg chg="modSp">
        <pc:chgData name="Avinash Arun Chauhan" userId="S::avinash.chauhan@mahindrauniversity.edu.in::241b5f3e-36f4-4c61-9553-90e6a1c1b8a6" providerId="AD" clId="Web-{C9932CCD-4CA9-A4F8-73A3-9576A7DF9DF6}" dt="2025-01-20T14:52:44.697" v="1022" actId="20577"/>
        <pc:sldMkLst>
          <pc:docMk/>
          <pc:sldMk cId="3627241866" sldId="322"/>
        </pc:sldMkLst>
      </pc:sldChg>
      <pc:sldChg chg="modSp">
        <pc:chgData name="Avinash Arun Chauhan" userId="S::avinash.chauhan@mahindrauniversity.edu.in::241b5f3e-36f4-4c61-9553-90e6a1c1b8a6" providerId="AD" clId="Web-{C9932CCD-4CA9-A4F8-73A3-9576A7DF9DF6}" dt="2025-01-20T14:21:04.970" v="34" actId="20577"/>
        <pc:sldMkLst>
          <pc:docMk/>
          <pc:sldMk cId="1158193245" sldId="326"/>
        </pc:sldMkLst>
      </pc:sldChg>
      <pc:sldChg chg="addSp delSp modSp add replId">
        <pc:chgData name="Avinash Arun Chauhan" userId="S::avinash.chauhan@mahindrauniversity.edu.in::241b5f3e-36f4-4c61-9553-90e6a1c1b8a6" providerId="AD" clId="Web-{C9932CCD-4CA9-A4F8-73A3-9576A7DF9DF6}" dt="2025-01-20T14:19:51.326" v="32" actId="1076"/>
        <pc:sldMkLst>
          <pc:docMk/>
          <pc:sldMk cId="2007597957" sldId="327"/>
        </pc:sldMkLst>
      </pc:sldChg>
      <pc:sldChg chg="del">
        <pc:chgData name="Avinash Arun Chauhan" userId="S::avinash.chauhan@mahindrauniversity.edu.in::241b5f3e-36f4-4c61-9553-90e6a1c1b8a6" providerId="AD" clId="Web-{C9932CCD-4CA9-A4F8-73A3-9576A7DF9DF6}" dt="2025-01-20T14:15:47.411" v="0"/>
        <pc:sldMkLst>
          <pc:docMk/>
          <pc:sldMk cId="4092406976" sldId="327"/>
        </pc:sldMkLst>
      </pc:sldChg>
      <pc:sldChg chg="addSp modSp add replId">
        <pc:chgData name="Avinash Arun Chauhan" userId="S::avinash.chauhan@mahindrauniversity.edu.in::241b5f3e-36f4-4c61-9553-90e6a1c1b8a6" providerId="AD" clId="Web-{C9932CCD-4CA9-A4F8-73A3-9576A7DF9DF6}" dt="2025-01-20T15:21:19.710" v="1459" actId="20577"/>
        <pc:sldMkLst>
          <pc:docMk/>
          <pc:sldMk cId="2617794837" sldId="328"/>
        </pc:sldMkLst>
      </pc:sldChg>
      <pc:sldChg chg="modSp add replId">
        <pc:chgData name="Avinash Arun Chauhan" userId="S::avinash.chauhan@mahindrauniversity.edu.in::241b5f3e-36f4-4c61-9553-90e6a1c1b8a6" providerId="AD" clId="Web-{C9932CCD-4CA9-A4F8-73A3-9576A7DF9DF6}" dt="2025-01-20T14:31:05.164" v="260" actId="20577"/>
        <pc:sldMkLst>
          <pc:docMk/>
          <pc:sldMk cId="976430796" sldId="329"/>
        </pc:sldMkLst>
      </pc:sldChg>
      <pc:sldChg chg="addSp delSp modSp add mod replId setBg">
        <pc:chgData name="Avinash Arun Chauhan" userId="S::avinash.chauhan@mahindrauniversity.edu.in::241b5f3e-36f4-4c61-9553-90e6a1c1b8a6" providerId="AD" clId="Web-{C9932CCD-4CA9-A4F8-73A3-9576A7DF9DF6}" dt="2025-01-20T14:32:53.293" v="269" actId="1076"/>
        <pc:sldMkLst>
          <pc:docMk/>
          <pc:sldMk cId="2464883860" sldId="330"/>
        </pc:sldMkLst>
      </pc:sldChg>
      <pc:sldChg chg="addSp modSp add replId">
        <pc:chgData name="Avinash Arun Chauhan" userId="S::avinash.chauhan@mahindrauniversity.edu.in::241b5f3e-36f4-4c61-9553-90e6a1c1b8a6" providerId="AD" clId="Web-{C9932CCD-4CA9-A4F8-73A3-9576A7DF9DF6}" dt="2025-01-20T14:51:46.710" v="1004" actId="1076"/>
        <pc:sldMkLst>
          <pc:docMk/>
          <pc:sldMk cId="3538398476" sldId="331"/>
        </pc:sldMkLst>
      </pc:sldChg>
      <pc:sldChg chg="addSp delSp modSp add replId">
        <pc:chgData name="Avinash Arun Chauhan" userId="S::avinash.chauhan@mahindrauniversity.edu.in::241b5f3e-36f4-4c61-9553-90e6a1c1b8a6" providerId="AD" clId="Web-{C9932CCD-4CA9-A4F8-73A3-9576A7DF9DF6}" dt="2025-01-20T14:52:33.884" v="1019"/>
        <pc:sldMkLst>
          <pc:docMk/>
          <pc:sldMk cId="3698192587" sldId="332"/>
        </pc:sldMkLst>
      </pc:sldChg>
      <pc:sldChg chg="modSp add ord replId">
        <pc:chgData name="Avinash Arun Chauhan" userId="S::avinash.chauhan@mahindrauniversity.edu.in::241b5f3e-36f4-4c61-9553-90e6a1c1b8a6" providerId="AD" clId="Web-{C9932CCD-4CA9-A4F8-73A3-9576A7DF9DF6}" dt="2025-01-20T14:55:37.485" v="1220" actId="20577"/>
        <pc:sldMkLst>
          <pc:docMk/>
          <pc:sldMk cId="2252981323" sldId="333"/>
        </pc:sldMkLst>
      </pc:sldChg>
      <pc:sldChg chg="add del replId">
        <pc:chgData name="Avinash Arun Chauhan" userId="S::avinash.chauhan@mahindrauniversity.edu.in::241b5f3e-36f4-4c61-9553-90e6a1c1b8a6" providerId="AD" clId="Web-{C9932CCD-4CA9-A4F8-73A3-9576A7DF9DF6}" dt="2025-01-20T14:52:50.463" v="1024"/>
        <pc:sldMkLst>
          <pc:docMk/>
          <pc:sldMk cId="2817443897" sldId="333"/>
        </pc:sldMkLst>
      </pc:sldChg>
      <pc:sldChg chg="add replId">
        <pc:chgData name="Avinash Arun Chauhan" userId="S::avinash.chauhan@mahindrauniversity.edu.in::241b5f3e-36f4-4c61-9553-90e6a1c1b8a6" providerId="AD" clId="Web-{C9932CCD-4CA9-A4F8-73A3-9576A7DF9DF6}" dt="2025-01-20T14:55:45.157" v="1221"/>
        <pc:sldMkLst>
          <pc:docMk/>
          <pc:sldMk cId="232338245" sldId="334"/>
        </pc:sldMkLst>
      </pc:sldChg>
      <pc:sldChg chg="modSp add replId">
        <pc:chgData name="Avinash Arun Chauhan" userId="S::avinash.chauhan@mahindrauniversity.edu.in::241b5f3e-36f4-4c61-9553-90e6a1c1b8a6" providerId="AD" clId="Web-{C9932CCD-4CA9-A4F8-73A3-9576A7DF9DF6}" dt="2025-01-20T15:18:46.068" v="1453" actId="20577"/>
        <pc:sldMkLst>
          <pc:docMk/>
          <pc:sldMk cId="2353400634" sldId="335"/>
        </pc:sldMkLst>
      </pc:sldChg>
      <pc:sldChg chg="modSp add replId">
        <pc:chgData name="Avinash Arun Chauhan" userId="S::avinash.chauhan@mahindrauniversity.edu.in::241b5f3e-36f4-4c61-9553-90e6a1c1b8a6" providerId="AD" clId="Web-{C9932CCD-4CA9-A4F8-73A3-9576A7DF9DF6}" dt="2025-01-20T14:58:25.585" v="1451" actId="20577"/>
        <pc:sldMkLst>
          <pc:docMk/>
          <pc:sldMk cId="858546598" sldId="336"/>
        </pc:sldMkLst>
      </pc:sldChg>
    </pc:docChg>
  </pc:docChgLst>
  <pc:docChgLst>
    <pc:chgData name="Avinash Arun Chauhan" userId="S::avinash.chauhan@mahindrauniversity.edu.in::241b5f3e-36f4-4c61-9553-90e6a1c1b8a6" providerId="AD" clId="Web-{4C0D58E0-1B06-491A-5175-A5C570146ADF}"/>
    <pc:docChg chg="delSld">
      <pc:chgData name="Avinash Arun Chauhan" userId="S::avinash.chauhan@mahindrauniversity.edu.in::241b5f3e-36f4-4c61-9553-90e6a1c1b8a6" providerId="AD" clId="Web-{4C0D58E0-1B06-491A-5175-A5C570146ADF}" dt="2025-01-20T04:04:53.763" v="0"/>
      <pc:docMkLst>
        <pc:docMk/>
      </pc:docMkLst>
      <pc:sldChg chg="del">
        <pc:chgData name="Avinash Arun Chauhan" userId="S::avinash.chauhan@mahindrauniversity.edu.in::241b5f3e-36f4-4c61-9553-90e6a1c1b8a6" providerId="AD" clId="Web-{4C0D58E0-1B06-491A-5175-A5C570146ADF}" dt="2025-01-20T04:04:53.763" v="0"/>
        <pc:sldMkLst>
          <pc:docMk/>
          <pc:sldMk cId="2511884408" sldId="305"/>
        </pc:sldMkLst>
      </pc:sldChg>
    </pc:docChg>
  </pc:docChgLst>
  <pc:docChgLst>
    <pc:chgData name="Avinash Arun Chauhan" userId="S::avinash.chauhan@mahindrauniversity.edu.in::241b5f3e-36f4-4c61-9553-90e6a1c1b8a6" providerId="AD" clId="Web-{8C57203D-25B0-682B-37BA-784C48C6C25C}"/>
    <pc:docChg chg="modSld">
      <pc:chgData name="Avinash Arun Chauhan" userId="S::avinash.chauhan@mahindrauniversity.edu.in::241b5f3e-36f4-4c61-9553-90e6a1c1b8a6" providerId="AD" clId="Web-{8C57203D-25B0-682B-37BA-784C48C6C25C}" dt="2025-01-17T07:05:02.191" v="0" actId="20577"/>
      <pc:docMkLst>
        <pc:docMk/>
      </pc:docMkLst>
      <pc:sldChg chg="modSp">
        <pc:chgData name="Avinash Arun Chauhan" userId="S::avinash.chauhan@mahindrauniversity.edu.in::241b5f3e-36f4-4c61-9553-90e6a1c1b8a6" providerId="AD" clId="Web-{8C57203D-25B0-682B-37BA-784C48C6C25C}" dt="2025-01-17T07:05:02.191" v="0" actId="20577"/>
        <pc:sldMkLst>
          <pc:docMk/>
          <pc:sldMk cId="1540275285" sldId="256"/>
        </pc:sldMkLst>
        <pc:spChg chg="mod">
          <ac:chgData name="Avinash Arun Chauhan" userId="S::avinash.chauhan@mahindrauniversity.edu.in::241b5f3e-36f4-4c61-9553-90e6a1c1b8a6" providerId="AD" clId="Web-{8C57203D-25B0-682B-37BA-784C48C6C25C}" dt="2025-01-17T07:05:02.191" v="0" actId="20577"/>
          <ac:spMkLst>
            <pc:docMk/>
            <pc:sldMk cId="1540275285" sldId="256"/>
            <ac:spMk id="2" creationId="{727870F2-A17E-4535-8ECE-F608007055B7}"/>
          </ac:spMkLst>
        </pc:spChg>
      </pc:sldChg>
    </pc:docChg>
  </pc:docChgLst>
  <pc:docChgLst>
    <pc:chgData name="Avinash Arun Chauhan" userId="S::avinash.chauhan@mahindrauniversity.edu.in::241b5f3e-36f4-4c61-9553-90e6a1c1b8a6" providerId="AD" clId="Web-{18564CF1-31D9-12BA-41D6-02A44F0D4242}"/>
    <pc:docChg chg="addSld delSld modSld">
      <pc:chgData name="Avinash Arun Chauhan" userId="S::avinash.chauhan@mahindrauniversity.edu.in::241b5f3e-36f4-4c61-9553-90e6a1c1b8a6" providerId="AD" clId="Web-{18564CF1-31D9-12BA-41D6-02A44F0D4242}" dt="2025-04-30T06:38:40.648" v="3349" actId="20577"/>
      <pc:docMkLst>
        <pc:docMk/>
      </pc:docMkLst>
      <pc:sldChg chg="del">
        <pc:chgData name="Avinash Arun Chauhan" userId="S::avinash.chauhan@mahindrauniversity.edu.in::241b5f3e-36f4-4c61-9553-90e6a1c1b8a6" providerId="AD" clId="Web-{18564CF1-31D9-12BA-41D6-02A44F0D4242}" dt="2025-04-30T05:10:46.642" v="40"/>
        <pc:sldMkLst>
          <pc:docMk/>
          <pc:sldMk cId="3012470631" sldId="508"/>
        </pc:sldMkLst>
      </pc:sldChg>
      <pc:sldChg chg="del">
        <pc:chgData name="Avinash Arun Chauhan" userId="S::avinash.chauhan@mahindrauniversity.edu.in::241b5f3e-36f4-4c61-9553-90e6a1c1b8a6" providerId="AD" clId="Web-{18564CF1-31D9-12BA-41D6-02A44F0D4242}" dt="2025-04-30T05:10:47.533" v="41"/>
        <pc:sldMkLst>
          <pc:docMk/>
          <pc:sldMk cId="3444865380" sldId="590"/>
        </pc:sldMkLst>
      </pc:sldChg>
      <pc:sldChg chg="del">
        <pc:chgData name="Avinash Arun Chauhan" userId="S::avinash.chauhan@mahindrauniversity.edu.in::241b5f3e-36f4-4c61-9553-90e6a1c1b8a6" providerId="AD" clId="Web-{18564CF1-31D9-12BA-41D6-02A44F0D4242}" dt="2025-04-30T05:11:17.315" v="73"/>
        <pc:sldMkLst>
          <pc:docMk/>
          <pc:sldMk cId="3237086738" sldId="591"/>
        </pc:sldMkLst>
      </pc:sldChg>
      <pc:sldChg chg="modSp">
        <pc:chgData name="Avinash Arun Chauhan" userId="S::avinash.chauhan@mahindrauniversity.edu.in::241b5f3e-36f4-4c61-9553-90e6a1c1b8a6" providerId="AD" clId="Web-{18564CF1-31D9-12BA-41D6-02A44F0D4242}" dt="2025-04-30T05:10:36.923" v="34" actId="20577"/>
        <pc:sldMkLst>
          <pc:docMk/>
          <pc:sldMk cId="2512549991" sldId="603"/>
        </pc:sldMkLst>
        <pc:spChg chg="mod">
          <ac:chgData name="Avinash Arun Chauhan" userId="S::avinash.chauhan@mahindrauniversity.edu.in::241b5f3e-36f4-4c61-9553-90e6a1c1b8a6" providerId="AD" clId="Web-{18564CF1-31D9-12BA-41D6-02A44F0D4242}" dt="2025-04-30T05:10:21" v="1" actId="20577"/>
          <ac:spMkLst>
            <pc:docMk/>
            <pc:sldMk cId="2512549991" sldId="603"/>
            <ac:spMk id="2" creationId="{D78138EF-7446-BEAE-0EAA-06EA31162732}"/>
          </ac:spMkLst>
        </pc:spChg>
        <pc:spChg chg="mod">
          <ac:chgData name="Avinash Arun Chauhan" userId="S::avinash.chauhan@mahindrauniversity.edu.in::241b5f3e-36f4-4c61-9553-90e6a1c1b8a6" providerId="AD" clId="Web-{18564CF1-31D9-12BA-41D6-02A44F0D4242}" dt="2025-04-30T05:10:36.923" v="34" actId="20577"/>
          <ac:spMkLst>
            <pc:docMk/>
            <pc:sldMk cId="2512549991" sldId="603"/>
            <ac:spMk id="3" creationId="{7CB8A221-ECFB-2EE5-82CA-C8D1830A2EAF}"/>
          </ac:spMkLst>
        </pc:spChg>
      </pc:sldChg>
      <pc:sldChg chg="del">
        <pc:chgData name="Avinash Arun Chauhan" userId="S::avinash.chauhan@mahindrauniversity.edu.in::241b5f3e-36f4-4c61-9553-90e6a1c1b8a6" providerId="AD" clId="Web-{18564CF1-31D9-12BA-41D6-02A44F0D4242}" dt="2025-04-30T05:10:42.126" v="35"/>
        <pc:sldMkLst>
          <pc:docMk/>
          <pc:sldMk cId="3472337841" sldId="604"/>
        </pc:sldMkLst>
      </pc:sldChg>
      <pc:sldChg chg="del">
        <pc:chgData name="Avinash Arun Chauhan" userId="S::avinash.chauhan@mahindrauniversity.edu.in::241b5f3e-36f4-4c61-9553-90e6a1c1b8a6" providerId="AD" clId="Web-{18564CF1-31D9-12BA-41D6-02A44F0D4242}" dt="2025-04-30T05:10:42.954" v="36"/>
        <pc:sldMkLst>
          <pc:docMk/>
          <pc:sldMk cId="1114753389" sldId="605"/>
        </pc:sldMkLst>
      </pc:sldChg>
      <pc:sldChg chg="del">
        <pc:chgData name="Avinash Arun Chauhan" userId="S::avinash.chauhan@mahindrauniversity.edu.in::241b5f3e-36f4-4c61-9553-90e6a1c1b8a6" providerId="AD" clId="Web-{18564CF1-31D9-12BA-41D6-02A44F0D4242}" dt="2025-04-30T05:10:43.845" v="37"/>
        <pc:sldMkLst>
          <pc:docMk/>
          <pc:sldMk cId="1959526402" sldId="606"/>
        </pc:sldMkLst>
      </pc:sldChg>
      <pc:sldChg chg="del">
        <pc:chgData name="Avinash Arun Chauhan" userId="S::avinash.chauhan@mahindrauniversity.edu.in::241b5f3e-36f4-4c61-9553-90e6a1c1b8a6" providerId="AD" clId="Web-{18564CF1-31D9-12BA-41D6-02A44F0D4242}" dt="2025-04-30T05:10:45.017" v="38"/>
        <pc:sldMkLst>
          <pc:docMk/>
          <pc:sldMk cId="790881746" sldId="607"/>
        </pc:sldMkLst>
      </pc:sldChg>
      <pc:sldChg chg="del">
        <pc:chgData name="Avinash Arun Chauhan" userId="S::avinash.chauhan@mahindrauniversity.edu.in::241b5f3e-36f4-4c61-9553-90e6a1c1b8a6" providerId="AD" clId="Web-{18564CF1-31D9-12BA-41D6-02A44F0D4242}" dt="2025-04-30T05:10:45.767" v="39"/>
        <pc:sldMkLst>
          <pc:docMk/>
          <pc:sldMk cId="445016191" sldId="608"/>
        </pc:sldMkLst>
      </pc:sldChg>
      <pc:sldChg chg="modSp">
        <pc:chgData name="Avinash Arun Chauhan" userId="S::avinash.chauhan@mahindrauniversity.edu.in::241b5f3e-36f4-4c61-9553-90e6a1c1b8a6" providerId="AD" clId="Web-{18564CF1-31D9-12BA-41D6-02A44F0D4242}" dt="2025-04-30T05:59:42.025" v="2087" actId="20577"/>
        <pc:sldMkLst>
          <pc:docMk/>
          <pc:sldMk cId="2704756830" sldId="609"/>
        </pc:sldMkLst>
        <pc:spChg chg="mod">
          <ac:chgData name="Avinash Arun Chauhan" userId="S::avinash.chauhan@mahindrauniversity.edu.in::241b5f3e-36f4-4c61-9553-90e6a1c1b8a6" providerId="AD" clId="Web-{18564CF1-31D9-12BA-41D6-02A44F0D4242}" dt="2025-04-30T05:59:42.025" v="2087" actId="20577"/>
          <ac:spMkLst>
            <pc:docMk/>
            <pc:sldMk cId="2704756830" sldId="609"/>
            <ac:spMk id="3" creationId="{2D2A65AE-D1DF-66AA-A105-89B829593F92}"/>
          </ac:spMkLst>
        </pc:spChg>
      </pc:sldChg>
      <pc:sldChg chg="modSp add replId">
        <pc:chgData name="Avinash Arun Chauhan" userId="S::avinash.chauhan@mahindrauniversity.edu.in::241b5f3e-36f4-4c61-9553-90e6a1c1b8a6" providerId="AD" clId="Web-{18564CF1-31D9-12BA-41D6-02A44F0D4242}" dt="2025-04-30T05:23:05.631" v="439" actId="20577"/>
        <pc:sldMkLst>
          <pc:docMk/>
          <pc:sldMk cId="2303245119" sldId="610"/>
        </pc:sldMkLst>
        <pc:spChg chg="mod">
          <ac:chgData name="Avinash Arun Chauhan" userId="S::avinash.chauhan@mahindrauniversity.edu.in::241b5f3e-36f4-4c61-9553-90e6a1c1b8a6" providerId="AD" clId="Web-{18564CF1-31D9-12BA-41D6-02A44F0D4242}" dt="2025-04-30T05:18:41.402" v="83" actId="20577"/>
          <ac:spMkLst>
            <pc:docMk/>
            <pc:sldMk cId="2303245119" sldId="610"/>
            <ac:spMk id="2" creationId="{933B79B0-50B9-3AF5-0861-559647FCFBFD}"/>
          </ac:spMkLst>
        </pc:spChg>
        <pc:spChg chg="mod">
          <ac:chgData name="Avinash Arun Chauhan" userId="S::avinash.chauhan@mahindrauniversity.edu.in::241b5f3e-36f4-4c61-9553-90e6a1c1b8a6" providerId="AD" clId="Web-{18564CF1-31D9-12BA-41D6-02A44F0D4242}" dt="2025-04-30T05:23:05.631" v="439" actId="20577"/>
          <ac:spMkLst>
            <pc:docMk/>
            <pc:sldMk cId="2303245119" sldId="610"/>
            <ac:spMk id="3" creationId="{BA4829C2-AA66-E46A-2FCB-AB7671C785A5}"/>
          </ac:spMkLst>
        </pc:spChg>
      </pc:sldChg>
      <pc:sldChg chg="del">
        <pc:chgData name="Avinash Arun Chauhan" userId="S::avinash.chauhan@mahindrauniversity.edu.in::241b5f3e-36f4-4c61-9553-90e6a1c1b8a6" providerId="AD" clId="Web-{18564CF1-31D9-12BA-41D6-02A44F0D4242}" dt="2025-04-30T05:10:48.736" v="42"/>
        <pc:sldMkLst>
          <pc:docMk/>
          <pc:sldMk cId="3694732558" sldId="610"/>
        </pc:sldMkLst>
      </pc:sldChg>
      <pc:sldChg chg="modSp add replId">
        <pc:chgData name="Avinash Arun Chauhan" userId="S::avinash.chauhan@mahindrauniversity.edu.in::241b5f3e-36f4-4c61-9553-90e6a1c1b8a6" providerId="AD" clId="Web-{18564CF1-31D9-12BA-41D6-02A44F0D4242}" dt="2025-04-30T05:23:45.788" v="488" actId="20577"/>
        <pc:sldMkLst>
          <pc:docMk/>
          <pc:sldMk cId="205494008" sldId="611"/>
        </pc:sldMkLst>
        <pc:spChg chg="mod">
          <ac:chgData name="Avinash Arun Chauhan" userId="S::avinash.chauhan@mahindrauniversity.edu.in::241b5f3e-36f4-4c61-9553-90e6a1c1b8a6" providerId="AD" clId="Web-{18564CF1-31D9-12BA-41D6-02A44F0D4242}" dt="2025-04-30T05:23:45.788" v="488" actId="20577"/>
          <ac:spMkLst>
            <pc:docMk/>
            <pc:sldMk cId="205494008" sldId="611"/>
            <ac:spMk id="3" creationId="{A9E19A4D-5CDB-DDDE-1AF8-73C3B68ECC59}"/>
          </ac:spMkLst>
        </pc:spChg>
      </pc:sldChg>
      <pc:sldChg chg="del">
        <pc:chgData name="Avinash Arun Chauhan" userId="S::avinash.chauhan@mahindrauniversity.edu.in::241b5f3e-36f4-4c61-9553-90e6a1c1b8a6" providerId="AD" clId="Web-{18564CF1-31D9-12BA-41D6-02A44F0D4242}" dt="2025-04-30T05:10:49.627" v="43"/>
        <pc:sldMkLst>
          <pc:docMk/>
          <pc:sldMk cId="3809715601" sldId="611"/>
        </pc:sldMkLst>
      </pc:sldChg>
      <pc:sldChg chg="modSp add replId">
        <pc:chgData name="Avinash Arun Chauhan" userId="S::avinash.chauhan@mahindrauniversity.edu.in::241b5f3e-36f4-4c61-9553-90e6a1c1b8a6" providerId="AD" clId="Web-{18564CF1-31D9-12BA-41D6-02A44F0D4242}" dt="2025-04-30T05:29:23.552" v="873" actId="20577"/>
        <pc:sldMkLst>
          <pc:docMk/>
          <pc:sldMk cId="2209809018" sldId="612"/>
        </pc:sldMkLst>
        <pc:spChg chg="mod">
          <ac:chgData name="Avinash Arun Chauhan" userId="S::avinash.chauhan@mahindrauniversity.edu.in::241b5f3e-36f4-4c61-9553-90e6a1c1b8a6" providerId="AD" clId="Web-{18564CF1-31D9-12BA-41D6-02A44F0D4242}" dt="2025-04-30T05:25:09.026" v="508" actId="20577"/>
          <ac:spMkLst>
            <pc:docMk/>
            <pc:sldMk cId="2209809018" sldId="612"/>
            <ac:spMk id="2" creationId="{F40FCDBD-5125-9E72-C99E-68A89A754992}"/>
          </ac:spMkLst>
        </pc:spChg>
        <pc:spChg chg="mod">
          <ac:chgData name="Avinash Arun Chauhan" userId="S::avinash.chauhan@mahindrauniversity.edu.in::241b5f3e-36f4-4c61-9553-90e6a1c1b8a6" providerId="AD" clId="Web-{18564CF1-31D9-12BA-41D6-02A44F0D4242}" dt="2025-04-30T05:29:23.552" v="873" actId="20577"/>
          <ac:spMkLst>
            <pc:docMk/>
            <pc:sldMk cId="2209809018" sldId="612"/>
            <ac:spMk id="3" creationId="{D6AC1F0B-711B-C2AD-B75C-8509E03969C4}"/>
          </ac:spMkLst>
        </pc:spChg>
      </pc:sldChg>
      <pc:sldChg chg="del">
        <pc:chgData name="Avinash Arun Chauhan" userId="S::avinash.chauhan@mahindrauniversity.edu.in::241b5f3e-36f4-4c61-9553-90e6a1c1b8a6" providerId="AD" clId="Web-{18564CF1-31D9-12BA-41D6-02A44F0D4242}" dt="2025-04-30T05:10:51.033" v="44"/>
        <pc:sldMkLst>
          <pc:docMk/>
          <pc:sldMk cId="3867817206" sldId="612"/>
        </pc:sldMkLst>
      </pc:sldChg>
      <pc:sldChg chg="del">
        <pc:chgData name="Avinash Arun Chauhan" userId="S::avinash.chauhan@mahindrauniversity.edu.in::241b5f3e-36f4-4c61-9553-90e6a1c1b8a6" providerId="AD" clId="Web-{18564CF1-31D9-12BA-41D6-02A44F0D4242}" dt="2025-04-30T05:10:53.346" v="46"/>
        <pc:sldMkLst>
          <pc:docMk/>
          <pc:sldMk cId="1915110001" sldId="613"/>
        </pc:sldMkLst>
      </pc:sldChg>
      <pc:sldChg chg="modSp add replId">
        <pc:chgData name="Avinash Arun Chauhan" userId="S::avinash.chauhan@mahindrauniversity.edu.in::241b5f3e-36f4-4c61-9553-90e6a1c1b8a6" providerId="AD" clId="Web-{18564CF1-31D9-12BA-41D6-02A44F0D4242}" dt="2025-04-30T05:33:59.953" v="935" actId="20577"/>
        <pc:sldMkLst>
          <pc:docMk/>
          <pc:sldMk cId="4229672633" sldId="613"/>
        </pc:sldMkLst>
        <pc:spChg chg="mod">
          <ac:chgData name="Avinash Arun Chauhan" userId="S::avinash.chauhan@mahindrauniversity.edu.in::241b5f3e-36f4-4c61-9553-90e6a1c1b8a6" providerId="AD" clId="Web-{18564CF1-31D9-12BA-41D6-02A44F0D4242}" dt="2025-04-30T05:32:41.653" v="881" actId="20577"/>
          <ac:spMkLst>
            <pc:docMk/>
            <pc:sldMk cId="4229672633" sldId="613"/>
            <ac:spMk id="2" creationId="{7229CA81-1C19-634E-23DF-D0A87D09F42A}"/>
          </ac:spMkLst>
        </pc:spChg>
        <pc:spChg chg="mod">
          <ac:chgData name="Avinash Arun Chauhan" userId="S::avinash.chauhan@mahindrauniversity.edu.in::241b5f3e-36f4-4c61-9553-90e6a1c1b8a6" providerId="AD" clId="Web-{18564CF1-31D9-12BA-41D6-02A44F0D4242}" dt="2025-04-30T05:33:59.953" v="935" actId="20577"/>
          <ac:spMkLst>
            <pc:docMk/>
            <pc:sldMk cId="4229672633" sldId="613"/>
            <ac:spMk id="3" creationId="{046475B0-8BD4-FA93-6214-309889E1DFD2}"/>
          </ac:spMkLst>
        </pc:spChg>
      </pc:sldChg>
      <pc:sldChg chg="modSp add replId">
        <pc:chgData name="Avinash Arun Chauhan" userId="S::avinash.chauhan@mahindrauniversity.edu.in::241b5f3e-36f4-4c61-9553-90e6a1c1b8a6" providerId="AD" clId="Web-{18564CF1-31D9-12BA-41D6-02A44F0D4242}" dt="2025-04-30T05:34:59.596" v="998" actId="20577"/>
        <pc:sldMkLst>
          <pc:docMk/>
          <pc:sldMk cId="1080431214" sldId="614"/>
        </pc:sldMkLst>
        <pc:spChg chg="mod">
          <ac:chgData name="Avinash Arun Chauhan" userId="S::avinash.chauhan@mahindrauniversity.edu.in::241b5f3e-36f4-4c61-9553-90e6a1c1b8a6" providerId="AD" clId="Web-{18564CF1-31D9-12BA-41D6-02A44F0D4242}" dt="2025-04-30T05:34:59.596" v="998" actId="20577"/>
          <ac:spMkLst>
            <pc:docMk/>
            <pc:sldMk cId="1080431214" sldId="614"/>
            <ac:spMk id="3" creationId="{1EB5575D-22F4-8786-3380-3C4446272BCC}"/>
          </ac:spMkLst>
        </pc:spChg>
      </pc:sldChg>
      <pc:sldChg chg="del">
        <pc:chgData name="Avinash Arun Chauhan" userId="S::avinash.chauhan@mahindrauniversity.edu.in::241b5f3e-36f4-4c61-9553-90e6a1c1b8a6" providerId="AD" clId="Web-{18564CF1-31D9-12BA-41D6-02A44F0D4242}" dt="2025-04-30T05:10:55.221" v="47"/>
        <pc:sldMkLst>
          <pc:docMk/>
          <pc:sldMk cId="1578040482" sldId="614"/>
        </pc:sldMkLst>
      </pc:sldChg>
      <pc:sldChg chg="modSp add replId">
        <pc:chgData name="Avinash Arun Chauhan" userId="S::avinash.chauhan@mahindrauniversity.edu.in::241b5f3e-36f4-4c61-9553-90e6a1c1b8a6" providerId="AD" clId="Web-{18564CF1-31D9-12BA-41D6-02A44F0D4242}" dt="2025-04-30T05:39:30.231" v="1276" actId="20577"/>
        <pc:sldMkLst>
          <pc:docMk/>
          <pc:sldMk cId="375185545" sldId="615"/>
        </pc:sldMkLst>
        <pc:spChg chg="mod">
          <ac:chgData name="Avinash Arun Chauhan" userId="S::avinash.chauhan@mahindrauniversity.edu.in::241b5f3e-36f4-4c61-9553-90e6a1c1b8a6" providerId="AD" clId="Web-{18564CF1-31D9-12BA-41D6-02A44F0D4242}" dt="2025-04-30T05:35:34.004" v="1007" actId="20577"/>
          <ac:spMkLst>
            <pc:docMk/>
            <pc:sldMk cId="375185545" sldId="615"/>
            <ac:spMk id="2" creationId="{8A4821F6-0065-BDB1-1A00-8F98F26BCB34}"/>
          </ac:spMkLst>
        </pc:spChg>
        <pc:spChg chg="mod">
          <ac:chgData name="Avinash Arun Chauhan" userId="S::avinash.chauhan@mahindrauniversity.edu.in::241b5f3e-36f4-4c61-9553-90e6a1c1b8a6" providerId="AD" clId="Web-{18564CF1-31D9-12BA-41D6-02A44F0D4242}" dt="2025-04-30T05:39:30.231" v="1276" actId="20577"/>
          <ac:spMkLst>
            <pc:docMk/>
            <pc:sldMk cId="375185545" sldId="615"/>
            <ac:spMk id="3" creationId="{120940DF-4717-82D5-2683-6739E5AFFE4F}"/>
          </ac:spMkLst>
        </pc:spChg>
      </pc:sldChg>
      <pc:sldChg chg="del">
        <pc:chgData name="Avinash Arun Chauhan" userId="S::avinash.chauhan@mahindrauniversity.edu.in::241b5f3e-36f4-4c61-9553-90e6a1c1b8a6" providerId="AD" clId="Web-{18564CF1-31D9-12BA-41D6-02A44F0D4242}" dt="2025-04-30T05:10:56.252" v="48"/>
        <pc:sldMkLst>
          <pc:docMk/>
          <pc:sldMk cId="4247493543" sldId="615"/>
        </pc:sldMkLst>
      </pc:sldChg>
      <pc:sldChg chg="modSp add replId">
        <pc:chgData name="Avinash Arun Chauhan" userId="S::avinash.chauhan@mahindrauniversity.edu.in::241b5f3e-36f4-4c61-9553-90e6a1c1b8a6" providerId="AD" clId="Web-{18564CF1-31D9-12BA-41D6-02A44F0D4242}" dt="2025-04-30T05:41:38.388" v="1369" actId="20577"/>
        <pc:sldMkLst>
          <pc:docMk/>
          <pc:sldMk cId="816743191" sldId="616"/>
        </pc:sldMkLst>
        <pc:spChg chg="mod">
          <ac:chgData name="Avinash Arun Chauhan" userId="S::avinash.chauhan@mahindrauniversity.edu.in::241b5f3e-36f4-4c61-9553-90e6a1c1b8a6" providerId="AD" clId="Web-{18564CF1-31D9-12BA-41D6-02A44F0D4242}" dt="2025-04-30T05:39:34.215" v="1281" actId="20577"/>
          <ac:spMkLst>
            <pc:docMk/>
            <pc:sldMk cId="816743191" sldId="616"/>
            <ac:spMk id="2" creationId="{136FD1C9-B320-0E07-3C77-16A1DC9E4EBB}"/>
          </ac:spMkLst>
        </pc:spChg>
        <pc:spChg chg="mod">
          <ac:chgData name="Avinash Arun Chauhan" userId="S::avinash.chauhan@mahindrauniversity.edu.in::241b5f3e-36f4-4c61-9553-90e6a1c1b8a6" providerId="AD" clId="Web-{18564CF1-31D9-12BA-41D6-02A44F0D4242}" dt="2025-04-30T05:41:38.388" v="1369" actId="20577"/>
          <ac:spMkLst>
            <pc:docMk/>
            <pc:sldMk cId="816743191" sldId="616"/>
            <ac:spMk id="3" creationId="{D09046EA-4C97-7D59-ED7D-C136E14325F8}"/>
          </ac:spMkLst>
        </pc:spChg>
      </pc:sldChg>
      <pc:sldChg chg="del">
        <pc:chgData name="Avinash Arun Chauhan" userId="S::avinash.chauhan@mahindrauniversity.edu.in::241b5f3e-36f4-4c61-9553-90e6a1c1b8a6" providerId="AD" clId="Web-{18564CF1-31D9-12BA-41D6-02A44F0D4242}" dt="2025-04-30T05:10:57.721" v="49"/>
        <pc:sldMkLst>
          <pc:docMk/>
          <pc:sldMk cId="3344977462" sldId="616"/>
        </pc:sldMkLst>
      </pc:sldChg>
      <pc:sldChg chg="addSp delSp modSp add replId">
        <pc:chgData name="Avinash Arun Chauhan" userId="S::avinash.chauhan@mahindrauniversity.edu.in::241b5f3e-36f4-4c61-9553-90e6a1c1b8a6" providerId="AD" clId="Web-{18564CF1-31D9-12BA-41D6-02A44F0D4242}" dt="2025-04-30T05:40:24.825" v="1292" actId="1076"/>
        <pc:sldMkLst>
          <pc:docMk/>
          <pc:sldMk cId="2075858153" sldId="617"/>
        </pc:sldMkLst>
        <pc:spChg chg="mod">
          <ac:chgData name="Avinash Arun Chauhan" userId="S::avinash.chauhan@mahindrauniversity.edu.in::241b5f3e-36f4-4c61-9553-90e6a1c1b8a6" providerId="AD" clId="Web-{18564CF1-31D9-12BA-41D6-02A44F0D4242}" dt="2025-04-30T05:39:44.184" v="1286" actId="20577"/>
          <ac:spMkLst>
            <pc:docMk/>
            <pc:sldMk cId="2075858153" sldId="617"/>
            <ac:spMk id="2" creationId="{35B7635A-984A-F162-62EB-BCF36125931A}"/>
          </ac:spMkLst>
        </pc:spChg>
        <pc:spChg chg="del mod">
          <ac:chgData name="Avinash Arun Chauhan" userId="S::avinash.chauhan@mahindrauniversity.edu.in::241b5f3e-36f4-4c61-9553-90e6a1c1b8a6" providerId="AD" clId="Web-{18564CF1-31D9-12BA-41D6-02A44F0D4242}" dt="2025-04-30T05:40:13.278" v="1289"/>
          <ac:spMkLst>
            <pc:docMk/>
            <pc:sldMk cId="2075858153" sldId="617"/>
            <ac:spMk id="3" creationId="{9C568206-19F7-7C11-EBDA-F37B09C4BC5F}"/>
          </ac:spMkLst>
        </pc:spChg>
        <pc:picChg chg="add mod ord">
          <ac:chgData name="Avinash Arun Chauhan" userId="S::avinash.chauhan@mahindrauniversity.edu.in::241b5f3e-36f4-4c61-9553-90e6a1c1b8a6" providerId="AD" clId="Web-{18564CF1-31D9-12BA-41D6-02A44F0D4242}" dt="2025-04-30T05:40:24.825" v="1292" actId="1076"/>
          <ac:picMkLst>
            <pc:docMk/>
            <pc:sldMk cId="2075858153" sldId="617"/>
            <ac:picMk id="4" creationId="{E5D7B70C-9C94-6D27-FEC1-5B15B8E15D1B}"/>
          </ac:picMkLst>
        </pc:picChg>
      </pc:sldChg>
      <pc:sldChg chg="del">
        <pc:chgData name="Avinash Arun Chauhan" userId="S::avinash.chauhan@mahindrauniversity.edu.in::241b5f3e-36f4-4c61-9553-90e6a1c1b8a6" providerId="AD" clId="Web-{18564CF1-31D9-12BA-41D6-02A44F0D4242}" dt="2025-04-30T05:10:58.893" v="50"/>
        <pc:sldMkLst>
          <pc:docMk/>
          <pc:sldMk cId="3850057708" sldId="617"/>
        </pc:sldMkLst>
      </pc:sldChg>
      <pc:sldChg chg="del">
        <pc:chgData name="Avinash Arun Chauhan" userId="S::avinash.chauhan@mahindrauniversity.edu.in::241b5f3e-36f4-4c61-9553-90e6a1c1b8a6" providerId="AD" clId="Web-{18564CF1-31D9-12BA-41D6-02A44F0D4242}" dt="2025-04-30T05:10:59.471" v="51"/>
        <pc:sldMkLst>
          <pc:docMk/>
          <pc:sldMk cId="636874429" sldId="618"/>
        </pc:sldMkLst>
      </pc:sldChg>
      <pc:sldChg chg="modSp add replId">
        <pc:chgData name="Avinash Arun Chauhan" userId="S::avinash.chauhan@mahindrauniversity.edu.in::241b5f3e-36f4-4c61-9553-90e6a1c1b8a6" providerId="AD" clId="Web-{18564CF1-31D9-12BA-41D6-02A44F0D4242}" dt="2025-04-30T05:45:29.891" v="1440" actId="20577"/>
        <pc:sldMkLst>
          <pc:docMk/>
          <pc:sldMk cId="3915192468" sldId="618"/>
        </pc:sldMkLst>
        <pc:spChg chg="mod">
          <ac:chgData name="Avinash Arun Chauhan" userId="S::avinash.chauhan@mahindrauniversity.edu.in::241b5f3e-36f4-4c61-9553-90e6a1c1b8a6" providerId="AD" clId="Web-{18564CF1-31D9-12BA-41D6-02A44F0D4242}" dt="2025-04-30T05:45:29.891" v="1440" actId="20577"/>
          <ac:spMkLst>
            <pc:docMk/>
            <pc:sldMk cId="3915192468" sldId="618"/>
            <ac:spMk id="3" creationId="{B28DE4F7-C83F-7679-1E70-C8FAEEE05B46}"/>
          </ac:spMkLst>
        </pc:spChg>
      </pc:sldChg>
      <pc:sldChg chg="modSp add replId">
        <pc:chgData name="Avinash Arun Chauhan" userId="S::avinash.chauhan@mahindrauniversity.edu.in::241b5f3e-36f4-4c61-9553-90e6a1c1b8a6" providerId="AD" clId="Web-{18564CF1-31D9-12BA-41D6-02A44F0D4242}" dt="2025-04-30T05:59:09.884" v="2085" actId="20577"/>
        <pc:sldMkLst>
          <pc:docMk/>
          <pc:sldMk cId="1357339756" sldId="619"/>
        </pc:sldMkLst>
        <pc:spChg chg="mod">
          <ac:chgData name="Avinash Arun Chauhan" userId="S::avinash.chauhan@mahindrauniversity.edu.in::241b5f3e-36f4-4c61-9553-90e6a1c1b8a6" providerId="AD" clId="Web-{18564CF1-31D9-12BA-41D6-02A44F0D4242}" dt="2025-04-30T05:46:52.939" v="1448" actId="20577"/>
          <ac:spMkLst>
            <pc:docMk/>
            <pc:sldMk cId="1357339756" sldId="619"/>
            <ac:spMk id="2" creationId="{1D6E0F96-48AA-D3D8-7CF9-73E34D518354}"/>
          </ac:spMkLst>
        </pc:spChg>
        <pc:spChg chg="mod">
          <ac:chgData name="Avinash Arun Chauhan" userId="S::avinash.chauhan@mahindrauniversity.edu.in::241b5f3e-36f4-4c61-9553-90e6a1c1b8a6" providerId="AD" clId="Web-{18564CF1-31D9-12BA-41D6-02A44F0D4242}" dt="2025-04-30T05:59:09.884" v="2085" actId="20577"/>
          <ac:spMkLst>
            <pc:docMk/>
            <pc:sldMk cId="1357339756" sldId="619"/>
            <ac:spMk id="3" creationId="{459003B3-55C5-4F72-9D8F-63D5790E68A3}"/>
          </ac:spMkLst>
        </pc:spChg>
      </pc:sldChg>
      <pc:sldChg chg="del">
        <pc:chgData name="Avinash Arun Chauhan" userId="S::avinash.chauhan@mahindrauniversity.edu.in::241b5f3e-36f4-4c61-9553-90e6a1c1b8a6" providerId="AD" clId="Web-{18564CF1-31D9-12BA-41D6-02A44F0D4242}" dt="2025-04-30T05:11:00.377" v="52"/>
        <pc:sldMkLst>
          <pc:docMk/>
          <pc:sldMk cId="4214548198" sldId="619"/>
        </pc:sldMkLst>
      </pc:sldChg>
      <pc:sldChg chg="modSp add replId">
        <pc:chgData name="Avinash Arun Chauhan" userId="S::avinash.chauhan@mahindrauniversity.edu.in::241b5f3e-36f4-4c61-9553-90e6a1c1b8a6" providerId="AD" clId="Web-{18564CF1-31D9-12BA-41D6-02A44F0D4242}" dt="2025-04-30T05:59:56.525" v="2090" actId="20577"/>
        <pc:sldMkLst>
          <pc:docMk/>
          <pc:sldMk cId="2275303015" sldId="620"/>
        </pc:sldMkLst>
        <pc:spChg chg="mod">
          <ac:chgData name="Avinash Arun Chauhan" userId="S::avinash.chauhan@mahindrauniversity.edu.in::241b5f3e-36f4-4c61-9553-90e6a1c1b8a6" providerId="AD" clId="Web-{18564CF1-31D9-12BA-41D6-02A44F0D4242}" dt="2025-04-30T05:59:56.525" v="2090" actId="20577"/>
          <ac:spMkLst>
            <pc:docMk/>
            <pc:sldMk cId="2275303015" sldId="620"/>
            <ac:spMk id="3" creationId="{4C230BDD-970A-C462-92EA-E54E139EA091}"/>
          </ac:spMkLst>
        </pc:spChg>
      </pc:sldChg>
      <pc:sldChg chg="del">
        <pc:chgData name="Avinash Arun Chauhan" userId="S::avinash.chauhan@mahindrauniversity.edu.in::241b5f3e-36f4-4c61-9553-90e6a1c1b8a6" providerId="AD" clId="Web-{18564CF1-31D9-12BA-41D6-02A44F0D4242}" dt="2025-04-30T05:11:03.658" v="53"/>
        <pc:sldMkLst>
          <pc:docMk/>
          <pc:sldMk cId="3791675267" sldId="620"/>
        </pc:sldMkLst>
      </pc:sldChg>
      <pc:sldChg chg="del">
        <pc:chgData name="Avinash Arun Chauhan" userId="S::avinash.chauhan@mahindrauniversity.edu.in::241b5f3e-36f4-4c61-9553-90e6a1c1b8a6" providerId="AD" clId="Web-{18564CF1-31D9-12BA-41D6-02A44F0D4242}" dt="2025-04-30T05:11:04.471" v="54"/>
        <pc:sldMkLst>
          <pc:docMk/>
          <pc:sldMk cId="1911786441" sldId="621"/>
        </pc:sldMkLst>
      </pc:sldChg>
      <pc:sldChg chg="modSp add replId">
        <pc:chgData name="Avinash Arun Chauhan" userId="S::avinash.chauhan@mahindrauniversity.edu.in::241b5f3e-36f4-4c61-9553-90e6a1c1b8a6" providerId="AD" clId="Web-{18564CF1-31D9-12BA-41D6-02A44F0D4242}" dt="2025-04-30T06:28:14.037" v="2497" actId="20577"/>
        <pc:sldMkLst>
          <pc:docMk/>
          <pc:sldMk cId="3747720711" sldId="621"/>
        </pc:sldMkLst>
        <pc:spChg chg="mod">
          <ac:chgData name="Avinash Arun Chauhan" userId="S::avinash.chauhan@mahindrauniversity.edu.in::241b5f3e-36f4-4c61-9553-90e6a1c1b8a6" providerId="AD" clId="Web-{18564CF1-31D9-12BA-41D6-02A44F0D4242}" dt="2025-04-30T06:00:13.088" v="2102" actId="20577"/>
          <ac:spMkLst>
            <pc:docMk/>
            <pc:sldMk cId="3747720711" sldId="621"/>
            <ac:spMk id="2" creationId="{7C2ACE1B-FB44-FBE1-5DD7-A6E33514091A}"/>
          </ac:spMkLst>
        </pc:spChg>
        <pc:spChg chg="mod">
          <ac:chgData name="Avinash Arun Chauhan" userId="S::avinash.chauhan@mahindrauniversity.edu.in::241b5f3e-36f4-4c61-9553-90e6a1c1b8a6" providerId="AD" clId="Web-{18564CF1-31D9-12BA-41D6-02A44F0D4242}" dt="2025-04-30T06:28:14.037" v="2497" actId="20577"/>
          <ac:spMkLst>
            <pc:docMk/>
            <pc:sldMk cId="3747720711" sldId="621"/>
            <ac:spMk id="3" creationId="{AFACBCE3-2FE3-3742-2122-46EEAC4B5CD4}"/>
          </ac:spMkLst>
        </pc:spChg>
      </pc:sldChg>
      <pc:sldChg chg="modSp add replId">
        <pc:chgData name="Avinash Arun Chauhan" userId="S::avinash.chauhan@mahindrauniversity.edu.in::241b5f3e-36f4-4c61-9553-90e6a1c1b8a6" providerId="AD" clId="Web-{18564CF1-31D9-12BA-41D6-02A44F0D4242}" dt="2025-04-30T06:30:40.791" v="2691" actId="20577"/>
        <pc:sldMkLst>
          <pc:docMk/>
          <pc:sldMk cId="420373267" sldId="622"/>
        </pc:sldMkLst>
        <pc:spChg chg="mod">
          <ac:chgData name="Avinash Arun Chauhan" userId="S::avinash.chauhan@mahindrauniversity.edu.in::241b5f3e-36f4-4c61-9553-90e6a1c1b8a6" providerId="AD" clId="Web-{18564CF1-31D9-12BA-41D6-02A44F0D4242}" dt="2025-04-30T06:28:19.256" v="2505" actId="20577"/>
          <ac:spMkLst>
            <pc:docMk/>
            <pc:sldMk cId="420373267" sldId="622"/>
            <ac:spMk id="2" creationId="{6E15E9BE-30F3-F0AF-7A9C-75E43572E8B8}"/>
          </ac:spMkLst>
        </pc:spChg>
        <pc:spChg chg="mod">
          <ac:chgData name="Avinash Arun Chauhan" userId="S::avinash.chauhan@mahindrauniversity.edu.in::241b5f3e-36f4-4c61-9553-90e6a1c1b8a6" providerId="AD" clId="Web-{18564CF1-31D9-12BA-41D6-02A44F0D4242}" dt="2025-04-30T06:30:40.791" v="2691" actId="20577"/>
          <ac:spMkLst>
            <pc:docMk/>
            <pc:sldMk cId="420373267" sldId="622"/>
            <ac:spMk id="3" creationId="{A2AB4642-9EA1-87DA-03E5-79DF49D35440}"/>
          </ac:spMkLst>
        </pc:spChg>
      </pc:sldChg>
      <pc:sldChg chg="del">
        <pc:chgData name="Avinash Arun Chauhan" userId="S::avinash.chauhan@mahindrauniversity.edu.in::241b5f3e-36f4-4c61-9553-90e6a1c1b8a6" providerId="AD" clId="Web-{18564CF1-31D9-12BA-41D6-02A44F0D4242}" dt="2025-04-30T05:11:05.112" v="55"/>
        <pc:sldMkLst>
          <pc:docMk/>
          <pc:sldMk cId="1520519749" sldId="622"/>
        </pc:sldMkLst>
      </pc:sldChg>
      <pc:sldChg chg="del">
        <pc:chgData name="Avinash Arun Chauhan" userId="S::avinash.chauhan@mahindrauniversity.edu.in::241b5f3e-36f4-4c61-9553-90e6a1c1b8a6" providerId="AD" clId="Web-{18564CF1-31D9-12BA-41D6-02A44F0D4242}" dt="2025-04-30T05:11:05.549" v="56"/>
        <pc:sldMkLst>
          <pc:docMk/>
          <pc:sldMk cId="345356329" sldId="623"/>
        </pc:sldMkLst>
      </pc:sldChg>
      <pc:sldChg chg="modSp add replId">
        <pc:chgData name="Avinash Arun Chauhan" userId="S::avinash.chauhan@mahindrauniversity.edu.in::241b5f3e-36f4-4c61-9553-90e6a1c1b8a6" providerId="AD" clId="Web-{18564CF1-31D9-12BA-41D6-02A44F0D4242}" dt="2025-04-30T06:33:44.077" v="2940" actId="20577"/>
        <pc:sldMkLst>
          <pc:docMk/>
          <pc:sldMk cId="3885347780" sldId="623"/>
        </pc:sldMkLst>
        <pc:spChg chg="mod">
          <ac:chgData name="Avinash Arun Chauhan" userId="S::avinash.chauhan@mahindrauniversity.edu.in::241b5f3e-36f4-4c61-9553-90e6a1c1b8a6" providerId="AD" clId="Web-{18564CF1-31D9-12BA-41D6-02A44F0D4242}" dt="2025-04-30T06:31:00.526" v="2699" actId="20577"/>
          <ac:spMkLst>
            <pc:docMk/>
            <pc:sldMk cId="3885347780" sldId="623"/>
            <ac:spMk id="2" creationId="{05770AE3-CDF1-84F5-0645-3E4BD938B677}"/>
          </ac:spMkLst>
        </pc:spChg>
        <pc:spChg chg="mod">
          <ac:chgData name="Avinash Arun Chauhan" userId="S::avinash.chauhan@mahindrauniversity.edu.in::241b5f3e-36f4-4c61-9553-90e6a1c1b8a6" providerId="AD" clId="Web-{18564CF1-31D9-12BA-41D6-02A44F0D4242}" dt="2025-04-30T06:33:44.077" v="2940" actId="20577"/>
          <ac:spMkLst>
            <pc:docMk/>
            <pc:sldMk cId="3885347780" sldId="623"/>
            <ac:spMk id="3" creationId="{A78AA023-2BC5-7928-A567-AB349ABDEF83}"/>
          </ac:spMkLst>
        </pc:spChg>
      </pc:sldChg>
      <pc:sldChg chg="del">
        <pc:chgData name="Avinash Arun Chauhan" userId="S::avinash.chauhan@mahindrauniversity.edu.in::241b5f3e-36f4-4c61-9553-90e6a1c1b8a6" providerId="AD" clId="Web-{18564CF1-31D9-12BA-41D6-02A44F0D4242}" dt="2025-04-30T05:11:06.065" v="57"/>
        <pc:sldMkLst>
          <pc:docMk/>
          <pc:sldMk cId="337004084" sldId="624"/>
        </pc:sldMkLst>
      </pc:sldChg>
      <pc:sldChg chg="modSp add replId">
        <pc:chgData name="Avinash Arun Chauhan" userId="S::avinash.chauhan@mahindrauniversity.edu.in::241b5f3e-36f4-4c61-9553-90e6a1c1b8a6" providerId="AD" clId="Web-{18564CF1-31D9-12BA-41D6-02A44F0D4242}" dt="2025-04-30T06:38:40.648" v="3349" actId="20577"/>
        <pc:sldMkLst>
          <pc:docMk/>
          <pc:sldMk cId="4252019660" sldId="624"/>
        </pc:sldMkLst>
        <pc:spChg chg="mod">
          <ac:chgData name="Avinash Arun Chauhan" userId="S::avinash.chauhan@mahindrauniversity.edu.in::241b5f3e-36f4-4c61-9553-90e6a1c1b8a6" providerId="AD" clId="Web-{18564CF1-31D9-12BA-41D6-02A44F0D4242}" dt="2025-04-30T06:35:04.986" v="2976" actId="20577"/>
          <ac:spMkLst>
            <pc:docMk/>
            <pc:sldMk cId="4252019660" sldId="624"/>
            <ac:spMk id="2" creationId="{F3878244-1143-D38B-2C99-634F9338D915}"/>
          </ac:spMkLst>
        </pc:spChg>
        <pc:spChg chg="mod">
          <ac:chgData name="Avinash Arun Chauhan" userId="S::avinash.chauhan@mahindrauniversity.edu.in::241b5f3e-36f4-4c61-9553-90e6a1c1b8a6" providerId="AD" clId="Web-{18564CF1-31D9-12BA-41D6-02A44F0D4242}" dt="2025-04-30T06:38:40.648" v="3349" actId="20577"/>
          <ac:spMkLst>
            <pc:docMk/>
            <pc:sldMk cId="4252019660" sldId="624"/>
            <ac:spMk id="3" creationId="{E5313027-2FF9-8B6F-CCF8-A568BCDC07A9}"/>
          </ac:spMkLst>
        </pc:spChg>
      </pc:sldChg>
      <pc:sldChg chg="del">
        <pc:chgData name="Avinash Arun Chauhan" userId="S::avinash.chauhan@mahindrauniversity.edu.in::241b5f3e-36f4-4c61-9553-90e6a1c1b8a6" providerId="AD" clId="Web-{18564CF1-31D9-12BA-41D6-02A44F0D4242}" dt="2025-04-30T05:11:06.737" v="58"/>
        <pc:sldMkLst>
          <pc:docMk/>
          <pc:sldMk cId="102247038" sldId="625"/>
        </pc:sldMkLst>
      </pc:sldChg>
      <pc:sldChg chg="del">
        <pc:chgData name="Avinash Arun Chauhan" userId="S::avinash.chauhan@mahindrauniversity.edu.in::241b5f3e-36f4-4c61-9553-90e6a1c1b8a6" providerId="AD" clId="Web-{18564CF1-31D9-12BA-41D6-02A44F0D4242}" dt="2025-04-30T05:11:07.080" v="59"/>
        <pc:sldMkLst>
          <pc:docMk/>
          <pc:sldMk cId="3287327110" sldId="626"/>
        </pc:sldMkLst>
      </pc:sldChg>
      <pc:sldChg chg="del">
        <pc:chgData name="Avinash Arun Chauhan" userId="S::avinash.chauhan@mahindrauniversity.edu.in::241b5f3e-36f4-4c61-9553-90e6a1c1b8a6" providerId="AD" clId="Web-{18564CF1-31D9-12BA-41D6-02A44F0D4242}" dt="2025-04-30T05:11:07.565" v="60"/>
        <pc:sldMkLst>
          <pc:docMk/>
          <pc:sldMk cId="740290052" sldId="627"/>
        </pc:sldMkLst>
      </pc:sldChg>
      <pc:sldChg chg="del">
        <pc:chgData name="Avinash Arun Chauhan" userId="S::avinash.chauhan@mahindrauniversity.edu.in::241b5f3e-36f4-4c61-9553-90e6a1c1b8a6" providerId="AD" clId="Web-{18564CF1-31D9-12BA-41D6-02A44F0D4242}" dt="2025-04-30T05:11:08.034" v="61"/>
        <pc:sldMkLst>
          <pc:docMk/>
          <pc:sldMk cId="1718948703" sldId="628"/>
        </pc:sldMkLst>
      </pc:sldChg>
      <pc:sldChg chg="del">
        <pc:chgData name="Avinash Arun Chauhan" userId="S::avinash.chauhan@mahindrauniversity.edu.in::241b5f3e-36f4-4c61-9553-90e6a1c1b8a6" providerId="AD" clId="Web-{18564CF1-31D9-12BA-41D6-02A44F0D4242}" dt="2025-04-30T05:11:08.627" v="62"/>
        <pc:sldMkLst>
          <pc:docMk/>
          <pc:sldMk cId="3961141305" sldId="629"/>
        </pc:sldMkLst>
      </pc:sldChg>
      <pc:sldChg chg="del">
        <pc:chgData name="Avinash Arun Chauhan" userId="S::avinash.chauhan@mahindrauniversity.edu.in::241b5f3e-36f4-4c61-9553-90e6a1c1b8a6" providerId="AD" clId="Web-{18564CF1-31D9-12BA-41D6-02A44F0D4242}" dt="2025-04-30T05:11:18.706" v="74"/>
        <pc:sldMkLst>
          <pc:docMk/>
          <pc:sldMk cId="4139199335" sldId="630"/>
        </pc:sldMkLst>
      </pc:sldChg>
      <pc:sldChg chg="del">
        <pc:chgData name="Avinash Arun Chauhan" userId="S::avinash.chauhan@mahindrauniversity.edu.in::241b5f3e-36f4-4c61-9553-90e6a1c1b8a6" providerId="AD" clId="Web-{18564CF1-31D9-12BA-41D6-02A44F0D4242}" dt="2025-04-30T05:11:19.597" v="75"/>
        <pc:sldMkLst>
          <pc:docMk/>
          <pc:sldMk cId="2772529715" sldId="631"/>
        </pc:sldMkLst>
      </pc:sldChg>
      <pc:sldChg chg="del">
        <pc:chgData name="Avinash Arun Chauhan" userId="S::avinash.chauhan@mahindrauniversity.edu.in::241b5f3e-36f4-4c61-9553-90e6a1c1b8a6" providerId="AD" clId="Web-{18564CF1-31D9-12BA-41D6-02A44F0D4242}" dt="2025-04-30T05:11:23.253" v="76"/>
        <pc:sldMkLst>
          <pc:docMk/>
          <pc:sldMk cId="3587718839" sldId="632"/>
        </pc:sldMkLst>
      </pc:sldChg>
      <pc:sldChg chg="del">
        <pc:chgData name="Avinash Arun Chauhan" userId="S::avinash.chauhan@mahindrauniversity.edu.in::241b5f3e-36f4-4c61-9553-90e6a1c1b8a6" providerId="AD" clId="Web-{18564CF1-31D9-12BA-41D6-02A44F0D4242}" dt="2025-04-30T05:11:09.815" v="64"/>
        <pc:sldMkLst>
          <pc:docMk/>
          <pc:sldMk cId="237678753" sldId="633"/>
        </pc:sldMkLst>
      </pc:sldChg>
      <pc:sldChg chg="del">
        <pc:chgData name="Avinash Arun Chauhan" userId="S::avinash.chauhan@mahindrauniversity.edu.in::241b5f3e-36f4-4c61-9553-90e6a1c1b8a6" providerId="AD" clId="Web-{18564CF1-31D9-12BA-41D6-02A44F0D4242}" dt="2025-04-30T05:11:10.331" v="65"/>
        <pc:sldMkLst>
          <pc:docMk/>
          <pc:sldMk cId="598258798" sldId="634"/>
        </pc:sldMkLst>
      </pc:sldChg>
      <pc:sldChg chg="del">
        <pc:chgData name="Avinash Arun Chauhan" userId="S::avinash.chauhan@mahindrauniversity.edu.in::241b5f3e-36f4-4c61-9553-90e6a1c1b8a6" providerId="AD" clId="Web-{18564CF1-31D9-12BA-41D6-02A44F0D4242}" dt="2025-04-30T05:11:10.628" v="66"/>
        <pc:sldMkLst>
          <pc:docMk/>
          <pc:sldMk cId="2097414520" sldId="635"/>
        </pc:sldMkLst>
      </pc:sldChg>
      <pc:sldChg chg="del">
        <pc:chgData name="Avinash Arun Chauhan" userId="S::avinash.chauhan@mahindrauniversity.edu.in::241b5f3e-36f4-4c61-9553-90e6a1c1b8a6" providerId="AD" clId="Web-{18564CF1-31D9-12BA-41D6-02A44F0D4242}" dt="2025-04-30T05:11:10.784" v="67"/>
        <pc:sldMkLst>
          <pc:docMk/>
          <pc:sldMk cId="189497430" sldId="636"/>
        </pc:sldMkLst>
      </pc:sldChg>
      <pc:sldChg chg="del">
        <pc:chgData name="Avinash Arun Chauhan" userId="S::avinash.chauhan@mahindrauniversity.edu.in::241b5f3e-36f4-4c61-9553-90e6a1c1b8a6" providerId="AD" clId="Web-{18564CF1-31D9-12BA-41D6-02A44F0D4242}" dt="2025-04-30T05:11:11.440" v="68"/>
        <pc:sldMkLst>
          <pc:docMk/>
          <pc:sldMk cId="3581129277" sldId="637"/>
        </pc:sldMkLst>
      </pc:sldChg>
      <pc:sldChg chg="del">
        <pc:chgData name="Avinash Arun Chauhan" userId="S::avinash.chauhan@mahindrauniversity.edu.in::241b5f3e-36f4-4c61-9553-90e6a1c1b8a6" providerId="AD" clId="Web-{18564CF1-31D9-12BA-41D6-02A44F0D4242}" dt="2025-04-30T05:11:12.424" v="69"/>
        <pc:sldMkLst>
          <pc:docMk/>
          <pc:sldMk cId="1974113713" sldId="638"/>
        </pc:sldMkLst>
      </pc:sldChg>
      <pc:sldChg chg="del">
        <pc:chgData name="Avinash Arun Chauhan" userId="S::avinash.chauhan@mahindrauniversity.edu.in::241b5f3e-36f4-4c61-9553-90e6a1c1b8a6" providerId="AD" clId="Web-{18564CF1-31D9-12BA-41D6-02A44F0D4242}" dt="2025-04-30T05:11:15.675" v="71"/>
        <pc:sldMkLst>
          <pc:docMk/>
          <pc:sldMk cId="41231648" sldId="640"/>
        </pc:sldMkLst>
      </pc:sldChg>
      <pc:sldChg chg="del">
        <pc:chgData name="Avinash Arun Chauhan" userId="S::avinash.chauhan@mahindrauniversity.edu.in::241b5f3e-36f4-4c61-9553-90e6a1c1b8a6" providerId="AD" clId="Web-{18564CF1-31D9-12BA-41D6-02A44F0D4242}" dt="2025-04-30T05:11:16.597" v="72"/>
        <pc:sldMkLst>
          <pc:docMk/>
          <pc:sldMk cId="932002562" sldId="641"/>
        </pc:sldMkLst>
      </pc:sldChg>
      <pc:sldChg chg="del">
        <pc:chgData name="Avinash Arun Chauhan" userId="S::avinash.chauhan@mahindrauniversity.edu.in::241b5f3e-36f4-4c61-9553-90e6a1c1b8a6" providerId="AD" clId="Web-{18564CF1-31D9-12BA-41D6-02A44F0D4242}" dt="2025-04-30T05:11:09.049" v="63"/>
        <pc:sldMkLst>
          <pc:docMk/>
          <pc:sldMk cId="3290006088" sldId="642"/>
        </pc:sldMkLst>
      </pc:sldChg>
      <pc:sldChg chg="del">
        <pc:chgData name="Avinash Arun Chauhan" userId="S::avinash.chauhan@mahindrauniversity.edu.in::241b5f3e-36f4-4c61-9553-90e6a1c1b8a6" providerId="AD" clId="Web-{18564CF1-31D9-12BA-41D6-02A44F0D4242}" dt="2025-04-30T05:11:14.721" v="70"/>
        <pc:sldMkLst>
          <pc:docMk/>
          <pc:sldMk cId="924640843" sldId="643"/>
        </pc:sldMkLst>
      </pc:sldChg>
      <pc:sldChg chg="del">
        <pc:chgData name="Avinash Arun Chauhan" userId="S::avinash.chauhan@mahindrauniversity.edu.in::241b5f3e-36f4-4c61-9553-90e6a1c1b8a6" providerId="AD" clId="Web-{18564CF1-31D9-12BA-41D6-02A44F0D4242}" dt="2025-04-30T05:10:51.799" v="45"/>
        <pc:sldMkLst>
          <pc:docMk/>
          <pc:sldMk cId="2185127698" sldId="644"/>
        </pc:sldMkLst>
      </pc:sldChg>
    </pc:docChg>
  </pc:docChgLst>
  <pc:docChgLst>
    <pc:chgData name="Avinash Arun Chauhan" userId="S::avinash.chauhan@mahindrauniversity.edu.in::241b5f3e-36f4-4c61-9553-90e6a1c1b8a6" providerId="AD" clId="Web-{EDEB6E02-EA28-CCDF-2110-96B0903C0318}"/>
    <pc:docChg chg="modSld">
      <pc:chgData name="Avinash Arun Chauhan" userId="S::avinash.chauhan@mahindrauniversity.edu.in::241b5f3e-36f4-4c61-9553-90e6a1c1b8a6" providerId="AD" clId="Web-{EDEB6E02-EA28-CCDF-2110-96B0903C0318}" dt="2025-05-05T08:41:48.960" v="108" actId="20577"/>
      <pc:docMkLst>
        <pc:docMk/>
      </pc:docMkLst>
      <pc:sldChg chg="modSp">
        <pc:chgData name="Avinash Arun Chauhan" userId="S::avinash.chauhan@mahindrauniversity.edu.in::241b5f3e-36f4-4c61-9553-90e6a1c1b8a6" providerId="AD" clId="Web-{EDEB6E02-EA28-CCDF-2110-96B0903C0318}" dt="2025-05-05T08:41:48.960" v="108" actId="20577"/>
        <pc:sldMkLst>
          <pc:docMk/>
          <pc:sldMk cId="2228685038" sldId="613"/>
        </pc:sldMkLst>
        <pc:spChg chg="mod">
          <ac:chgData name="Avinash Arun Chauhan" userId="S::avinash.chauhan@mahindrauniversity.edu.in::241b5f3e-36f4-4c61-9553-90e6a1c1b8a6" providerId="AD" clId="Web-{EDEB6E02-EA28-CCDF-2110-96B0903C0318}" dt="2025-05-05T08:41:48.960" v="108" actId="20577"/>
          <ac:spMkLst>
            <pc:docMk/>
            <pc:sldMk cId="2228685038" sldId="613"/>
            <ac:spMk id="3" creationId="{E54AFECC-F38E-F901-EAB0-B61D38F34D5A}"/>
          </ac:spMkLst>
        </pc:spChg>
      </pc:sldChg>
    </pc:docChg>
  </pc:docChgLst>
  <pc:docChgLst>
    <pc:chgData name="Avinash Arun Chauhan" userId="S::avinash.chauhan@mahindrauniversity.edu.in::241b5f3e-36f4-4c61-9553-90e6a1c1b8a6" providerId="AD" clId="Web-{4853FC14-9A2F-F5CE-90AC-342A5EEDD2AF}"/>
    <pc:docChg chg="addSld delSld modSld sldOrd">
      <pc:chgData name="Avinash Arun Chauhan" userId="S::avinash.chauhan@mahindrauniversity.edu.in::241b5f3e-36f4-4c61-9553-90e6a1c1b8a6" providerId="AD" clId="Web-{4853FC14-9A2F-F5CE-90AC-342A5EEDD2AF}" dt="2025-02-24T06:27:26.627" v="719" actId="20577"/>
      <pc:docMkLst>
        <pc:docMk/>
      </pc:docMkLst>
      <pc:sldChg chg="modSp add">
        <pc:chgData name="Avinash Arun Chauhan" userId="S::avinash.chauhan@mahindrauniversity.edu.in::241b5f3e-36f4-4c61-9553-90e6a1c1b8a6" providerId="AD" clId="Web-{4853FC14-9A2F-F5CE-90AC-342A5EEDD2AF}" dt="2025-02-24T06:13:34.560" v="398" actId="20577"/>
        <pc:sldMkLst>
          <pc:docMk/>
          <pc:sldMk cId="3811169343" sldId="426"/>
        </pc:sldMkLst>
        <pc:spChg chg="mod">
          <ac:chgData name="Avinash Arun Chauhan" userId="S::avinash.chauhan@mahindrauniversity.edu.in::241b5f3e-36f4-4c61-9553-90e6a1c1b8a6" providerId="AD" clId="Web-{4853FC14-9A2F-F5CE-90AC-342A5EEDD2AF}" dt="2025-02-24T06:04:16.588" v="44" actId="20577"/>
          <ac:spMkLst>
            <pc:docMk/>
            <pc:sldMk cId="3811169343" sldId="426"/>
            <ac:spMk id="2" creationId="{E3EA47B4-E3C2-3296-7380-E7CEADD60F53}"/>
          </ac:spMkLst>
        </pc:spChg>
        <pc:spChg chg="mod">
          <ac:chgData name="Avinash Arun Chauhan" userId="S::avinash.chauhan@mahindrauniversity.edu.in::241b5f3e-36f4-4c61-9553-90e6a1c1b8a6" providerId="AD" clId="Web-{4853FC14-9A2F-F5CE-90AC-342A5EEDD2AF}" dt="2025-02-24T06:13:34.560" v="398" actId="20577"/>
          <ac:spMkLst>
            <pc:docMk/>
            <pc:sldMk cId="3811169343" sldId="426"/>
            <ac:spMk id="3" creationId="{31932857-BFC7-D9FE-C8F3-E1C975AD4542}"/>
          </ac:spMkLst>
        </pc:spChg>
      </pc:sldChg>
      <pc:sldChg chg="del">
        <pc:chgData name="Avinash Arun Chauhan" userId="S::avinash.chauhan@mahindrauniversity.edu.in::241b5f3e-36f4-4c61-9553-90e6a1c1b8a6" providerId="AD" clId="Web-{4853FC14-9A2F-F5CE-90AC-342A5EEDD2AF}" dt="2025-02-24T05:30:39.836" v="0"/>
        <pc:sldMkLst>
          <pc:docMk/>
          <pc:sldMk cId="227902600" sldId="427"/>
        </pc:sldMkLst>
      </pc:sldChg>
      <pc:sldChg chg="del">
        <pc:chgData name="Avinash Arun Chauhan" userId="S::avinash.chauhan@mahindrauniversity.edu.in::241b5f3e-36f4-4c61-9553-90e6a1c1b8a6" providerId="AD" clId="Web-{4853FC14-9A2F-F5CE-90AC-342A5EEDD2AF}" dt="2025-02-24T05:30:40.898" v="1"/>
        <pc:sldMkLst>
          <pc:docMk/>
          <pc:sldMk cId="2640816908" sldId="428"/>
        </pc:sldMkLst>
      </pc:sldChg>
      <pc:sldChg chg="del">
        <pc:chgData name="Avinash Arun Chauhan" userId="S::avinash.chauhan@mahindrauniversity.edu.in::241b5f3e-36f4-4c61-9553-90e6a1c1b8a6" providerId="AD" clId="Web-{4853FC14-9A2F-F5CE-90AC-342A5EEDD2AF}" dt="2025-02-24T05:30:41.867" v="2"/>
        <pc:sldMkLst>
          <pc:docMk/>
          <pc:sldMk cId="3686490617" sldId="429"/>
        </pc:sldMkLst>
      </pc:sldChg>
      <pc:sldChg chg="del">
        <pc:chgData name="Avinash Arun Chauhan" userId="S::avinash.chauhan@mahindrauniversity.edu.in::241b5f3e-36f4-4c61-9553-90e6a1c1b8a6" providerId="AD" clId="Web-{4853FC14-9A2F-F5CE-90AC-342A5EEDD2AF}" dt="2025-02-24T05:30:43.648" v="3"/>
        <pc:sldMkLst>
          <pc:docMk/>
          <pc:sldMk cId="86552837" sldId="430"/>
        </pc:sldMkLst>
      </pc:sldChg>
      <pc:sldChg chg="del">
        <pc:chgData name="Avinash Arun Chauhan" userId="S::avinash.chauhan@mahindrauniversity.edu.in::241b5f3e-36f4-4c61-9553-90e6a1c1b8a6" providerId="AD" clId="Web-{4853FC14-9A2F-F5CE-90AC-342A5EEDD2AF}" dt="2025-02-24T05:30:46.633" v="6"/>
        <pc:sldMkLst>
          <pc:docMk/>
          <pc:sldMk cId="448871923" sldId="431"/>
        </pc:sldMkLst>
      </pc:sldChg>
      <pc:sldChg chg="del">
        <pc:chgData name="Avinash Arun Chauhan" userId="S::avinash.chauhan@mahindrauniversity.edu.in::241b5f3e-36f4-4c61-9553-90e6a1c1b8a6" providerId="AD" clId="Web-{4853FC14-9A2F-F5CE-90AC-342A5EEDD2AF}" dt="2025-02-24T05:30:45.507" v="5"/>
        <pc:sldMkLst>
          <pc:docMk/>
          <pc:sldMk cId="430656824" sldId="432"/>
        </pc:sldMkLst>
      </pc:sldChg>
      <pc:sldChg chg="del">
        <pc:chgData name="Avinash Arun Chauhan" userId="S::avinash.chauhan@mahindrauniversity.edu.in::241b5f3e-36f4-4c61-9553-90e6a1c1b8a6" providerId="AD" clId="Web-{4853FC14-9A2F-F5CE-90AC-342A5EEDD2AF}" dt="2025-02-24T05:30:49.367" v="8"/>
        <pc:sldMkLst>
          <pc:docMk/>
          <pc:sldMk cId="2336727406" sldId="433"/>
        </pc:sldMkLst>
      </pc:sldChg>
      <pc:sldChg chg="del">
        <pc:chgData name="Avinash Arun Chauhan" userId="S::avinash.chauhan@mahindrauniversity.edu.in::241b5f3e-36f4-4c61-9553-90e6a1c1b8a6" providerId="AD" clId="Web-{4853FC14-9A2F-F5CE-90AC-342A5EEDD2AF}" dt="2025-02-24T05:30:50.242" v="9"/>
        <pc:sldMkLst>
          <pc:docMk/>
          <pc:sldMk cId="859797520" sldId="434"/>
        </pc:sldMkLst>
      </pc:sldChg>
      <pc:sldChg chg="del">
        <pc:chgData name="Avinash Arun Chauhan" userId="S::avinash.chauhan@mahindrauniversity.edu.in::241b5f3e-36f4-4c61-9553-90e6a1c1b8a6" providerId="AD" clId="Web-{4853FC14-9A2F-F5CE-90AC-342A5EEDD2AF}" dt="2025-02-24T05:30:51.883" v="10"/>
        <pc:sldMkLst>
          <pc:docMk/>
          <pc:sldMk cId="2554666538" sldId="435"/>
        </pc:sldMkLst>
      </pc:sldChg>
      <pc:sldChg chg="del">
        <pc:chgData name="Avinash Arun Chauhan" userId="S::avinash.chauhan@mahindrauniversity.edu.in::241b5f3e-36f4-4c61-9553-90e6a1c1b8a6" providerId="AD" clId="Web-{4853FC14-9A2F-F5CE-90AC-342A5EEDD2AF}" dt="2025-02-24T05:30:52.961" v="11"/>
        <pc:sldMkLst>
          <pc:docMk/>
          <pc:sldMk cId="2824834544" sldId="436"/>
        </pc:sldMkLst>
      </pc:sldChg>
      <pc:sldChg chg="del">
        <pc:chgData name="Avinash Arun Chauhan" userId="S::avinash.chauhan@mahindrauniversity.edu.in::241b5f3e-36f4-4c61-9553-90e6a1c1b8a6" providerId="AD" clId="Web-{4853FC14-9A2F-F5CE-90AC-342A5EEDD2AF}" dt="2025-02-24T05:30:57.914" v="15"/>
        <pc:sldMkLst>
          <pc:docMk/>
          <pc:sldMk cId="620991165" sldId="437"/>
        </pc:sldMkLst>
      </pc:sldChg>
      <pc:sldChg chg="del">
        <pc:chgData name="Avinash Arun Chauhan" userId="S::avinash.chauhan@mahindrauniversity.edu.in::241b5f3e-36f4-4c61-9553-90e6a1c1b8a6" providerId="AD" clId="Web-{4853FC14-9A2F-F5CE-90AC-342A5EEDD2AF}" dt="2025-02-24T05:30:54.383" v="12"/>
        <pc:sldMkLst>
          <pc:docMk/>
          <pc:sldMk cId="1125462947" sldId="438"/>
        </pc:sldMkLst>
      </pc:sldChg>
      <pc:sldChg chg="del">
        <pc:chgData name="Avinash Arun Chauhan" userId="S::avinash.chauhan@mahindrauniversity.edu.in::241b5f3e-36f4-4c61-9553-90e6a1c1b8a6" providerId="AD" clId="Web-{4853FC14-9A2F-F5CE-90AC-342A5EEDD2AF}" dt="2025-02-24T05:30:55.648" v="13"/>
        <pc:sldMkLst>
          <pc:docMk/>
          <pc:sldMk cId="685589665" sldId="439"/>
        </pc:sldMkLst>
      </pc:sldChg>
      <pc:sldChg chg="del">
        <pc:chgData name="Avinash Arun Chauhan" userId="S::avinash.chauhan@mahindrauniversity.edu.in::241b5f3e-36f4-4c61-9553-90e6a1c1b8a6" providerId="AD" clId="Web-{4853FC14-9A2F-F5CE-90AC-342A5EEDD2AF}" dt="2025-02-24T05:30:56.664" v="14"/>
        <pc:sldMkLst>
          <pc:docMk/>
          <pc:sldMk cId="2354634915" sldId="440"/>
        </pc:sldMkLst>
      </pc:sldChg>
      <pc:sldChg chg="del">
        <pc:chgData name="Avinash Arun Chauhan" userId="S::avinash.chauhan@mahindrauniversity.edu.in::241b5f3e-36f4-4c61-9553-90e6a1c1b8a6" providerId="AD" clId="Web-{4853FC14-9A2F-F5CE-90AC-342A5EEDD2AF}" dt="2025-02-24T05:30:58.633" v="16"/>
        <pc:sldMkLst>
          <pc:docMk/>
          <pc:sldMk cId="2478878777" sldId="441"/>
        </pc:sldMkLst>
      </pc:sldChg>
      <pc:sldChg chg="del">
        <pc:chgData name="Avinash Arun Chauhan" userId="S::avinash.chauhan@mahindrauniversity.edu.in::241b5f3e-36f4-4c61-9553-90e6a1c1b8a6" providerId="AD" clId="Web-{4853FC14-9A2F-F5CE-90AC-342A5EEDD2AF}" dt="2025-02-24T05:30:59.445" v="17"/>
        <pc:sldMkLst>
          <pc:docMk/>
          <pc:sldMk cId="2001429447" sldId="442"/>
        </pc:sldMkLst>
      </pc:sldChg>
      <pc:sldChg chg="del">
        <pc:chgData name="Avinash Arun Chauhan" userId="S::avinash.chauhan@mahindrauniversity.edu.in::241b5f3e-36f4-4c61-9553-90e6a1c1b8a6" providerId="AD" clId="Web-{4853FC14-9A2F-F5CE-90AC-342A5EEDD2AF}" dt="2025-02-24T05:31:01.117" v="18"/>
        <pc:sldMkLst>
          <pc:docMk/>
          <pc:sldMk cId="2270276121" sldId="443"/>
        </pc:sldMkLst>
      </pc:sldChg>
      <pc:sldChg chg="del">
        <pc:chgData name="Avinash Arun Chauhan" userId="S::avinash.chauhan@mahindrauniversity.edu.in::241b5f3e-36f4-4c61-9553-90e6a1c1b8a6" providerId="AD" clId="Web-{4853FC14-9A2F-F5CE-90AC-342A5EEDD2AF}" dt="2025-02-24T05:31:03.148" v="19"/>
        <pc:sldMkLst>
          <pc:docMk/>
          <pc:sldMk cId="2422187861" sldId="444"/>
        </pc:sldMkLst>
      </pc:sldChg>
      <pc:sldChg chg="add del">
        <pc:chgData name="Avinash Arun Chauhan" userId="S::avinash.chauhan@mahindrauniversity.edu.in::241b5f3e-36f4-4c61-9553-90e6a1c1b8a6" providerId="AD" clId="Web-{4853FC14-9A2F-F5CE-90AC-342A5EEDD2AF}" dt="2025-02-24T06:06:11.651" v="157"/>
        <pc:sldMkLst>
          <pc:docMk/>
          <pc:sldMk cId="945764981" sldId="446"/>
        </pc:sldMkLst>
      </pc:sldChg>
      <pc:sldChg chg="modSp add replId">
        <pc:chgData name="Avinash Arun Chauhan" userId="S::avinash.chauhan@mahindrauniversity.edu.in::241b5f3e-36f4-4c61-9553-90e6a1c1b8a6" providerId="AD" clId="Web-{4853FC14-9A2F-F5CE-90AC-342A5EEDD2AF}" dt="2025-02-24T06:08:46.371" v="306" actId="20577"/>
        <pc:sldMkLst>
          <pc:docMk/>
          <pc:sldMk cId="1425644229" sldId="446"/>
        </pc:sldMkLst>
        <pc:spChg chg="mod">
          <ac:chgData name="Avinash Arun Chauhan" userId="S::avinash.chauhan@mahindrauniversity.edu.in::241b5f3e-36f4-4c61-9553-90e6a1c1b8a6" providerId="AD" clId="Web-{4853FC14-9A2F-F5CE-90AC-342A5EEDD2AF}" dt="2025-02-24T06:08:46.371" v="306" actId="20577"/>
          <ac:spMkLst>
            <pc:docMk/>
            <pc:sldMk cId="1425644229" sldId="446"/>
            <ac:spMk id="3" creationId="{BB1998E0-72CB-339E-B9FC-7C9E76D9C740}"/>
          </ac:spMkLst>
        </pc:spChg>
      </pc:sldChg>
      <pc:sldChg chg="del">
        <pc:chgData name="Avinash Arun Chauhan" userId="S::avinash.chauhan@mahindrauniversity.edu.in::241b5f3e-36f4-4c61-9553-90e6a1c1b8a6" providerId="AD" clId="Web-{4853FC14-9A2F-F5CE-90AC-342A5EEDD2AF}" dt="2025-02-24T05:33:47.556" v="24"/>
        <pc:sldMkLst>
          <pc:docMk/>
          <pc:sldMk cId="2934269232" sldId="446"/>
        </pc:sldMkLst>
      </pc:sldChg>
      <pc:sldChg chg="addSp delSp modSp add replId">
        <pc:chgData name="Avinash Arun Chauhan" userId="S::avinash.chauhan@mahindrauniversity.edu.in::241b5f3e-36f4-4c61-9553-90e6a1c1b8a6" providerId="AD" clId="Web-{4853FC14-9A2F-F5CE-90AC-342A5EEDD2AF}" dt="2025-02-24T06:10:15.434" v="314" actId="1076"/>
        <pc:sldMkLst>
          <pc:docMk/>
          <pc:sldMk cId="2202899684" sldId="447"/>
        </pc:sldMkLst>
        <pc:spChg chg="del mod">
          <ac:chgData name="Avinash Arun Chauhan" userId="S::avinash.chauhan@mahindrauniversity.edu.in::241b5f3e-36f4-4c61-9553-90e6a1c1b8a6" providerId="AD" clId="Web-{4853FC14-9A2F-F5CE-90AC-342A5EEDD2AF}" dt="2025-02-24T06:09:03.761" v="310"/>
          <ac:spMkLst>
            <pc:docMk/>
            <pc:sldMk cId="2202899684" sldId="447"/>
            <ac:spMk id="3" creationId="{0A8C33E3-C22D-D837-2D7E-5E11F2C98BB2}"/>
          </ac:spMkLst>
        </pc:spChg>
        <pc:picChg chg="add mod modCrop">
          <ac:chgData name="Avinash Arun Chauhan" userId="S::avinash.chauhan@mahindrauniversity.edu.in::241b5f3e-36f4-4c61-9553-90e6a1c1b8a6" providerId="AD" clId="Web-{4853FC14-9A2F-F5CE-90AC-342A5EEDD2AF}" dt="2025-02-24T06:10:15.434" v="314" actId="1076"/>
          <ac:picMkLst>
            <pc:docMk/>
            <pc:sldMk cId="2202899684" sldId="447"/>
            <ac:picMk id="4" creationId="{8788B275-F108-24A3-1962-74B5424587B2}"/>
          </ac:picMkLst>
        </pc:picChg>
      </pc:sldChg>
      <pc:sldChg chg="del">
        <pc:chgData name="Avinash Arun Chauhan" userId="S::avinash.chauhan@mahindrauniversity.edu.in::241b5f3e-36f4-4c61-9553-90e6a1c1b8a6" providerId="AD" clId="Web-{4853FC14-9A2F-F5CE-90AC-342A5EEDD2AF}" dt="2025-02-24T05:30:44.601" v="4"/>
        <pc:sldMkLst>
          <pc:docMk/>
          <pc:sldMk cId="2918292430" sldId="447"/>
        </pc:sldMkLst>
      </pc:sldChg>
      <pc:sldChg chg="del">
        <pc:chgData name="Avinash Arun Chauhan" userId="S::avinash.chauhan@mahindrauniversity.edu.in::241b5f3e-36f4-4c61-9553-90e6a1c1b8a6" providerId="AD" clId="Web-{4853FC14-9A2F-F5CE-90AC-342A5EEDD2AF}" dt="2025-02-24T05:30:48.008" v="7"/>
        <pc:sldMkLst>
          <pc:docMk/>
          <pc:sldMk cId="1068902488" sldId="448"/>
        </pc:sldMkLst>
      </pc:sldChg>
      <pc:sldChg chg="modSp add ord replId">
        <pc:chgData name="Avinash Arun Chauhan" userId="S::avinash.chauhan@mahindrauniversity.edu.in::241b5f3e-36f4-4c61-9553-90e6a1c1b8a6" providerId="AD" clId="Web-{4853FC14-9A2F-F5CE-90AC-342A5EEDD2AF}" dt="2025-02-24T06:21:41.906" v="641" actId="20577"/>
        <pc:sldMkLst>
          <pc:docMk/>
          <pc:sldMk cId="3245650646" sldId="448"/>
        </pc:sldMkLst>
        <pc:spChg chg="mod">
          <ac:chgData name="Avinash Arun Chauhan" userId="S::avinash.chauhan@mahindrauniversity.edu.in::241b5f3e-36f4-4c61-9553-90e6a1c1b8a6" providerId="AD" clId="Web-{4853FC14-9A2F-F5CE-90AC-342A5EEDD2AF}" dt="2025-02-24T06:21:41.906" v="641" actId="20577"/>
          <ac:spMkLst>
            <pc:docMk/>
            <pc:sldMk cId="3245650646" sldId="448"/>
            <ac:spMk id="3" creationId="{AA5D3276-030C-B00D-CA3B-85DFB1127F1C}"/>
          </ac:spMkLst>
        </pc:spChg>
      </pc:sldChg>
      <pc:sldChg chg="del">
        <pc:chgData name="Avinash Arun Chauhan" userId="S::avinash.chauhan@mahindrauniversity.edu.in::241b5f3e-36f4-4c61-9553-90e6a1c1b8a6" providerId="AD" clId="Web-{4853FC14-9A2F-F5CE-90AC-342A5EEDD2AF}" dt="2025-02-24T05:31:28.039" v="20"/>
        <pc:sldMkLst>
          <pc:docMk/>
          <pc:sldMk cId="544750727" sldId="449"/>
        </pc:sldMkLst>
      </pc:sldChg>
      <pc:sldChg chg="modSp add replId">
        <pc:chgData name="Avinash Arun Chauhan" userId="S::avinash.chauhan@mahindrauniversity.edu.in::241b5f3e-36f4-4c61-9553-90e6a1c1b8a6" providerId="AD" clId="Web-{4853FC14-9A2F-F5CE-90AC-342A5EEDD2AF}" dt="2025-02-24T06:27:26.627" v="719" actId="20577"/>
        <pc:sldMkLst>
          <pc:docMk/>
          <pc:sldMk cId="1929007449" sldId="449"/>
        </pc:sldMkLst>
        <pc:spChg chg="mod">
          <ac:chgData name="Avinash Arun Chauhan" userId="S::avinash.chauhan@mahindrauniversity.edu.in::241b5f3e-36f4-4c61-9553-90e6a1c1b8a6" providerId="AD" clId="Web-{4853FC14-9A2F-F5CE-90AC-342A5EEDD2AF}" dt="2025-02-24T06:27:26.627" v="719" actId="20577"/>
          <ac:spMkLst>
            <pc:docMk/>
            <pc:sldMk cId="1929007449" sldId="449"/>
            <ac:spMk id="3" creationId="{167220CA-E969-0C11-4B20-1B5E88FEAD25}"/>
          </ac:spMkLst>
        </pc:spChg>
      </pc:sldChg>
      <pc:sldChg chg="del">
        <pc:chgData name="Avinash Arun Chauhan" userId="S::avinash.chauhan@mahindrauniversity.edu.in::241b5f3e-36f4-4c61-9553-90e6a1c1b8a6" providerId="AD" clId="Web-{4853FC14-9A2F-F5CE-90AC-342A5EEDD2AF}" dt="2025-02-24T05:31:30.633" v="21"/>
        <pc:sldMkLst>
          <pc:docMk/>
          <pc:sldMk cId="1620686835" sldId="450"/>
        </pc:sldMkLst>
      </pc:sldChg>
      <pc:sldChg chg="del">
        <pc:chgData name="Avinash Arun Chauhan" userId="S::avinash.chauhan@mahindrauniversity.edu.in::241b5f3e-36f4-4c61-9553-90e6a1c1b8a6" providerId="AD" clId="Web-{4853FC14-9A2F-F5CE-90AC-342A5EEDD2AF}" dt="2025-02-24T05:31:32.539" v="22"/>
        <pc:sldMkLst>
          <pc:docMk/>
          <pc:sldMk cId="3155866144" sldId="451"/>
        </pc:sldMkLst>
      </pc:sldChg>
      <pc:sldChg chg="del">
        <pc:chgData name="Avinash Arun Chauhan" userId="S::avinash.chauhan@mahindrauniversity.edu.in::241b5f3e-36f4-4c61-9553-90e6a1c1b8a6" providerId="AD" clId="Web-{4853FC14-9A2F-F5CE-90AC-342A5EEDD2AF}" dt="2025-02-24T05:33:45.071" v="23"/>
        <pc:sldMkLst>
          <pc:docMk/>
          <pc:sldMk cId="3007920269" sldId="452"/>
        </pc:sldMkLst>
      </pc:sldChg>
      <pc:sldChg chg="del">
        <pc:chgData name="Avinash Arun Chauhan" userId="S::avinash.chauhan@mahindrauniversity.edu.in::241b5f3e-36f4-4c61-9553-90e6a1c1b8a6" providerId="AD" clId="Web-{4853FC14-9A2F-F5CE-90AC-342A5EEDD2AF}" dt="2025-02-24T05:33:48.556" v="25"/>
        <pc:sldMkLst>
          <pc:docMk/>
          <pc:sldMk cId="603496316" sldId="453"/>
        </pc:sldMkLst>
      </pc:sldChg>
      <pc:sldChg chg="del">
        <pc:chgData name="Avinash Arun Chauhan" userId="S::avinash.chauhan@mahindrauniversity.edu.in::241b5f3e-36f4-4c61-9553-90e6a1c1b8a6" providerId="AD" clId="Web-{4853FC14-9A2F-F5CE-90AC-342A5EEDD2AF}" dt="2025-02-24T05:33:49.712" v="26"/>
        <pc:sldMkLst>
          <pc:docMk/>
          <pc:sldMk cId="1631076798" sldId="454"/>
        </pc:sldMkLst>
      </pc:sldChg>
      <pc:sldChg chg="del">
        <pc:chgData name="Avinash Arun Chauhan" userId="S::avinash.chauhan@mahindrauniversity.edu.in::241b5f3e-36f4-4c61-9553-90e6a1c1b8a6" providerId="AD" clId="Web-{4853FC14-9A2F-F5CE-90AC-342A5EEDD2AF}" dt="2025-02-24T05:33:50.837" v="27"/>
        <pc:sldMkLst>
          <pc:docMk/>
          <pc:sldMk cId="2023183045" sldId="455"/>
        </pc:sldMkLst>
      </pc:sldChg>
      <pc:sldChg chg="del">
        <pc:chgData name="Avinash Arun Chauhan" userId="S::avinash.chauhan@mahindrauniversity.edu.in::241b5f3e-36f4-4c61-9553-90e6a1c1b8a6" providerId="AD" clId="Web-{4853FC14-9A2F-F5CE-90AC-342A5EEDD2AF}" dt="2025-02-24T05:33:51.681" v="28"/>
        <pc:sldMkLst>
          <pc:docMk/>
          <pc:sldMk cId="963676731" sldId="456"/>
        </pc:sldMkLst>
      </pc:sldChg>
      <pc:sldChg chg="del">
        <pc:chgData name="Avinash Arun Chauhan" userId="S::avinash.chauhan@mahindrauniversity.edu.in::241b5f3e-36f4-4c61-9553-90e6a1c1b8a6" providerId="AD" clId="Web-{4853FC14-9A2F-F5CE-90AC-342A5EEDD2AF}" dt="2025-02-24T05:33:56.509" v="32"/>
        <pc:sldMkLst>
          <pc:docMk/>
          <pc:sldMk cId="1913081862" sldId="457"/>
        </pc:sldMkLst>
      </pc:sldChg>
      <pc:sldChg chg="del">
        <pc:chgData name="Avinash Arun Chauhan" userId="S::avinash.chauhan@mahindrauniversity.edu.in::241b5f3e-36f4-4c61-9553-90e6a1c1b8a6" providerId="AD" clId="Web-{4853FC14-9A2F-F5CE-90AC-342A5EEDD2AF}" dt="2025-02-24T05:33:58.056" v="33"/>
        <pc:sldMkLst>
          <pc:docMk/>
          <pc:sldMk cId="76133212" sldId="458"/>
        </pc:sldMkLst>
      </pc:sldChg>
      <pc:sldChg chg="del">
        <pc:chgData name="Avinash Arun Chauhan" userId="S::avinash.chauhan@mahindrauniversity.edu.in::241b5f3e-36f4-4c61-9553-90e6a1c1b8a6" providerId="AD" clId="Web-{4853FC14-9A2F-F5CE-90AC-342A5EEDD2AF}" dt="2025-02-24T05:33:52.243" v="29"/>
        <pc:sldMkLst>
          <pc:docMk/>
          <pc:sldMk cId="2619648002" sldId="460"/>
        </pc:sldMkLst>
      </pc:sldChg>
      <pc:sldChg chg="del">
        <pc:chgData name="Avinash Arun Chauhan" userId="S::avinash.chauhan@mahindrauniversity.edu.in::241b5f3e-36f4-4c61-9553-90e6a1c1b8a6" providerId="AD" clId="Web-{4853FC14-9A2F-F5CE-90AC-342A5EEDD2AF}" dt="2025-02-24T05:33:53.337" v="30"/>
        <pc:sldMkLst>
          <pc:docMk/>
          <pc:sldMk cId="4050700231" sldId="461"/>
        </pc:sldMkLst>
      </pc:sldChg>
      <pc:sldChg chg="del">
        <pc:chgData name="Avinash Arun Chauhan" userId="S::avinash.chauhan@mahindrauniversity.edu.in::241b5f3e-36f4-4c61-9553-90e6a1c1b8a6" providerId="AD" clId="Web-{4853FC14-9A2F-F5CE-90AC-342A5EEDD2AF}" dt="2025-02-24T05:33:54.150" v="31"/>
        <pc:sldMkLst>
          <pc:docMk/>
          <pc:sldMk cId="2872910021" sldId="462"/>
        </pc:sldMkLst>
      </pc:sldChg>
      <pc:sldChg chg="del">
        <pc:chgData name="Avinash Arun Chauhan" userId="S::avinash.chauhan@mahindrauniversity.edu.in::241b5f3e-36f4-4c61-9553-90e6a1c1b8a6" providerId="AD" clId="Web-{4853FC14-9A2F-F5CE-90AC-342A5EEDD2AF}" dt="2025-02-24T05:33:58.915" v="34"/>
        <pc:sldMkLst>
          <pc:docMk/>
          <pc:sldMk cId="3370555036" sldId="463"/>
        </pc:sldMkLst>
      </pc:sldChg>
      <pc:sldChg chg="del">
        <pc:chgData name="Avinash Arun Chauhan" userId="S::avinash.chauhan@mahindrauniversity.edu.in::241b5f3e-36f4-4c61-9553-90e6a1c1b8a6" providerId="AD" clId="Web-{4853FC14-9A2F-F5CE-90AC-342A5EEDD2AF}" dt="2025-02-24T05:33:59.790" v="35"/>
        <pc:sldMkLst>
          <pc:docMk/>
          <pc:sldMk cId="3436274257" sldId="464"/>
        </pc:sldMkLst>
      </pc:sldChg>
      <pc:sldChg chg="del">
        <pc:chgData name="Avinash Arun Chauhan" userId="S::avinash.chauhan@mahindrauniversity.edu.in::241b5f3e-36f4-4c61-9553-90e6a1c1b8a6" providerId="AD" clId="Web-{4853FC14-9A2F-F5CE-90AC-342A5EEDD2AF}" dt="2025-02-24T05:34:00.743" v="36"/>
        <pc:sldMkLst>
          <pc:docMk/>
          <pc:sldMk cId="1500106504" sldId="465"/>
        </pc:sldMkLst>
      </pc:sldChg>
    </pc:docChg>
  </pc:docChgLst>
  <pc:docChgLst>
    <pc:chgData name="Avinash Arun Chauhan" userId="S::avinash.chauhan@mahindrauniversity.edu.in::241b5f3e-36f4-4c61-9553-90e6a1c1b8a6" providerId="AD" clId="Web-{45E5939C-BFAE-FCE8-3E06-50C35919F1AB}"/>
    <pc:docChg chg="addSld modSld">
      <pc:chgData name="Avinash Arun Chauhan" userId="S::avinash.chauhan@mahindrauniversity.edu.in::241b5f3e-36f4-4c61-9553-90e6a1c1b8a6" providerId="AD" clId="Web-{45E5939C-BFAE-FCE8-3E06-50C35919F1AB}" dt="2025-03-04T07:29:06.826" v="80" actId="20577"/>
      <pc:docMkLst>
        <pc:docMk/>
      </pc:docMkLst>
      <pc:sldChg chg="modSp">
        <pc:chgData name="Avinash Arun Chauhan" userId="S::avinash.chauhan@mahindrauniversity.edu.in::241b5f3e-36f4-4c61-9553-90e6a1c1b8a6" providerId="AD" clId="Web-{45E5939C-BFAE-FCE8-3E06-50C35919F1AB}" dt="2025-03-04T07:29:06.826" v="80" actId="20577"/>
        <pc:sldMkLst>
          <pc:docMk/>
          <pc:sldMk cId="3012470631" sldId="508"/>
        </pc:sldMkLst>
        <pc:spChg chg="mod">
          <ac:chgData name="Avinash Arun Chauhan" userId="S::avinash.chauhan@mahindrauniversity.edu.in::241b5f3e-36f4-4c61-9553-90e6a1c1b8a6" providerId="AD" clId="Web-{45E5939C-BFAE-FCE8-3E06-50C35919F1AB}" dt="2025-03-04T07:29:06.826" v="80" actId="20577"/>
          <ac:spMkLst>
            <pc:docMk/>
            <pc:sldMk cId="3012470631" sldId="508"/>
            <ac:spMk id="3" creationId="{96E9C779-DF31-3741-3B77-D003BD44266C}"/>
          </ac:spMkLst>
        </pc:spChg>
      </pc:sldChg>
      <pc:sldChg chg="addSp modSp">
        <pc:chgData name="Avinash Arun Chauhan" userId="S::avinash.chauhan@mahindrauniversity.edu.in::241b5f3e-36f4-4c61-9553-90e6a1c1b8a6" providerId="AD" clId="Web-{45E5939C-BFAE-FCE8-3E06-50C35919F1AB}" dt="2025-03-04T07:26:35.585" v="40" actId="1076"/>
        <pc:sldMkLst>
          <pc:docMk/>
          <pc:sldMk cId="1125937358" sldId="515"/>
        </pc:sldMkLst>
        <pc:picChg chg="add mod modCrop">
          <ac:chgData name="Avinash Arun Chauhan" userId="S::avinash.chauhan@mahindrauniversity.edu.in::241b5f3e-36f4-4c61-9553-90e6a1c1b8a6" providerId="AD" clId="Web-{45E5939C-BFAE-FCE8-3E06-50C35919F1AB}" dt="2025-03-04T07:26:35.585" v="40" actId="1076"/>
          <ac:picMkLst>
            <pc:docMk/>
            <pc:sldMk cId="1125937358" sldId="515"/>
            <ac:picMk id="5" creationId="{12EDBFB8-1C78-187D-C692-EA1BA094BE76}"/>
          </ac:picMkLst>
        </pc:picChg>
      </pc:sldChg>
      <pc:sldChg chg="addSp delSp modSp">
        <pc:chgData name="Avinash Arun Chauhan" userId="S::avinash.chauhan@mahindrauniversity.edu.in::241b5f3e-36f4-4c61-9553-90e6a1c1b8a6" providerId="AD" clId="Web-{45E5939C-BFAE-FCE8-3E06-50C35919F1AB}" dt="2025-03-04T07:23:51.594" v="18" actId="14100"/>
        <pc:sldMkLst>
          <pc:docMk/>
          <pc:sldMk cId="88720736" sldId="517"/>
        </pc:sldMkLst>
        <pc:spChg chg="mod">
          <ac:chgData name="Avinash Arun Chauhan" userId="S::avinash.chauhan@mahindrauniversity.edu.in::241b5f3e-36f4-4c61-9553-90e6a1c1b8a6" providerId="AD" clId="Web-{45E5939C-BFAE-FCE8-3E06-50C35919F1AB}" dt="2025-03-04T07:22:28.856" v="6" actId="20577"/>
          <ac:spMkLst>
            <pc:docMk/>
            <pc:sldMk cId="88720736" sldId="517"/>
            <ac:spMk id="2" creationId="{5A902FF7-726F-E294-6172-D0863E0F1909}"/>
          </ac:spMkLst>
        </pc:spChg>
        <pc:picChg chg="del">
          <ac:chgData name="Avinash Arun Chauhan" userId="S::avinash.chauhan@mahindrauniversity.edu.in::241b5f3e-36f4-4c61-9553-90e6a1c1b8a6" providerId="AD" clId="Web-{45E5939C-BFAE-FCE8-3E06-50C35919F1AB}" dt="2025-03-04T07:22:30.997" v="7"/>
          <ac:picMkLst>
            <pc:docMk/>
            <pc:sldMk cId="88720736" sldId="517"/>
            <ac:picMk id="3" creationId="{EAD46673-2A88-D622-815F-17BC910FA53E}"/>
          </ac:picMkLst>
        </pc:picChg>
        <pc:picChg chg="add mod modCrop">
          <ac:chgData name="Avinash Arun Chauhan" userId="S::avinash.chauhan@mahindrauniversity.edu.in::241b5f3e-36f4-4c61-9553-90e6a1c1b8a6" providerId="AD" clId="Web-{45E5939C-BFAE-FCE8-3E06-50C35919F1AB}" dt="2025-03-04T07:23:06.326" v="13" actId="1076"/>
          <ac:picMkLst>
            <pc:docMk/>
            <pc:sldMk cId="88720736" sldId="517"/>
            <ac:picMk id="4" creationId="{29CF187F-7F82-E291-1ADF-99A4B56D8D99}"/>
          </ac:picMkLst>
        </pc:picChg>
        <pc:picChg chg="add mod modCrop">
          <ac:chgData name="Avinash Arun Chauhan" userId="S::avinash.chauhan@mahindrauniversity.edu.in::241b5f3e-36f4-4c61-9553-90e6a1c1b8a6" providerId="AD" clId="Web-{45E5939C-BFAE-FCE8-3E06-50C35919F1AB}" dt="2025-03-04T07:23:51.594" v="18" actId="14100"/>
          <ac:picMkLst>
            <pc:docMk/>
            <pc:sldMk cId="88720736" sldId="517"/>
            <ac:picMk id="5" creationId="{6DB0BDEC-F2D6-685B-C3E4-CC354F7FECF4}"/>
          </ac:picMkLst>
        </pc:picChg>
      </pc:sldChg>
      <pc:sldChg chg="addSp delSp modSp add replId">
        <pc:chgData name="Avinash Arun Chauhan" userId="S::avinash.chauhan@mahindrauniversity.edu.in::241b5f3e-36f4-4c61-9553-90e6a1c1b8a6" providerId="AD" clId="Web-{45E5939C-BFAE-FCE8-3E06-50C35919F1AB}" dt="2025-03-04T07:25:23.926" v="33" actId="1076"/>
        <pc:sldMkLst>
          <pc:docMk/>
          <pc:sldMk cId="1733655669" sldId="518"/>
        </pc:sldMkLst>
        <pc:spChg chg="mod">
          <ac:chgData name="Avinash Arun Chauhan" userId="S::avinash.chauhan@mahindrauniversity.edu.in::241b5f3e-36f4-4c61-9553-90e6a1c1b8a6" providerId="AD" clId="Web-{45E5939C-BFAE-FCE8-3E06-50C35919F1AB}" dt="2025-03-04T07:24:45.659" v="25" actId="20577"/>
          <ac:spMkLst>
            <pc:docMk/>
            <pc:sldMk cId="1733655669" sldId="518"/>
            <ac:spMk id="2" creationId="{7577B2FC-323E-0175-BFC1-54C361664032}"/>
          </ac:spMkLst>
        </pc:spChg>
        <pc:picChg chg="add mod modCrop">
          <ac:chgData name="Avinash Arun Chauhan" userId="S::avinash.chauhan@mahindrauniversity.edu.in::241b5f3e-36f4-4c61-9553-90e6a1c1b8a6" providerId="AD" clId="Web-{45E5939C-BFAE-FCE8-3E06-50C35919F1AB}" dt="2025-03-04T07:25:23.926" v="33" actId="1076"/>
          <ac:picMkLst>
            <pc:docMk/>
            <pc:sldMk cId="1733655669" sldId="518"/>
            <ac:picMk id="3" creationId="{2BD78595-EE8C-9842-15F8-27A15B248C1A}"/>
          </ac:picMkLst>
        </pc:picChg>
        <pc:picChg chg="del">
          <ac:chgData name="Avinash Arun Chauhan" userId="S::avinash.chauhan@mahindrauniversity.edu.in::241b5f3e-36f4-4c61-9553-90e6a1c1b8a6" providerId="AD" clId="Web-{45E5939C-BFAE-FCE8-3E06-50C35919F1AB}" dt="2025-03-04T07:24:48.628" v="27"/>
          <ac:picMkLst>
            <pc:docMk/>
            <pc:sldMk cId="1733655669" sldId="518"/>
            <ac:picMk id="4" creationId="{455A8B65-9BDE-3669-A409-68CE15D19168}"/>
          </ac:picMkLst>
        </pc:picChg>
        <pc:picChg chg="del">
          <ac:chgData name="Avinash Arun Chauhan" userId="S::avinash.chauhan@mahindrauniversity.edu.in::241b5f3e-36f4-4c61-9553-90e6a1c1b8a6" providerId="AD" clId="Web-{45E5939C-BFAE-FCE8-3E06-50C35919F1AB}" dt="2025-03-04T07:24:47.487" v="26"/>
          <ac:picMkLst>
            <pc:docMk/>
            <pc:sldMk cId="1733655669" sldId="518"/>
            <ac:picMk id="5" creationId="{E890D9AD-1ADC-FE12-762F-AC9E68784DC0}"/>
          </ac:picMkLst>
        </pc:picChg>
      </pc:sldChg>
    </pc:docChg>
  </pc:docChgLst>
  <pc:docChgLst>
    <pc:chgData name="Avinash Arun Chauhan" userId="S::avinash.chauhan@mahindrauniversity.edu.in::241b5f3e-36f4-4c61-9553-90e6a1c1b8a6" providerId="AD" clId="Web-{822BEDCB-A9D9-45DD-2BC9-6C39452F222B}"/>
    <pc:docChg chg="addSld modSld">
      <pc:chgData name="Avinash Arun Chauhan" userId="S::avinash.chauhan@mahindrauniversity.edu.in::241b5f3e-36f4-4c61-9553-90e6a1c1b8a6" providerId="AD" clId="Web-{822BEDCB-A9D9-45DD-2BC9-6C39452F222B}" dt="2022-08-04T07:24:51.491" v="620" actId="20577"/>
      <pc:docMkLst>
        <pc:docMk/>
      </pc:docMkLst>
      <pc:sldChg chg="modSp">
        <pc:chgData name="Avinash Arun Chauhan" userId="S::avinash.chauhan@mahindrauniversity.edu.in::241b5f3e-36f4-4c61-9553-90e6a1c1b8a6" providerId="AD" clId="Web-{822BEDCB-A9D9-45DD-2BC9-6C39452F222B}" dt="2022-08-04T07:18:53.606" v="423" actId="20577"/>
        <pc:sldMkLst>
          <pc:docMk/>
          <pc:sldMk cId="832602602" sldId="257"/>
        </pc:sldMkLst>
      </pc:sldChg>
      <pc:sldChg chg="addSp delSp modSp">
        <pc:chgData name="Avinash Arun Chauhan" userId="S::avinash.chauhan@mahindrauniversity.edu.in::241b5f3e-36f4-4c61-9553-90e6a1c1b8a6" providerId="AD" clId="Web-{822BEDCB-A9D9-45DD-2BC9-6C39452F222B}" dt="2022-08-04T07:07:37.866" v="277" actId="20577"/>
        <pc:sldMkLst>
          <pc:docMk/>
          <pc:sldMk cId="686329520" sldId="262"/>
        </pc:sldMkLst>
      </pc:sldChg>
      <pc:sldChg chg="modSp new">
        <pc:chgData name="Avinash Arun Chauhan" userId="S::avinash.chauhan@mahindrauniversity.edu.in::241b5f3e-36f4-4c61-9553-90e6a1c1b8a6" providerId="AD" clId="Web-{822BEDCB-A9D9-45DD-2BC9-6C39452F222B}" dt="2022-08-04T07:10:08.293" v="417" actId="20577"/>
        <pc:sldMkLst>
          <pc:docMk/>
          <pc:sldMk cId="3834488751" sldId="263"/>
        </pc:sldMkLst>
      </pc:sldChg>
      <pc:sldChg chg="modSp new">
        <pc:chgData name="Avinash Arun Chauhan" userId="S::avinash.chauhan@mahindrauniversity.edu.in::241b5f3e-36f4-4c61-9553-90e6a1c1b8a6" providerId="AD" clId="Web-{822BEDCB-A9D9-45DD-2BC9-6C39452F222B}" dt="2022-08-04T07:24:51.491" v="620" actId="20577"/>
        <pc:sldMkLst>
          <pc:docMk/>
          <pc:sldMk cId="3009557333" sldId="264"/>
        </pc:sldMkLst>
      </pc:sldChg>
    </pc:docChg>
  </pc:docChgLst>
  <pc:docChgLst>
    <pc:chgData clId="Web-{4853FC14-9A2F-F5CE-90AC-342A5EEDD2AF}"/>
    <pc:docChg chg="delSld">
      <pc:chgData name="" userId="" providerId="" clId="Web-{4853FC14-9A2F-F5CE-90AC-342A5EEDD2AF}" dt="2025-02-24T05:30:34.961" v="0"/>
      <pc:docMkLst>
        <pc:docMk/>
      </pc:docMkLst>
      <pc:sldChg chg="del">
        <pc:chgData name="" userId="" providerId="" clId="Web-{4853FC14-9A2F-F5CE-90AC-342A5EEDD2AF}" dt="2025-02-24T05:30:34.961" v="0"/>
        <pc:sldMkLst>
          <pc:docMk/>
          <pc:sldMk cId="3811169343" sldId="426"/>
        </pc:sldMkLst>
      </pc:sldChg>
    </pc:docChg>
  </pc:docChgLst>
  <pc:docChgLst>
    <pc:chgData name="Avinash Arun Chauhan" userId="S::avinash.chauhan@mahindrauniversity.edu.in::241b5f3e-36f4-4c61-9553-90e6a1c1b8a6" providerId="AD" clId="Web-{B1E70A6D-0DCA-40EB-B807-45ABDE8263EF}"/>
    <pc:docChg chg="addSld delSld modSld">
      <pc:chgData name="Avinash Arun Chauhan" userId="S::avinash.chauhan@mahindrauniversity.edu.in::241b5f3e-36f4-4c61-9553-90e6a1c1b8a6" providerId="AD" clId="Web-{B1E70A6D-0DCA-40EB-B807-45ABDE8263EF}" dt="2024-07-29T14:40:03.328" v="584" actId="20577"/>
      <pc:docMkLst>
        <pc:docMk/>
      </pc:docMkLst>
      <pc:sldChg chg="modSp">
        <pc:chgData name="Avinash Arun Chauhan" userId="S::avinash.chauhan@mahindrauniversity.edu.in::241b5f3e-36f4-4c61-9553-90e6a1c1b8a6" providerId="AD" clId="Web-{B1E70A6D-0DCA-40EB-B807-45ABDE8263EF}" dt="2024-07-29T14:38:15.169" v="533" actId="20577"/>
        <pc:sldMkLst>
          <pc:docMk/>
          <pc:sldMk cId="832602602" sldId="257"/>
        </pc:sldMkLst>
      </pc:sldChg>
      <pc:sldChg chg="modSp">
        <pc:chgData name="Avinash Arun Chauhan" userId="S::avinash.chauhan@mahindrauniversity.edu.in::241b5f3e-36f4-4c61-9553-90e6a1c1b8a6" providerId="AD" clId="Web-{B1E70A6D-0DCA-40EB-B807-45ABDE8263EF}" dt="2024-07-29T14:34:08.786" v="454" actId="14100"/>
        <pc:sldMkLst>
          <pc:docMk/>
          <pc:sldMk cId="3615545428" sldId="259"/>
        </pc:sldMkLst>
      </pc:sldChg>
      <pc:sldChg chg="modSp del">
        <pc:chgData name="Avinash Arun Chauhan" userId="S::avinash.chauhan@mahindrauniversity.edu.in::241b5f3e-36f4-4c61-9553-90e6a1c1b8a6" providerId="AD" clId="Web-{B1E70A6D-0DCA-40EB-B807-45ABDE8263EF}" dt="2024-07-29T14:34:32.177" v="455"/>
        <pc:sldMkLst>
          <pc:docMk/>
          <pc:sldMk cId="665632959" sldId="260"/>
        </pc:sldMkLst>
      </pc:sldChg>
      <pc:sldChg chg="modSp">
        <pc:chgData name="Avinash Arun Chauhan" userId="S::avinash.chauhan@mahindrauniversity.edu.in::241b5f3e-36f4-4c61-9553-90e6a1c1b8a6" providerId="AD" clId="Web-{B1E70A6D-0DCA-40EB-B807-45ABDE8263EF}" dt="2024-07-29T14:21:08.964" v="2" actId="20577"/>
        <pc:sldMkLst>
          <pc:docMk/>
          <pc:sldMk cId="934216185" sldId="268"/>
        </pc:sldMkLst>
      </pc:sldChg>
      <pc:sldChg chg="del">
        <pc:chgData name="Avinash Arun Chauhan" userId="S::avinash.chauhan@mahindrauniversity.edu.in::241b5f3e-36f4-4c61-9553-90e6a1c1b8a6" providerId="AD" clId="Web-{B1E70A6D-0DCA-40EB-B807-45ABDE8263EF}" dt="2024-07-29T14:34:48.615" v="456"/>
        <pc:sldMkLst>
          <pc:docMk/>
          <pc:sldMk cId="720993746" sldId="271"/>
        </pc:sldMkLst>
      </pc:sldChg>
      <pc:sldChg chg="modSp">
        <pc:chgData name="Avinash Arun Chauhan" userId="S::avinash.chauhan@mahindrauniversity.edu.in::241b5f3e-36f4-4c61-9553-90e6a1c1b8a6" providerId="AD" clId="Web-{B1E70A6D-0DCA-40EB-B807-45ABDE8263EF}" dt="2024-07-29T14:24:17.157" v="25" actId="20577"/>
        <pc:sldMkLst>
          <pc:docMk/>
          <pc:sldMk cId="1482878579" sldId="272"/>
        </pc:sldMkLst>
      </pc:sldChg>
      <pc:sldChg chg="modSp">
        <pc:chgData name="Avinash Arun Chauhan" userId="S::avinash.chauhan@mahindrauniversity.edu.in::241b5f3e-36f4-4c61-9553-90e6a1c1b8a6" providerId="AD" clId="Web-{B1E70A6D-0DCA-40EB-B807-45ABDE8263EF}" dt="2024-07-29T14:40:03.328" v="584" actId="20577"/>
        <pc:sldMkLst>
          <pc:docMk/>
          <pc:sldMk cId="2029719128" sldId="274"/>
        </pc:sldMkLst>
      </pc:sldChg>
      <pc:sldChg chg="modSp add replId">
        <pc:chgData name="Avinash Arun Chauhan" userId="S::avinash.chauhan@mahindrauniversity.edu.in::241b5f3e-36f4-4c61-9553-90e6a1c1b8a6" providerId="AD" clId="Web-{B1E70A6D-0DCA-40EB-B807-45ABDE8263EF}" dt="2024-07-29T14:38:49.560" v="554" actId="20577"/>
        <pc:sldMkLst>
          <pc:docMk/>
          <pc:sldMk cId="3140380364" sldId="277"/>
        </pc:sldMkLst>
      </pc:sldChg>
      <pc:sldChg chg="modSp add replId">
        <pc:chgData name="Avinash Arun Chauhan" userId="S::avinash.chauhan@mahindrauniversity.edu.in::241b5f3e-36f4-4c61-9553-90e6a1c1b8a6" providerId="AD" clId="Web-{B1E70A6D-0DCA-40EB-B807-45ABDE8263EF}" dt="2024-07-29T14:36:48.760" v="490" actId="20577"/>
        <pc:sldMkLst>
          <pc:docMk/>
          <pc:sldMk cId="1186293514" sldId="278"/>
        </pc:sldMkLst>
      </pc:sldChg>
    </pc:docChg>
  </pc:docChgLst>
  <pc:docChgLst>
    <pc:chgData name="Avinash Arun Chauhan" userId="S::avinash.chauhan@mahindrauniversity.edu.in::241b5f3e-36f4-4c61-9553-90e6a1c1b8a6" providerId="AD" clId="Web-{310FFAC4-1AA7-C781-B2BF-45442C7B0B6E}"/>
    <pc:docChg chg="modSld sldOrd">
      <pc:chgData name="Avinash Arun Chauhan" userId="S::avinash.chauhan@mahindrauniversity.edu.in::241b5f3e-36f4-4c61-9553-90e6a1c1b8a6" providerId="AD" clId="Web-{310FFAC4-1AA7-C781-B2BF-45442C7B0B6E}" dt="2025-01-28T08:15:37.598" v="425"/>
      <pc:docMkLst>
        <pc:docMk/>
      </pc:docMkLst>
      <pc:sldChg chg="ord">
        <pc:chgData name="Avinash Arun Chauhan" userId="S::avinash.chauhan@mahindrauniversity.edu.in::241b5f3e-36f4-4c61-9553-90e6a1c1b8a6" providerId="AD" clId="Web-{310FFAC4-1AA7-C781-B2BF-45442C7B0B6E}" dt="2025-01-28T08:15:37.598" v="425"/>
        <pc:sldMkLst>
          <pc:docMk/>
          <pc:sldMk cId="3401666456" sldId="356"/>
        </pc:sldMkLst>
      </pc:sldChg>
      <pc:sldChg chg="addSp modSp">
        <pc:chgData name="Avinash Arun Chauhan" userId="S::avinash.chauhan@mahindrauniversity.edu.in::241b5f3e-36f4-4c61-9553-90e6a1c1b8a6" providerId="AD" clId="Web-{310FFAC4-1AA7-C781-B2BF-45442C7B0B6E}" dt="2025-01-28T08:14:56.831" v="424" actId="1076"/>
        <pc:sldMkLst>
          <pc:docMk/>
          <pc:sldMk cId="4056035360" sldId="357"/>
        </pc:sldMkLst>
      </pc:sldChg>
    </pc:docChg>
  </pc:docChgLst>
  <pc:docChgLst>
    <pc:chgData name="Avinash Arun Chauhan" userId="S::avinash.chauhan@mahindrauniversity.edu.in::241b5f3e-36f4-4c61-9553-90e6a1c1b8a6" providerId="AD" clId="Web-{244A258A-7F5D-44AC-4085-3F7FC74B62DB}"/>
    <pc:docChg chg="addSld modSld sldOrd">
      <pc:chgData name="Avinash Arun Chauhan" userId="S::avinash.chauhan@mahindrauniversity.edu.in::241b5f3e-36f4-4c61-9553-90e6a1c1b8a6" providerId="AD" clId="Web-{244A258A-7F5D-44AC-4085-3F7FC74B62DB}" dt="2025-02-03T13:40:04.928" v="873" actId="20577"/>
      <pc:docMkLst>
        <pc:docMk/>
      </pc:docMkLst>
      <pc:sldChg chg="modSp">
        <pc:chgData name="Avinash Arun Chauhan" userId="S::avinash.chauhan@mahindrauniversity.edu.in::241b5f3e-36f4-4c61-9553-90e6a1c1b8a6" providerId="AD" clId="Web-{244A258A-7F5D-44AC-4085-3F7FC74B62DB}" dt="2025-02-03T12:38:05.650" v="8" actId="20577"/>
        <pc:sldMkLst>
          <pc:docMk/>
          <pc:sldMk cId="3662289297" sldId="343"/>
        </pc:sldMkLst>
      </pc:sldChg>
      <pc:sldChg chg="ord">
        <pc:chgData name="Avinash Arun Chauhan" userId="S::avinash.chauhan@mahindrauniversity.edu.in::241b5f3e-36f4-4c61-9553-90e6a1c1b8a6" providerId="AD" clId="Web-{244A258A-7F5D-44AC-4085-3F7FC74B62DB}" dt="2025-02-03T13:38:14.768" v="811"/>
        <pc:sldMkLst>
          <pc:docMk/>
          <pc:sldMk cId="1331974274" sldId="396"/>
        </pc:sldMkLst>
      </pc:sldChg>
      <pc:sldChg chg="modSp add replId">
        <pc:chgData name="Avinash Arun Chauhan" userId="S::avinash.chauhan@mahindrauniversity.edu.in::241b5f3e-36f4-4c61-9553-90e6a1c1b8a6" providerId="AD" clId="Web-{244A258A-7F5D-44AC-4085-3F7FC74B62DB}" dt="2025-02-03T12:42:29.469" v="347" actId="20577"/>
        <pc:sldMkLst>
          <pc:docMk/>
          <pc:sldMk cId="2054758623" sldId="398"/>
        </pc:sldMkLst>
      </pc:sldChg>
      <pc:sldChg chg="modSp add replId modNotes">
        <pc:chgData name="Avinash Arun Chauhan" userId="S::avinash.chauhan@mahindrauniversity.edu.in::241b5f3e-36f4-4c61-9553-90e6a1c1b8a6" providerId="AD" clId="Web-{244A258A-7F5D-44AC-4085-3F7FC74B62DB}" dt="2025-02-03T13:29:52.015" v="720"/>
        <pc:sldMkLst>
          <pc:docMk/>
          <pc:sldMk cId="2651303011" sldId="399"/>
        </pc:sldMkLst>
      </pc:sldChg>
      <pc:sldChg chg="modSp add ord replId">
        <pc:chgData name="Avinash Arun Chauhan" userId="S::avinash.chauhan@mahindrauniversity.edu.in::241b5f3e-36f4-4c61-9553-90e6a1c1b8a6" providerId="AD" clId="Web-{244A258A-7F5D-44AC-4085-3F7FC74B62DB}" dt="2025-02-03T13:34:00.915" v="775" actId="20577"/>
        <pc:sldMkLst>
          <pc:docMk/>
          <pc:sldMk cId="3219962969" sldId="400"/>
        </pc:sldMkLst>
      </pc:sldChg>
      <pc:sldChg chg="modSp add replId">
        <pc:chgData name="Avinash Arun Chauhan" userId="S::avinash.chauhan@mahindrauniversity.edu.in::241b5f3e-36f4-4c61-9553-90e6a1c1b8a6" providerId="AD" clId="Web-{244A258A-7F5D-44AC-4085-3F7FC74B62DB}" dt="2025-02-03T13:35:55.934" v="793" actId="20577"/>
        <pc:sldMkLst>
          <pc:docMk/>
          <pc:sldMk cId="675903330" sldId="401"/>
        </pc:sldMkLst>
      </pc:sldChg>
      <pc:sldChg chg="modSp add replId">
        <pc:chgData name="Avinash Arun Chauhan" userId="S::avinash.chauhan@mahindrauniversity.edu.in::241b5f3e-36f4-4c61-9553-90e6a1c1b8a6" providerId="AD" clId="Web-{244A258A-7F5D-44AC-4085-3F7FC74B62DB}" dt="2025-02-03T13:36:50.936" v="800" actId="20577"/>
        <pc:sldMkLst>
          <pc:docMk/>
          <pc:sldMk cId="2868279875" sldId="402"/>
        </pc:sldMkLst>
      </pc:sldChg>
      <pc:sldChg chg="modSp add replId">
        <pc:chgData name="Avinash Arun Chauhan" userId="S::avinash.chauhan@mahindrauniversity.edu.in::241b5f3e-36f4-4c61-9553-90e6a1c1b8a6" providerId="AD" clId="Web-{244A258A-7F5D-44AC-4085-3F7FC74B62DB}" dt="2025-02-03T13:37:30.532" v="808" actId="20577"/>
        <pc:sldMkLst>
          <pc:docMk/>
          <pc:sldMk cId="1531576171" sldId="403"/>
        </pc:sldMkLst>
      </pc:sldChg>
      <pc:sldChg chg="modSp add ord replId">
        <pc:chgData name="Avinash Arun Chauhan" userId="S::avinash.chauhan@mahindrauniversity.edu.in::241b5f3e-36f4-4c61-9553-90e6a1c1b8a6" providerId="AD" clId="Web-{244A258A-7F5D-44AC-4085-3F7FC74B62DB}" dt="2025-02-03T13:40:04.928" v="873" actId="20577"/>
        <pc:sldMkLst>
          <pc:docMk/>
          <pc:sldMk cId="3884221527" sldId="404"/>
        </pc:sldMkLst>
      </pc:sldChg>
    </pc:docChg>
  </pc:docChgLst>
  <pc:docChgLst>
    <pc:chgData name="Avinash Arun Chauhan" userId="S::avinash.chauhan@mahindrauniversity.edu.in::241b5f3e-36f4-4c61-9553-90e6a1c1b8a6" providerId="AD" clId="Web-{2ED3F49D-262E-3DFB-EBE8-526F6BA12D23}"/>
    <pc:docChg chg="addSld delSld modSld sldOrd">
      <pc:chgData name="Avinash Arun Chauhan" userId="S::avinash.chauhan@mahindrauniversity.edu.in::241b5f3e-36f4-4c61-9553-90e6a1c1b8a6" providerId="AD" clId="Web-{2ED3F49D-262E-3DFB-EBE8-526F6BA12D23}" dt="2025-04-01T07:06:16.324" v="138" actId="20577"/>
      <pc:docMkLst>
        <pc:docMk/>
      </pc:docMkLst>
      <pc:sldChg chg="modSp">
        <pc:chgData name="Avinash Arun Chauhan" userId="S::avinash.chauhan@mahindrauniversity.edu.in::241b5f3e-36f4-4c61-9553-90e6a1c1b8a6" providerId="AD" clId="Web-{2ED3F49D-262E-3DFB-EBE8-526F6BA12D23}" dt="2025-04-01T06:58:58.089" v="44" actId="20577"/>
        <pc:sldMkLst>
          <pc:docMk/>
          <pc:sldMk cId="3060705436" sldId="578"/>
        </pc:sldMkLst>
        <pc:spChg chg="mod">
          <ac:chgData name="Avinash Arun Chauhan" userId="S::avinash.chauhan@mahindrauniversity.edu.in::241b5f3e-36f4-4c61-9553-90e6a1c1b8a6" providerId="AD" clId="Web-{2ED3F49D-262E-3DFB-EBE8-526F6BA12D23}" dt="2025-04-01T06:58:58.089" v="44" actId="20577"/>
          <ac:spMkLst>
            <pc:docMk/>
            <pc:sldMk cId="3060705436" sldId="578"/>
            <ac:spMk id="3" creationId="{D2F75FF2-1B1C-4A68-E1FC-8B090AB0BF92}"/>
          </ac:spMkLst>
        </pc:spChg>
      </pc:sldChg>
      <pc:sldChg chg="modSp">
        <pc:chgData name="Avinash Arun Chauhan" userId="S::avinash.chauhan@mahindrauniversity.edu.in::241b5f3e-36f4-4c61-9553-90e6a1c1b8a6" providerId="AD" clId="Web-{2ED3F49D-262E-3DFB-EBE8-526F6BA12D23}" dt="2025-04-01T07:00:17.405" v="50" actId="20577"/>
        <pc:sldMkLst>
          <pc:docMk/>
          <pc:sldMk cId="2070251572" sldId="581"/>
        </pc:sldMkLst>
        <pc:spChg chg="mod">
          <ac:chgData name="Avinash Arun Chauhan" userId="S::avinash.chauhan@mahindrauniversity.edu.in::241b5f3e-36f4-4c61-9553-90e6a1c1b8a6" providerId="AD" clId="Web-{2ED3F49D-262E-3DFB-EBE8-526F6BA12D23}" dt="2025-04-01T07:00:17.405" v="50" actId="20577"/>
          <ac:spMkLst>
            <pc:docMk/>
            <pc:sldMk cId="2070251572" sldId="581"/>
            <ac:spMk id="3" creationId="{6AE993DF-A407-6584-94C9-2332550B43FB}"/>
          </ac:spMkLst>
        </pc:spChg>
      </pc:sldChg>
      <pc:sldChg chg="modSp">
        <pc:chgData name="Avinash Arun Chauhan" userId="S::avinash.chauhan@mahindrauniversity.edu.in::241b5f3e-36f4-4c61-9553-90e6a1c1b8a6" providerId="AD" clId="Web-{2ED3F49D-262E-3DFB-EBE8-526F6BA12D23}" dt="2025-04-01T07:02:06.190" v="62" actId="20577"/>
        <pc:sldMkLst>
          <pc:docMk/>
          <pc:sldMk cId="594482825" sldId="583"/>
        </pc:sldMkLst>
        <pc:spChg chg="mod">
          <ac:chgData name="Avinash Arun Chauhan" userId="S::avinash.chauhan@mahindrauniversity.edu.in::241b5f3e-36f4-4c61-9553-90e6a1c1b8a6" providerId="AD" clId="Web-{2ED3F49D-262E-3DFB-EBE8-526F6BA12D23}" dt="2025-04-01T07:02:06.190" v="62" actId="20577"/>
          <ac:spMkLst>
            <pc:docMk/>
            <pc:sldMk cId="594482825" sldId="583"/>
            <ac:spMk id="3" creationId="{0310DB07-F92D-6EC6-0F60-F7A09683A8BA}"/>
          </ac:spMkLst>
        </pc:spChg>
      </pc:sldChg>
      <pc:sldChg chg="modSp add ord replId">
        <pc:chgData name="Avinash Arun Chauhan" userId="S::avinash.chauhan@mahindrauniversity.edu.in::241b5f3e-36f4-4c61-9553-90e6a1c1b8a6" providerId="AD" clId="Web-{2ED3F49D-262E-3DFB-EBE8-526F6BA12D23}" dt="2025-04-01T07:04:24.883" v="74" actId="20577"/>
        <pc:sldMkLst>
          <pc:docMk/>
          <pc:sldMk cId="89438453" sldId="589"/>
        </pc:sldMkLst>
        <pc:spChg chg="mod">
          <ac:chgData name="Avinash Arun Chauhan" userId="S::avinash.chauhan@mahindrauniversity.edu.in::241b5f3e-36f4-4c61-9553-90e6a1c1b8a6" providerId="AD" clId="Web-{2ED3F49D-262E-3DFB-EBE8-526F6BA12D23}" dt="2025-04-01T07:04:24.883" v="74" actId="20577"/>
          <ac:spMkLst>
            <pc:docMk/>
            <pc:sldMk cId="89438453" sldId="589"/>
            <ac:spMk id="3" creationId="{7A369B04-E809-1254-2A71-5F5A3411E45B}"/>
          </ac:spMkLst>
        </pc:spChg>
      </pc:sldChg>
      <pc:sldChg chg="modSp add replId">
        <pc:chgData name="Avinash Arun Chauhan" userId="S::avinash.chauhan@mahindrauniversity.edu.in::241b5f3e-36f4-4c61-9553-90e6a1c1b8a6" providerId="AD" clId="Web-{2ED3F49D-262E-3DFB-EBE8-526F6BA12D23}" dt="2025-04-01T07:05:52.761" v="130" actId="20577"/>
        <pc:sldMkLst>
          <pc:docMk/>
          <pc:sldMk cId="3444865380" sldId="590"/>
        </pc:sldMkLst>
        <pc:spChg chg="mod">
          <ac:chgData name="Avinash Arun Chauhan" userId="S::avinash.chauhan@mahindrauniversity.edu.in::241b5f3e-36f4-4c61-9553-90e6a1c1b8a6" providerId="AD" clId="Web-{2ED3F49D-262E-3DFB-EBE8-526F6BA12D23}" dt="2025-04-01T07:04:49.071" v="82" actId="20577"/>
          <ac:spMkLst>
            <pc:docMk/>
            <pc:sldMk cId="3444865380" sldId="590"/>
            <ac:spMk id="2" creationId="{789AD2A8-9986-CFEA-ABCD-D4731C470283}"/>
          </ac:spMkLst>
        </pc:spChg>
        <pc:spChg chg="mod">
          <ac:chgData name="Avinash Arun Chauhan" userId="S::avinash.chauhan@mahindrauniversity.edu.in::241b5f3e-36f4-4c61-9553-90e6a1c1b8a6" providerId="AD" clId="Web-{2ED3F49D-262E-3DFB-EBE8-526F6BA12D23}" dt="2025-04-01T07:05:52.761" v="130" actId="20577"/>
          <ac:spMkLst>
            <pc:docMk/>
            <pc:sldMk cId="3444865380" sldId="590"/>
            <ac:spMk id="3" creationId="{AAF291D0-0B66-9B72-E375-37FAAFD0A785}"/>
          </ac:spMkLst>
        </pc:spChg>
      </pc:sldChg>
      <pc:sldChg chg="add del replId">
        <pc:chgData name="Avinash Arun Chauhan" userId="S::avinash.chauhan@mahindrauniversity.edu.in::241b5f3e-36f4-4c61-9553-90e6a1c1b8a6" providerId="AD" clId="Web-{2ED3F49D-262E-3DFB-EBE8-526F6BA12D23}" dt="2025-04-01T07:05:32.166" v="118"/>
        <pc:sldMkLst>
          <pc:docMk/>
          <pc:sldMk cId="335721941" sldId="591"/>
        </pc:sldMkLst>
      </pc:sldChg>
      <pc:sldChg chg="modSp add replId">
        <pc:chgData name="Avinash Arun Chauhan" userId="S::avinash.chauhan@mahindrauniversity.edu.in::241b5f3e-36f4-4c61-9553-90e6a1c1b8a6" providerId="AD" clId="Web-{2ED3F49D-262E-3DFB-EBE8-526F6BA12D23}" dt="2025-04-01T07:06:16.324" v="138" actId="20577"/>
        <pc:sldMkLst>
          <pc:docMk/>
          <pc:sldMk cId="3237086738" sldId="591"/>
        </pc:sldMkLst>
        <pc:spChg chg="mod">
          <ac:chgData name="Avinash Arun Chauhan" userId="S::avinash.chauhan@mahindrauniversity.edu.in::241b5f3e-36f4-4c61-9553-90e6a1c1b8a6" providerId="AD" clId="Web-{2ED3F49D-262E-3DFB-EBE8-526F6BA12D23}" dt="2025-04-01T07:06:16.324" v="138" actId="20577"/>
          <ac:spMkLst>
            <pc:docMk/>
            <pc:sldMk cId="3237086738" sldId="591"/>
            <ac:spMk id="3" creationId="{A8106FEE-EA22-055D-D6C0-72A0AF6F3A14}"/>
          </ac:spMkLst>
        </pc:spChg>
      </pc:sldChg>
    </pc:docChg>
  </pc:docChgLst>
  <pc:docChgLst>
    <pc:chgData clId="Web-{95E5A7F3-C103-A91A-33FD-D47FA384885D}"/>
    <pc:docChg chg="modSld">
      <pc:chgData name="" userId="" providerId="" clId="Web-{95E5A7F3-C103-A91A-33FD-D47FA384885D}" dt="2024-07-30T14:34:24.483" v="9" actId="20577"/>
      <pc:docMkLst>
        <pc:docMk/>
      </pc:docMkLst>
      <pc:sldChg chg="modSp">
        <pc:chgData name="" userId="" providerId="" clId="Web-{95E5A7F3-C103-A91A-33FD-D47FA384885D}" dt="2024-07-30T14:34:24.483" v="9" actId="20577"/>
        <pc:sldMkLst>
          <pc:docMk/>
          <pc:sldMk cId="2029719128" sldId="274"/>
        </pc:sldMkLst>
      </pc:sldChg>
    </pc:docChg>
  </pc:docChgLst>
  <pc:docChgLst>
    <pc:chgData name="Avinash Arun Chauhan" userId="S::avinash.chauhan@mahindrauniversity.edu.in::241b5f3e-36f4-4c61-9553-90e6a1c1b8a6" providerId="AD" clId="Web-{E42FA930-B018-1D76-831B-6437126AF23D}"/>
    <pc:docChg chg="delSld modSld">
      <pc:chgData name="Avinash Arun Chauhan" userId="S::avinash.chauhan@mahindrauniversity.edu.in::241b5f3e-36f4-4c61-9553-90e6a1c1b8a6" providerId="AD" clId="Web-{E42FA930-B018-1D76-831B-6437126AF23D}" dt="2025-03-03T08:33:07.308" v="25" actId="20577"/>
      <pc:docMkLst>
        <pc:docMk/>
      </pc:docMkLst>
      <pc:sldChg chg="modSp">
        <pc:chgData name="Avinash Arun Chauhan" userId="S::avinash.chauhan@mahindrauniversity.edu.in::241b5f3e-36f4-4c61-9553-90e6a1c1b8a6" providerId="AD" clId="Web-{E42FA930-B018-1D76-831B-6437126AF23D}" dt="2025-03-03T08:07:48.971" v="1" actId="20577"/>
        <pc:sldMkLst>
          <pc:docMk/>
          <pc:sldMk cId="3811169343" sldId="426"/>
        </pc:sldMkLst>
        <pc:spChg chg="mod">
          <ac:chgData name="Avinash Arun Chauhan" userId="S::avinash.chauhan@mahindrauniversity.edu.in::241b5f3e-36f4-4c61-9553-90e6a1c1b8a6" providerId="AD" clId="Web-{E42FA930-B018-1D76-831B-6437126AF23D}" dt="2025-03-03T08:07:48.971" v="1"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E42FA930-B018-1D76-831B-6437126AF23D}" dt="2025-03-03T08:10:01.423" v="15" actId="20577"/>
        <pc:sldMkLst>
          <pc:docMk/>
          <pc:sldMk cId="1929007449" sldId="449"/>
        </pc:sldMkLst>
        <pc:spChg chg="mod">
          <ac:chgData name="Avinash Arun Chauhan" userId="S::avinash.chauhan@mahindrauniversity.edu.in::241b5f3e-36f4-4c61-9553-90e6a1c1b8a6" providerId="AD" clId="Web-{E42FA930-B018-1D76-831B-6437126AF23D}" dt="2025-03-03T08:10:01.423" v="15" actId="20577"/>
          <ac:spMkLst>
            <pc:docMk/>
            <pc:sldMk cId="1929007449" sldId="449"/>
            <ac:spMk id="3" creationId="{167220CA-E969-0C11-4B20-1B5E88FEAD25}"/>
          </ac:spMkLst>
        </pc:spChg>
      </pc:sldChg>
      <pc:sldChg chg="modSp">
        <pc:chgData name="Avinash Arun Chauhan" userId="S::avinash.chauhan@mahindrauniversity.edu.in::241b5f3e-36f4-4c61-9553-90e6a1c1b8a6" providerId="AD" clId="Web-{E42FA930-B018-1D76-831B-6437126AF23D}" dt="2025-03-03T08:33:07.308" v="25" actId="20577"/>
        <pc:sldMkLst>
          <pc:docMk/>
          <pc:sldMk cId="3644058412" sldId="478"/>
        </pc:sldMkLst>
        <pc:spChg chg="mod">
          <ac:chgData name="Avinash Arun Chauhan" userId="S::avinash.chauhan@mahindrauniversity.edu.in::241b5f3e-36f4-4c61-9553-90e6a1c1b8a6" providerId="AD" clId="Web-{E42FA930-B018-1D76-831B-6437126AF23D}" dt="2025-03-03T08:33:07.308" v="25" actId="20577"/>
          <ac:spMkLst>
            <pc:docMk/>
            <pc:sldMk cId="3644058412" sldId="478"/>
            <ac:spMk id="3" creationId="{993994D3-81D1-082B-C635-DEA69D46E23E}"/>
          </ac:spMkLst>
        </pc:spChg>
      </pc:sldChg>
      <pc:sldChg chg="del">
        <pc:chgData name="Avinash Arun Chauhan" userId="S::avinash.chauhan@mahindrauniversity.edu.in::241b5f3e-36f4-4c61-9553-90e6a1c1b8a6" providerId="AD" clId="Web-{E42FA930-B018-1D76-831B-6437126AF23D}" dt="2025-03-03T08:31:14.137" v="16"/>
        <pc:sldMkLst>
          <pc:docMk/>
          <pc:sldMk cId="1601459820" sldId="481"/>
        </pc:sldMkLst>
      </pc:sldChg>
    </pc:docChg>
  </pc:docChgLst>
  <pc:docChgLst>
    <pc:chgData name="Avinash Arun Chauhan" userId="S::avinash.chauhan@mahindrauniversity.edu.in::241b5f3e-36f4-4c61-9553-90e6a1c1b8a6" providerId="AD" clId="Web-{44998CAC-3D99-D36A-8576-A8D07763E87F}"/>
    <pc:docChg chg="modSld">
      <pc:chgData name="Avinash Arun Chauhan" userId="S::avinash.chauhan@mahindrauniversity.edu.in::241b5f3e-36f4-4c61-9553-90e6a1c1b8a6" providerId="AD" clId="Web-{44998CAC-3D99-D36A-8576-A8D07763E87F}" dt="2025-03-16T11:48:36.933" v="8" actId="20577"/>
      <pc:docMkLst>
        <pc:docMk/>
      </pc:docMkLst>
      <pc:sldChg chg="modSp">
        <pc:chgData name="Avinash Arun Chauhan" userId="S::avinash.chauhan@mahindrauniversity.edu.in::241b5f3e-36f4-4c61-9553-90e6a1c1b8a6" providerId="AD" clId="Web-{44998CAC-3D99-D36A-8576-A8D07763E87F}" dt="2025-03-16T11:48:36.933" v="8" actId="20577"/>
        <pc:sldMkLst>
          <pc:docMk/>
          <pc:sldMk cId="4274453463" sldId="540"/>
        </pc:sldMkLst>
        <pc:spChg chg="mod">
          <ac:chgData name="Avinash Arun Chauhan" userId="S::avinash.chauhan@mahindrauniversity.edu.in::241b5f3e-36f4-4c61-9553-90e6a1c1b8a6" providerId="AD" clId="Web-{44998CAC-3D99-D36A-8576-A8D07763E87F}" dt="2025-03-16T11:48:36.933" v="8" actId="20577"/>
          <ac:spMkLst>
            <pc:docMk/>
            <pc:sldMk cId="4274453463" sldId="540"/>
            <ac:spMk id="2" creationId="{3E74C8EA-ACA3-D12C-A4C1-ADC3636814F7}"/>
          </ac:spMkLst>
        </pc:spChg>
      </pc:sldChg>
    </pc:docChg>
  </pc:docChgLst>
  <pc:docChgLst>
    <pc:chgData name="Avinash Arun Chauhan" userId="S::avinash.chauhan@mahindrauniversity.edu.in::241b5f3e-36f4-4c61-9553-90e6a1c1b8a6" providerId="AD" clId="Web-{D07CDF20-84E1-5FAC-BD08-582113BC5494}"/>
    <pc:docChg chg="addSld delSld modSld">
      <pc:chgData name="Avinash Arun Chauhan" userId="S::avinash.chauhan@mahindrauniversity.edu.in::241b5f3e-36f4-4c61-9553-90e6a1c1b8a6" providerId="AD" clId="Web-{D07CDF20-84E1-5FAC-BD08-582113BC5494}" dt="2022-08-16T10:48:35.249" v="302" actId="20577"/>
      <pc:docMkLst>
        <pc:docMk/>
      </pc:docMkLst>
      <pc:sldChg chg="modSp">
        <pc:chgData name="Avinash Arun Chauhan" userId="S::avinash.chauhan@mahindrauniversity.edu.in::241b5f3e-36f4-4c61-9553-90e6a1c1b8a6" providerId="AD" clId="Web-{D07CDF20-84E1-5FAC-BD08-582113BC5494}" dt="2022-08-16T07:01:33.689" v="95" actId="20577"/>
        <pc:sldMkLst>
          <pc:docMk/>
          <pc:sldMk cId="3131259695" sldId="258"/>
        </pc:sldMkLst>
      </pc:sldChg>
      <pc:sldChg chg="modSp">
        <pc:chgData name="Avinash Arun Chauhan" userId="S::avinash.chauhan@mahindrauniversity.edu.in::241b5f3e-36f4-4c61-9553-90e6a1c1b8a6" providerId="AD" clId="Web-{D07CDF20-84E1-5FAC-BD08-582113BC5494}" dt="2022-08-16T10:48:35.249" v="302" actId="20577"/>
        <pc:sldMkLst>
          <pc:docMk/>
          <pc:sldMk cId="3615545428" sldId="259"/>
        </pc:sldMkLst>
      </pc:sldChg>
      <pc:sldChg chg="modSp">
        <pc:chgData name="Avinash Arun Chauhan" userId="S::avinash.chauhan@mahindrauniversity.edu.in::241b5f3e-36f4-4c61-9553-90e6a1c1b8a6" providerId="AD" clId="Web-{D07CDF20-84E1-5FAC-BD08-582113BC5494}" dt="2022-08-16T06:12:40.684" v="11" actId="20577"/>
        <pc:sldMkLst>
          <pc:docMk/>
          <pc:sldMk cId="3834488751" sldId="263"/>
        </pc:sldMkLst>
      </pc:sldChg>
      <pc:sldChg chg="addSp modSp new">
        <pc:chgData name="Avinash Arun Chauhan" userId="S::avinash.chauhan@mahindrauniversity.edu.in::241b5f3e-36f4-4c61-9553-90e6a1c1b8a6" providerId="AD" clId="Web-{D07CDF20-84E1-5FAC-BD08-582113BC5494}" dt="2022-08-16T06:44:51.309" v="61" actId="1076"/>
        <pc:sldMkLst>
          <pc:docMk/>
          <pc:sldMk cId="3445711273" sldId="267"/>
        </pc:sldMkLst>
      </pc:sldChg>
      <pc:sldChg chg="delSp new del">
        <pc:chgData name="Avinash Arun Chauhan" userId="S::avinash.chauhan@mahindrauniversity.edu.in::241b5f3e-36f4-4c61-9553-90e6a1c1b8a6" providerId="AD" clId="Web-{D07CDF20-84E1-5FAC-BD08-582113BC5494}" dt="2022-08-16T06:12:07.637" v="2"/>
        <pc:sldMkLst>
          <pc:docMk/>
          <pc:sldMk cId="3533583446" sldId="267"/>
        </pc:sldMkLst>
      </pc:sldChg>
    </pc:docChg>
  </pc:docChgLst>
  <pc:docChgLst>
    <pc:chgData name="Avinash Arun Chauhan" userId="S::avinash.chauhan@mahindrauniversity.edu.in::241b5f3e-36f4-4c61-9553-90e6a1c1b8a6" providerId="AD" clId="Web-{14D6D849-FC23-BAE9-E7F1-485AB1F40E92}"/>
    <pc:docChg chg="addSld modSld">
      <pc:chgData name="Avinash Arun Chauhan" userId="S::avinash.chauhan@mahindrauniversity.edu.in::241b5f3e-36f4-4c61-9553-90e6a1c1b8a6" providerId="AD" clId="Web-{14D6D849-FC23-BAE9-E7F1-485AB1F40E92}" dt="2025-02-25T05:34:45.637" v="646" actId="1076"/>
      <pc:docMkLst>
        <pc:docMk/>
      </pc:docMkLst>
      <pc:sldChg chg="modSp add replId">
        <pc:chgData name="Avinash Arun Chauhan" userId="S::avinash.chauhan@mahindrauniversity.edu.in::241b5f3e-36f4-4c61-9553-90e6a1c1b8a6" providerId="AD" clId="Web-{14D6D849-FC23-BAE9-E7F1-485AB1F40E92}" dt="2025-02-25T05:17:47.737" v="190" actId="20577"/>
        <pc:sldMkLst>
          <pc:docMk/>
          <pc:sldMk cId="1547259945" sldId="450"/>
        </pc:sldMkLst>
        <pc:spChg chg="mod">
          <ac:chgData name="Avinash Arun Chauhan" userId="S::avinash.chauhan@mahindrauniversity.edu.in::241b5f3e-36f4-4c61-9553-90e6a1c1b8a6" providerId="AD" clId="Web-{14D6D849-FC23-BAE9-E7F1-485AB1F40E92}" dt="2025-02-25T05:14:08.057" v="14" actId="20577"/>
          <ac:spMkLst>
            <pc:docMk/>
            <pc:sldMk cId="1547259945" sldId="450"/>
            <ac:spMk id="2" creationId="{6C6A0732-688A-B530-0B87-6EDCEB03FD54}"/>
          </ac:spMkLst>
        </pc:spChg>
        <pc:spChg chg="mod">
          <ac:chgData name="Avinash Arun Chauhan" userId="S::avinash.chauhan@mahindrauniversity.edu.in::241b5f3e-36f4-4c61-9553-90e6a1c1b8a6" providerId="AD" clId="Web-{14D6D849-FC23-BAE9-E7F1-485AB1F40E92}" dt="2025-02-25T05:17:47.737" v="190" actId="20577"/>
          <ac:spMkLst>
            <pc:docMk/>
            <pc:sldMk cId="1547259945" sldId="450"/>
            <ac:spMk id="3" creationId="{35ED2F53-1304-99AB-504A-F87136F1B587}"/>
          </ac:spMkLst>
        </pc:spChg>
      </pc:sldChg>
      <pc:sldChg chg="modSp add replId">
        <pc:chgData name="Avinash Arun Chauhan" userId="S::avinash.chauhan@mahindrauniversity.edu.in::241b5f3e-36f4-4c61-9553-90e6a1c1b8a6" providerId="AD" clId="Web-{14D6D849-FC23-BAE9-E7F1-485AB1F40E92}" dt="2025-02-25T05:24:05.424" v="617" actId="20577"/>
        <pc:sldMkLst>
          <pc:docMk/>
          <pc:sldMk cId="1257462275" sldId="451"/>
        </pc:sldMkLst>
        <pc:spChg chg="mod">
          <ac:chgData name="Avinash Arun Chauhan" userId="S::avinash.chauhan@mahindrauniversity.edu.in::241b5f3e-36f4-4c61-9553-90e6a1c1b8a6" providerId="AD" clId="Web-{14D6D849-FC23-BAE9-E7F1-485AB1F40E92}" dt="2025-02-25T05:24:05.424" v="617" actId="20577"/>
          <ac:spMkLst>
            <pc:docMk/>
            <pc:sldMk cId="1257462275" sldId="451"/>
            <ac:spMk id="3" creationId="{D723B647-E000-FF48-8207-2C1A0A765E54}"/>
          </ac:spMkLst>
        </pc:spChg>
      </pc:sldChg>
      <pc:sldChg chg="addSp delSp modSp add replId">
        <pc:chgData name="Avinash Arun Chauhan" userId="S::avinash.chauhan@mahindrauniversity.edu.in::241b5f3e-36f4-4c61-9553-90e6a1c1b8a6" providerId="AD" clId="Web-{14D6D849-FC23-BAE9-E7F1-485AB1F40E92}" dt="2025-02-25T05:34:45.637" v="646" actId="1076"/>
        <pc:sldMkLst>
          <pc:docMk/>
          <pc:sldMk cId="3995970400" sldId="452"/>
        </pc:sldMkLst>
        <pc:spChg chg="mod">
          <ac:chgData name="Avinash Arun Chauhan" userId="S::avinash.chauhan@mahindrauniversity.edu.in::241b5f3e-36f4-4c61-9553-90e6a1c1b8a6" providerId="AD" clId="Web-{14D6D849-FC23-BAE9-E7F1-485AB1F40E92}" dt="2025-02-25T05:33:55.807" v="639" actId="20577"/>
          <ac:spMkLst>
            <pc:docMk/>
            <pc:sldMk cId="3995970400" sldId="452"/>
            <ac:spMk id="2" creationId="{C60D9EE5-578D-B5DE-A05B-CD15C9F9306F}"/>
          </ac:spMkLst>
        </pc:spChg>
        <pc:picChg chg="add mod modCrop">
          <ac:chgData name="Avinash Arun Chauhan" userId="S::avinash.chauhan@mahindrauniversity.edu.in::241b5f3e-36f4-4c61-9553-90e6a1c1b8a6" providerId="AD" clId="Web-{14D6D849-FC23-BAE9-E7F1-485AB1F40E92}" dt="2025-02-25T05:34:45.637" v="646" actId="1076"/>
          <ac:picMkLst>
            <pc:docMk/>
            <pc:sldMk cId="3995970400" sldId="452"/>
            <ac:picMk id="3" creationId="{68607A7E-F2D7-BD08-4AF9-C92BBC17029A}"/>
          </ac:picMkLst>
        </pc:picChg>
        <pc:picChg chg="del">
          <ac:chgData name="Avinash Arun Chauhan" userId="S::avinash.chauhan@mahindrauniversity.edu.in::241b5f3e-36f4-4c61-9553-90e6a1c1b8a6" providerId="AD" clId="Web-{14D6D849-FC23-BAE9-E7F1-485AB1F40E92}" dt="2025-02-25T05:33:58.182" v="640"/>
          <ac:picMkLst>
            <pc:docMk/>
            <pc:sldMk cId="3995970400" sldId="452"/>
            <ac:picMk id="4" creationId="{BF1C4FF4-BE9E-5A26-705B-9BB16B66841B}"/>
          </ac:picMkLst>
        </pc:picChg>
      </pc:sldChg>
    </pc:docChg>
  </pc:docChgLst>
  <pc:docChgLst>
    <pc:chgData name="Avinash Arun Chauhan" userId="S::avinash.chauhan@mahindrauniversity.edu.in::241b5f3e-36f4-4c61-9553-90e6a1c1b8a6" providerId="AD" clId="Web-{37716F71-B90C-68C8-A07E-03C28CE4A4B9}"/>
    <pc:docChg chg="addSld delSld modSld sldOrd">
      <pc:chgData name="Avinash Arun Chauhan" userId="S::avinash.chauhan@mahindrauniversity.edu.in::241b5f3e-36f4-4c61-9553-90e6a1c1b8a6" providerId="AD" clId="Web-{37716F71-B90C-68C8-A07E-03C28CE4A4B9}" dt="2025-01-24T06:43:56.628" v="838" actId="20577"/>
      <pc:docMkLst>
        <pc:docMk/>
      </pc:docMkLst>
      <pc:sldChg chg="modSp">
        <pc:chgData name="Avinash Arun Chauhan" userId="S::avinash.chauhan@mahindrauniversity.edu.in::241b5f3e-36f4-4c61-9553-90e6a1c1b8a6" providerId="AD" clId="Web-{37716F71-B90C-68C8-A07E-03C28CE4A4B9}" dt="2025-01-24T06:43:56.628" v="838" actId="20577"/>
        <pc:sldMkLst>
          <pc:docMk/>
          <pc:sldMk cId="858546598" sldId="336"/>
        </pc:sldMkLst>
      </pc:sldChg>
      <pc:sldChg chg="addSp delSp modSp add replId">
        <pc:chgData name="Avinash Arun Chauhan" userId="S::avinash.chauhan@mahindrauniversity.edu.in::241b5f3e-36f4-4c61-9553-90e6a1c1b8a6" providerId="AD" clId="Web-{37716F71-B90C-68C8-A07E-03C28CE4A4B9}" dt="2025-01-24T05:58:15.701" v="12" actId="1076"/>
        <pc:sldMkLst>
          <pc:docMk/>
          <pc:sldMk cId="3779786542" sldId="364"/>
        </pc:sldMkLst>
      </pc:sldChg>
      <pc:sldChg chg="modSp add del ord replId">
        <pc:chgData name="Avinash Arun Chauhan" userId="S::avinash.chauhan@mahindrauniversity.edu.in::241b5f3e-36f4-4c61-9553-90e6a1c1b8a6" providerId="AD" clId="Web-{37716F71-B90C-68C8-A07E-03C28CE4A4B9}" dt="2025-01-24T06:10:37.696" v="53"/>
        <pc:sldMkLst>
          <pc:docMk/>
          <pc:sldMk cId="567046635" sldId="365"/>
        </pc:sldMkLst>
      </pc:sldChg>
      <pc:sldChg chg="modSp add replId">
        <pc:chgData name="Avinash Arun Chauhan" userId="S::avinash.chauhan@mahindrauniversity.edu.in::241b5f3e-36f4-4c61-9553-90e6a1c1b8a6" providerId="AD" clId="Web-{37716F71-B90C-68C8-A07E-03C28CE4A4B9}" dt="2025-01-24T06:18:56.230" v="168" actId="20577"/>
        <pc:sldMkLst>
          <pc:docMk/>
          <pc:sldMk cId="3011812231" sldId="366"/>
        </pc:sldMkLst>
      </pc:sldChg>
      <pc:sldChg chg="modSp add replId">
        <pc:chgData name="Avinash Arun Chauhan" userId="S::avinash.chauhan@mahindrauniversity.edu.in::241b5f3e-36f4-4c61-9553-90e6a1c1b8a6" providerId="AD" clId="Web-{37716F71-B90C-68C8-A07E-03C28CE4A4B9}" dt="2025-01-24T06:26:55.294" v="546" actId="20577"/>
        <pc:sldMkLst>
          <pc:docMk/>
          <pc:sldMk cId="2388618079" sldId="367"/>
        </pc:sldMkLst>
      </pc:sldChg>
      <pc:sldChg chg="modSp add replId">
        <pc:chgData name="Avinash Arun Chauhan" userId="S::avinash.chauhan@mahindrauniversity.edu.in::241b5f3e-36f4-4c61-9553-90e6a1c1b8a6" providerId="AD" clId="Web-{37716F71-B90C-68C8-A07E-03C28CE4A4B9}" dt="2025-01-24T06:32:38.416" v="821" actId="20577"/>
        <pc:sldMkLst>
          <pc:docMk/>
          <pc:sldMk cId="1689753424" sldId="368"/>
        </pc:sldMkLst>
      </pc:sldChg>
    </pc:docChg>
  </pc:docChgLst>
  <pc:docChgLst>
    <pc:chgData name="Avinash Arun Chauhan" userId="S::avinash.chauhan@mahindrauniversity.edu.in::241b5f3e-36f4-4c61-9553-90e6a1c1b8a6" providerId="AD" clId="Web-{963CE305-2EDD-781C-B52D-DD4FBA97F47E}"/>
    <pc:docChg chg="addSld delSld modSld sldOrd">
      <pc:chgData name="Avinash Arun Chauhan" userId="S::avinash.chauhan@mahindrauniversity.edu.in::241b5f3e-36f4-4c61-9553-90e6a1c1b8a6" providerId="AD" clId="Web-{963CE305-2EDD-781C-B52D-DD4FBA97F47E}" dt="2025-02-18T06:31:19.833" v="1236" actId="20577"/>
      <pc:docMkLst>
        <pc:docMk/>
      </pc:docMkLst>
      <pc:sldChg chg="modSp">
        <pc:chgData name="Avinash Arun Chauhan" userId="S::avinash.chauhan@mahindrauniversity.edu.in::241b5f3e-36f4-4c61-9553-90e6a1c1b8a6" providerId="AD" clId="Web-{963CE305-2EDD-781C-B52D-DD4FBA97F47E}" dt="2025-02-18T06:26:45.345" v="1216" actId="20577"/>
        <pc:sldMkLst>
          <pc:docMk/>
          <pc:sldMk cId="2023183045" sldId="455"/>
        </pc:sldMkLst>
      </pc:sldChg>
      <pc:sldChg chg="modSp">
        <pc:chgData name="Avinash Arun Chauhan" userId="S::avinash.chauhan@mahindrauniversity.edu.in::241b5f3e-36f4-4c61-9553-90e6a1c1b8a6" providerId="AD" clId="Web-{963CE305-2EDD-781C-B52D-DD4FBA97F47E}" dt="2025-02-18T06:30:53.379" v="1219" actId="20577"/>
        <pc:sldMkLst>
          <pc:docMk/>
          <pc:sldMk cId="963676731" sldId="456"/>
        </pc:sldMkLst>
      </pc:sldChg>
      <pc:sldChg chg="modSp">
        <pc:chgData name="Avinash Arun Chauhan" userId="S::avinash.chauhan@mahindrauniversity.edu.in::241b5f3e-36f4-4c61-9553-90e6a1c1b8a6" providerId="AD" clId="Web-{963CE305-2EDD-781C-B52D-DD4FBA97F47E}" dt="2025-02-18T06:11:00.146" v="896" actId="20577"/>
        <pc:sldMkLst>
          <pc:docMk/>
          <pc:sldMk cId="76133212" sldId="458"/>
        </pc:sldMkLst>
      </pc:sldChg>
      <pc:sldChg chg="addSp delSp modSp add del replId">
        <pc:chgData name="Avinash Arun Chauhan" userId="S::avinash.chauhan@mahindrauniversity.edu.in::241b5f3e-36f4-4c61-9553-90e6a1c1b8a6" providerId="AD" clId="Web-{963CE305-2EDD-781C-B52D-DD4FBA97F47E}" dt="2025-02-18T06:30:23.645" v="1217"/>
        <pc:sldMkLst>
          <pc:docMk/>
          <pc:sldMk cId="3942523739" sldId="459"/>
        </pc:sldMkLst>
      </pc:sldChg>
      <pc:sldChg chg="modSp add replId">
        <pc:chgData name="Avinash Arun Chauhan" userId="S::avinash.chauhan@mahindrauniversity.edu.in::241b5f3e-36f4-4c61-9553-90e6a1c1b8a6" providerId="AD" clId="Web-{963CE305-2EDD-781C-B52D-DD4FBA97F47E}" dt="2025-02-18T06:31:19.833" v="1236" actId="20577"/>
        <pc:sldMkLst>
          <pc:docMk/>
          <pc:sldMk cId="2619648002" sldId="460"/>
        </pc:sldMkLst>
      </pc:sldChg>
      <pc:sldChg chg="addSp delSp modSp add replId">
        <pc:chgData name="Avinash Arun Chauhan" userId="S::avinash.chauhan@mahindrauniversity.edu.in::241b5f3e-36f4-4c61-9553-90e6a1c1b8a6" providerId="AD" clId="Web-{963CE305-2EDD-781C-B52D-DD4FBA97F47E}" dt="2025-02-18T06:00:34.216" v="563" actId="1076"/>
        <pc:sldMkLst>
          <pc:docMk/>
          <pc:sldMk cId="4050700231" sldId="461"/>
        </pc:sldMkLst>
      </pc:sldChg>
      <pc:sldChg chg="addSp delSp modSp add del replId">
        <pc:chgData name="Avinash Arun Chauhan" userId="S::avinash.chauhan@mahindrauniversity.edu.in::241b5f3e-36f4-4c61-9553-90e6a1c1b8a6" providerId="AD" clId="Web-{963CE305-2EDD-781C-B52D-DD4FBA97F47E}" dt="2025-02-18T06:06:31.314" v="579" actId="1076"/>
        <pc:sldMkLst>
          <pc:docMk/>
          <pc:sldMk cId="2872910021" sldId="462"/>
        </pc:sldMkLst>
      </pc:sldChg>
      <pc:sldChg chg="add del replId">
        <pc:chgData name="Avinash Arun Chauhan" userId="S::avinash.chauhan@mahindrauniversity.edu.in::241b5f3e-36f4-4c61-9553-90e6a1c1b8a6" providerId="AD" clId="Web-{963CE305-2EDD-781C-B52D-DD4FBA97F47E}" dt="2025-02-18T06:05:12.813" v="564"/>
        <pc:sldMkLst>
          <pc:docMk/>
          <pc:sldMk cId="4106097950" sldId="462"/>
        </pc:sldMkLst>
      </pc:sldChg>
      <pc:sldChg chg="addSp delSp modSp add replId">
        <pc:chgData name="Avinash Arun Chauhan" userId="S::avinash.chauhan@mahindrauniversity.edu.in::241b5f3e-36f4-4c61-9553-90e6a1c1b8a6" providerId="AD" clId="Web-{963CE305-2EDD-781C-B52D-DD4FBA97F47E}" dt="2025-02-18T06:13:00.850" v="916" actId="1076"/>
        <pc:sldMkLst>
          <pc:docMk/>
          <pc:sldMk cId="3370555036" sldId="463"/>
        </pc:sldMkLst>
      </pc:sldChg>
      <pc:sldChg chg="modSp add ord replId">
        <pc:chgData name="Avinash Arun Chauhan" userId="S::avinash.chauhan@mahindrauniversity.edu.in::241b5f3e-36f4-4c61-9553-90e6a1c1b8a6" providerId="AD" clId="Web-{963CE305-2EDD-781C-B52D-DD4FBA97F47E}" dt="2025-02-18T06:20:05.777" v="1145" actId="20577"/>
        <pc:sldMkLst>
          <pc:docMk/>
          <pc:sldMk cId="3436274257" sldId="464"/>
        </pc:sldMkLst>
      </pc:sldChg>
      <pc:sldChg chg="addSp delSp modSp add replId">
        <pc:chgData name="Avinash Arun Chauhan" userId="S::avinash.chauhan@mahindrauniversity.edu.in::241b5f3e-36f4-4c61-9553-90e6a1c1b8a6" providerId="AD" clId="Web-{963CE305-2EDD-781C-B52D-DD4FBA97F47E}" dt="2025-02-18T06:22:17.170" v="1207" actId="14100"/>
        <pc:sldMkLst>
          <pc:docMk/>
          <pc:sldMk cId="1500106504" sldId="465"/>
        </pc:sldMkLst>
      </pc:sldChg>
    </pc:docChg>
  </pc:docChgLst>
  <pc:docChgLst>
    <pc:chgData name="Avinash Arun Chauhan" userId="S::avinash.chauhan@mahindrauniversity.edu.in::241b5f3e-36f4-4c61-9553-90e6a1c1b8a6" providerId="AD" clId="Web-{6143B03A-98ED-DD7D-E4E5-274CE1C0934A}"/>
    <pc:docChg chg="addSld modSld">
      <pc:chgData name="Avinash Arun Chauhan" userId="S::avinash.chauhan@mahindrauniversity.edu.in::241b5f3e-36f4-4c61-9553-90e6a1c1b8a6" providerId="AD" clId="Web-{6143B03A-98ED-DD7D-E4E5-274CE1C0934A}" dt="2025-04-07T08:26:03.751" v="1038" actId="20577"/>
      <pc:docMkLst>
        <pc:docMk/>
      </pc:docMkLst>
      <pc:sldChg chg="modSp">
        <pc:chgData name="Avinash Arun Chauhan" userId="S::avinash.chauhan@mahindrauniversity.edu.in::241b5f3e-36f4-4c61-9553-90e6a1c1b8a6" providerId="AD" clId="Web-{6143B03A-98ED-DD7D-E4E5-274CE1C0934A}" dt="2025-04-07T08:13:52.573" v="1027" actId="20577"/>
        <pc:sldMkLst>
          <pc:docMk/>
          <pc:sldMk cId="3811169343" sldId="426"/>
        </pc:sldMkLst>
        <pc:spChg chg="mod">
          <ac:chgData name="Avinash Arun Chauhan" userId="S::avinash.chauhan@mahindrauniversity.edu.in::241b5f3e-36f4-4c61-9553-90e6a1c1b8a6" providerId="AD" clId="Web-{6143B03A-98ED-DD7D-E4E5-274CE1C0934A}" dt="2025-04-07T08:13:52.573" v="1027"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6143B03A-98ED-DD7D-E4E5-274CE1C0934A}" dt="2025-04-07T08:16:48.063" v="1034" actId="20577"/>
        <pc:sldMkLst>
          <pc:docMk/>
          <pc:sldMk cId="883900188" sldId="505"/>
        </pc:sldMkLst>
        <pc:spChg chg="mod">
          <ac:chgData name="Avinash Arun Chauhan" userId="S::avinash.chauhan@mahindrauniversity.edu.in::241b5f3e-36f4-4c61-9553-90e6a1c1b8a6" providerId="AD" clId="Web-{6143B03A-98ED-DD7D-E4E5-274CE1C0934A}" dt="2025-04-07T08:16:48.063" v="1034"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6143B03A-98ED-DD7D-E4E5-274CE1C0934A}" dt="2025-04-07T06:41:24.224" v="1009" actId="20577"/>
        <pc:sldMkLst>
          <pc:docMk/>
          <pc:sldMk cId="978924540" sldId="574"/>
        </pc:sldMkLst>
        <pc:spChg chg="mod">
          <ac:chgData name="Avinash Arun Chauhan" userId="S::avinash.chauhan@mahindrauniversity.edu.in::241b5f3e-36f4-4c61-9553-90e6a1c1b8a6" providerId="AD" clId="Web-{6143B03A-98ED-DD7D-E4E5-274CE1C0934A}" dt="2025-04-07T06:41:24.224" v="1009" actId="20577"/>
          <ac:spMkLst>
            <pc:docMk/>
            <pc:sldMk cId="978924540" sldId="574"/>
            <ac:spMk id="3" creationId="{744E3821-D3B0-85B2-8205-9E10F7C88307}"/>
          </ac:spMkLst>
        </pc:spChg>
      </pc:sldChg>
      <pc:sldChg chg="modSp">
        <pc:chgData name="Avinash Arun Chauhan" userId="S::avinash.chauhan@mahindrauniversity.edu.in::241b5f3e-36f4-4c61-9553-90e6a1c1b8a6" providerId="AD" clId="Web-{6143B03A-98ED-DD7D-E4E5-274CE1C0934A}" dt="2025-04-07T05:48:02.716" v="94" actId="20577"/>
        <pc:sldMkLst>
          <pc:docMk/>
          <pc:sldMk cId="3060705436" sldId="578"/>
        </pc:sldMkLst>
        <pc:spChg chg="mod">
          <ac:chgData name="Avinash Arun Chauhan" userId="S::avinash.chauhan@mahindrauniversity.edu.in::241b5f3e-36f4-4c61-9553-90e6a1c1b8a6" providerId="AD" clId="Web-{6143B03A-98ED-DD7D-E4E5-274CE1C0934A}" dt="2025-04-07T05:48:02.716" v="94" actId="20577"/>
          <ac:spMkLst>
            <pc:docMk/>
            <pc:sldMk cId="3060705436" sldId="578"/>
            <ac:spMk id="3" creationId="{D2F75FF2-1B1C-4A68-E1FC-8B090AB0BF92}"/>
          </ac:spMkLst>
        </pc:spChg>
      </pc:sldChg>
      <pc:sldChg chg="modSp">
        <pc:chgData name="Avinash Arun Chauhan" userId="S::avinash.chauhan@mahindrauniversity.edu.in::241b5f3e-36f4-4c61-9553-90e6a1c1b8a6" providerId="AD" clId="Web-{6143B03A-98ED-DD7D-E4E5-274CE1C0934A}" dt="2025-04-07T08:26:03.751" v="1038" actId="20577"/>
        <pc:sldMkLst>
          <pc:docMk/>
          <pc:sldMk cId="3768470849" sldId="580"/>
        </pc:sldMkLst>
        <pc:spChg chg="mod">
          <ac:chgData name="Avinash Arun Chauhan" userId="S::avinash.chauhan@mahindrauniversity.edu.in::241b5f3e-36f4-4c61-9553-90e6a1c1b8a6" providerId="AD" clId="Web-{6143B03A-98ED-DD7D-E4E5-274CE1C0934A}" dt="2025-04-07T08:26:03.751" v="1038" actId="20577"/>
          <ac:spMkLst>
            <pc:docMk/>
            <pc:sldMk cId="3768470849" sldId="580"/>
            <ac:spMk id="3" creationId="{8E1398E2-E93D-D52B-D80B-7411EF652549}"/>
          </ac:spMkLst>
        </pc:spChg>
      </pc:sldChg>
      <pc:sldChg chg="modSp">
        <pc:chgData name="Avinash Arun Chauhan" userId="S::avinash.chauhan@mahindrauniversity.edu.in::241b5f3e-36f4-4c61-9553-90e6a1c1b8a6" providerId="AD" clId="Web-{6143B03A-98ED-DD7D-E4E5-274CE1C0934A}" dt="2025-04-07T06:10:11.826" v="450" actId="20577"/>
        <pc:sldMkLst>
          <pc:docMk/>
          <pc:sldMk cId="3807726123" sldId="587"/>
        </pc:sldMkLst>
        <pc:spChg chg="mod">
          <ac:chgData name="Avinash Arun Chauhan" userId="S::avinash.chauhan@mahindrauniversity.edu.in::241b5f3e-36f4-4c61-9553-90e6a1c1b8a6" providerId="AD" clId="Web-{6143B03A-98ED-DD7D-E4E5-274CE1C0934A}" dt="2025-04-07T06:10:11.826" v="450" actId="20577"/>
          <ac:spMkLst>
            <pc:docMk/>
            <pc:sldMk cId="3807726123" sldId="587"/>
            <ac:spMk id="3" creationId="{433B0058-2DF5-3EDF-4FA4-8B04C1486768}"/>
          </ac:spMkLst>
        </pc:spChg>
      </pc:sldChg>
      <pc:sldChg chg="addSp delSp modSp add replId">
        <pc:chgData name="Avinash Arun Chauhan" userId="S::avinash.chauhan@mahindrauniversity.edu.in::241b5f3e-36f4-4c61-9553-90e6a1c1b8a6" providerId="AD" clId="Web-{6143B03A-98ED-DD7D-E4E5-274CE1C0934A}" dt="2025-04-07T06:11:06.561" v="458" actId="1076"/>
        <pc:sldMkLst>
          <pc:docMk/>
          <pc:sldMk cId="1634174897" sldId="592"/>
        </pc:sldMkLst>
        <pc:spChg chg="mod">
          <ac:chgData name="Avinash Arun Chauhan" userId="S::avinash.chauhan@mahindrauniversity.edu.in::241b5f3e-36f4-4c61-9553-90e6a1c1b8a6" providerId="AD" clId="Web-{6143B03A-98ED-DD7D-E4E5-274CE1C0934A}" dt="2025-04-07T06:10:49.248" v="452" actId="20577"/>
          <ac:spMkLst>
            <pc:docMk/>
            <pc:sldMk cId="1634174897" sldId="592"/>
            <ac:spMk id="2" creationId="{B46AD302-0A9D-C54F-C87C-F28EF41695F2}"/>
          </ac:spMkLst>
        </pc:spChg>
        <pc:spChg chg="del">
          <ac:chgData name="Avinash Arun Chauhan" userId="S::avinash.chauhan@mahindrauniversity.edu.in::241b5f3e-36f4-4c61-9553-90e6a1c1b8a6" providerId="AD" clId="Web-{6143B03A-98ED-DD7D-E4E5-274CE1C0934A}" dt="2025-04-07T06:10:51.998" v="453"/>
          <ac:spMkLst>
            <pc:docMk/>
            <pc:sldMk cId="1634174897" sldId="592"/>
            <ac:spMk id="3" creationId="{2CF35005-6F3D-0D3C-71CF-18A715C4AA9F}"/>
          </ac:spMkLst>
        </pc:spChg>
        <pc:spChg chg="add del mod">
          <ac:chgData name="Avinash Arun Chauhan" userId="S::avinash.chauhan@mahindrauniversity.edu.in::241b5f3e-36f4-4c61-9553-90e6a1c1b8a6" providerId="AD" clId="Web-{6143B03A-98ED-DD7D-E4E5-274CE1C0934A}" dt="2025-04-07T06:10:54.030" v="454"/>
          <ac:spMkLst>
            <pc:docMk/>
            <pc:sldMk cId="1634174897" sldId="592"/>
            <ac:spMk id="5" creationId="{CD8B0CBD-F922-0534-4345-61332F7BE4A9}"/>
          </ac:spMkLst>
        </pc:spChg>
        <pc:picChg chg="add mod ord">
          <ac:chgData name="Avinash Arun Chauhan" userId="S::avinash.chauhan@mahindrauniversity.edu.in::241b5f3e-36f4-4c61-9553-90e6a1c1b8a6" providerId="AD" clId="Web-{6143B03A-98ED-DD7D-E4E5-274CE1C0934A}" dt="2025-04-07T06:11:06.561" v="458" actId="1076"/>
          <ac:picMkLst>
            <pc:docMk/>
            <pc:sldMk cId="1634174897" sldId="592"/>
            <ac:picMk id="9" creationId="{1AB0A391-B777-191A-2E20-4947DD6945E7}"/>
          </ac:picMkLst>
        </pc:picChg>
      </pc:sldChg>
      <pc:sldChg chg="addSp delSp modSp add replId">
        <pc:chgData name="Avinash Arun Chauhan" userId="S::avinash.chauhan@mahindrauniversity.edu.in::241b5f3e-36f4-4c61-9553-90e6a1c1b8a6" providerId="AD" clId="Web-{6143B03A-98ED-DD7D-E4E5-274CE1C0934A}" dt="2025-04-07T06:11:50.421" v="464" actId="1076"/>
        <pc:sldMkLst>
          <pc:docMk/>
          <pc:sldMk cId="3392806964" sldId="593"/>
        </pc:sldMkLst>
        <pc:spChg chg="add del mod">
          <ac:chgData name="Avinash Arun Chauhan" userId="S::avinash.chauhan@mahindrauniversity.edu.in::241b5f3e-36f4-4c61-9553-90e6a1c1b8a6" providerId="AD" clId="Web-{6143B03A-98ED-DD7D-E4E5-274CE1C0934A}" dt="2025-04-07T06:11:43.561" v="461"/>
          <ac:spMkLst>
            <pc:docMk/>
            <pc:sldMk cId="3392806964" sldId="593"/>
            <ac:spMk id="4" creationId="{0FB744C5-D2EB-C5E6-FEBD-F1CB326CED9C}"/>
          </ac:spMkLst>
        </pc:spChg>
        <pc:picChg chg="add mod ord">
          <ac:chgData name="Avinash Arun Chauhan" userId="S::avinash.chauhan@mahindrauniversity.edu.in::241b5f3e-36f4-4c61-9553-90e6a1c1b8a6" providerId="AD" clId="Web-{6143B03A-98ED-DD7D-E4E5-274CE1C0934A}" dt="2025-04-07T06:11:50.421" v="464" actId="1076"/>
          <ac:picMkLst>
            <pc:docMk/>
            <pc:sldMk cId="3392806964" sldId="593"/>
            <ac:picMk id="5" creationId="{9BC4DD54-CE51-CE62-AE52-1F08C0C7303D}"/>
          </ac:picMkLst>
        </pc:picChg>
        <pc:picChg chg="del">
          <ac:chgData name="Avinash Arun Chauhan" userId="S::avinash.chauhan@mahindrauniversity.edu.in::241b5f3e-36f4-4c61-9553-90e6a1c1b8a6" providerId="AD" clId="Web-{6143B03A-98ED-DD7D-E4E5-274CE1C0934A}" dt="2025-04-07T06:11:42.905" v="460"/>
          <ac:picMkLst>
            <pc:docMk/>
            <pc:sldMk cId="3392806964" sldId="593"/>
            <ac:picMk id="9" creationId="{8D2A4DF9-ACCC-7D54-561B-26623B54065B}"/>
          </ac:picMkLst>
        </pc:picChg>
      </pc:sldChg>
      <pc:sldChg chg="addSp modSp add replId">
        <pc:chgData name="Avinash Arun Chauhan" userId="S::avinash.chauhan@mahindrauniversity.edu.in::241b5f3e-36f4-4c61-9553-90e6a1c1b8a6" providerId="AD" clId="Web-{6143B03A-98ED-DD7D-E4E5-274CE1C0934A}" dt="2025-04-07T06:18:16.519" v="989" actId="1076"/>
        <pc:sldMkLst>
          <pc:docMk/>
          <pc:sldMk cId="1751194962" sldId="594"/>
        </pc:sldMkLst>
        <pc:spChg chg="mod">
          <ac:chgData name="Avinash Arun Chauhan" userId="S::avinash.chauhan@mahindrauniversity.edu.in::241b5f3e-36f4-4c61-9553-90e6a1c1b8a6" providerId="AD" clId="Web-{6143B03A-98ED-DD7D-E4E5-274CE1C0934A}" dt="2025-04-07T06:15:03.111" v="496" actId="20577"/>
          <ac:spMkLst>
            <pc:docMk/>
            <pc:sldMk cId="1751194962" sldId="594"/>
            <ac:spMk id="2" creationId="{F1E73FE7-9344-323A-112E-4464F7CB6AD5}"/>
          </ac:spMkLst>
        </pc:spChg>
        <pc:spChg chg="mod">
          <ac:chgData name="Avinash Arun Chauhan" userId="S::avinash.chauhan@mahindrauniversity.edu.in::241b5f3e-36f4-4c61-9553-90e6a1c1b8a6" providerId="AD" clId="Web-{6143B03A-98ED-DD7D-E4E5-274CE1C0934A}" dt="2025-04-07T06:15:32.439" v="498" actId="20577"/>
          <ac:spMkLst>
            <pc:docMk/>
            <pc:sldMk cId="1751194962" sldId="594"/>
            <ac:spMk id="3" creationId="{6153BF39-67CD-18C6-7A50-09815897C3D7}"/>
          </ac:spMkLst>
        </pc:spChg>
        <pc:graphicFrameChg chg="add mod modGraphic">
          <ac:chgData name="Avinash Arun Chauhan" userId="S::avinash.chauhan@mahindrauniversity.edu.in::241b5f3e-36f4-4c61-9553-90e6a1c1b8a6" providerId="AD" clId="Web-{6143B03A-98ED-DD7D-E4E5-274CE1C0934A}" dt="2025-04-07T06:18:16.519" v="989" actId="1076"/>
          <ac:graphicFrameMkLst>
            <pc:docMk/>
            <pc:sldMk cId="1751194962" sldId="594"/>
            <ac:graphicFrameMk id="4" creationId="{B5D0F6CB-C5D5-DD35-809E-258F0FA5C08E}"/>
          </ac:graphicFrameMkLst>
        </pc:graphicFrameChg>
      </pc:sldChg>
    </pc:docChg>
  </pc:docChgLst>
  <pc:docChgLst>
    <pc:chgData name="Avinash Arun Chauhan" userId="S::avinash.chauhan@mahindrauniversity.edu.in::241b5f3e-36f4-4c61-9553-90e6a1c1b8a6" providerId="AD" clId="Web-{693CE73F-157B-D4FE-1F80-BEEC059A3B48}"/>
    <pc:docChg chg="addSld modSld">
      <pc:chgData name="Avinash Arun Chauhan" userId="S::avinash.chauhan@mahindrauniversity.edu.in::241b5f3e-36f4-4c61-9553-90e6a1c1b8a6" providerId="AD" clId="Web-{693CE73F-157B-D4FE-1F80-BEEC059A3B48}" dt="2025-05-05T06:18:27.549" v="1221" actId="20577"/>
      <pc:docMkLst>
        <pc:docMk/>
      </pc:docMkLst>
      <pc:sldChg chg="modSp">
        <pc:chgData name="Avinash Arun Chauhan" userId="S::avinash.chauhan@mahindrauniversity.edu.in::241b5f3e-36f4-4c61-9553-90e6a1c1b8a6" providerId="AD" clId="Web-{693CE73F-157B-D4FE-1F80-BEEC059A3B48}" dt="2025-05-05T05:12:55.573" v="94" actId="20577"/>
        <pc:sldMkLst>
          <pc:docMk/>
          <pc:sldMk cId="2512549991" sldId="603"/>
        </pc:sldMkLst>
        <pc:spChg chg="mod">
          <ac:chgData name="Avinash Arun Chauhan" userId="S::avinash.chauhan@mahindrauniversity.edu.in::241b5f3e-36f4-4c61-9553-90e6a1c1b8a6" providerId="AD" clId="Web-{693CE73F-157B-D4FE-1F80-BEEC059A3B48}" dt="2025-05-05T05:12:55.573" v="94" actId="20577"/>
          <ac:spMkLst>
            <pc:docMk/>
            <pc:sldMk cId="2512549991" sldId="603"/>
            <ac:spMk id="3" creationId="{7CB8A221-ECFB-2EE5-82CA-C8D1830A2EAF}"/>
          </ac:spMkLst>
        </pc:spChg>
      </pc:sldChg>
      <pc:sldChg chg="modSp">
        <pc:chgData name="Avinash Arun Chauhan" userId="S::avinash.chauhan@mahindrauniversity.edu.in::241b5f3e-36f4-4c61-9553-90e6a1c1b8a6" providerId="AD" clId="Web-{693CE73F-157B-D4FE-1F80-BEEC059A3B48}" dt="2025-05-05T06:04:19.273" v="614" actId="20577"/>
        <pc:sldMkLst>
          <pc:docMk/>
          <pc:sldMk cId="589826861" sldId="604"/>
        </pc:sldMkLst>
        <pc:spChg chg="mod">
          <ac:chgData name="Avinash Arun Chauhan" userId="S::avinash.chauhan@mahindrauniversity.edu.in::241b5f3e-36f4-4c61-9553-90e6a1c1b8a6" providerId="AD" clId="Web-{693CE73F-157B-D4FE-1F80-BEEC059A3B48}" dt="2025-05-05T06:04:19.273" v="614" actId="20577"/>
          <ac:spMkLst>
            <pc:docMk/>
            <pc:sldMk cId="589826861" sldId="604"/>
            <ac:spMk id="3" creationId="{A6F8F747-E1DB-4F4F-2B5F-0D09E400621E}"/>
          </ac:spMkLst>
        </pc:spChg>
      </pc:sldChg>
      <pc:sldChg chg="modSp">
        <pc:chgData name="Avinash Arun Chauhan" userId="S::avinash.chauhan@mahindrauniversity.edu.in::241b5f3e-36f4-4c61-9553-90e6a1c1b8a6" providerId="AD" clId="Web-{693CE73F-157B-D4FE-1F80-BEEC059A3B48}" dt="2025-05-05T06:17:44.954" v="1215" actId="20577"/>
        <pc:sldMkLst>
          <pc:docMk/>
          <pc:sldMk cId="4167683793" sldId="605"/>
        </pc:sldMkLst>
        <pc:spChg chg="mod">
          <ac:chgData name="Avinash Arun Chauhan" userId="S::avinash.chauhan@mahindrauniversity.edu.in::241b5f3e-36f4-4c61-9553-90e6a1c1b8a6" providerId="AD" clId="Web-{693CE73F-157B-D4FE-1F80-BEEC059A3B48}" dt="2025-05-05T06:17:44.954" v="1215" actId="20577"/>
          <ac:spMkLst>
            <pc:docMk/>
            <pc:sldMk cId="4167683793" sldId="605"/>
            <ac:spMk id="3" creationId="{6A6885E7-5C30-3D3D-2742-7711D7ABB554}"/>
          </ac:spMkLst>
        </pc:spChg>
      </pc:sldChg>
      <pc:sldChg chg="modSp">
        <pc:chgData name="Avinash Arun Chauhan" userId="S::avinash.chauhan@mahindrauniversity.edu.in::241b5f3e-36f4-4c61-9553-90e6a1c1b8a6" providerId="AD" clId="Web-{693CE73F-157B-D4FE-1F80-BEEC059A3B48}" dt="2025-05-05T06:18:27.549" v="1221" actId="20577"/>
        <pc:sldMkLst>
          <pc:docMk/>
          <pc:sldMk cId="2357443964" sldId="606"/>
        </pc:sldMkLst>
        <pc:spChg chg="mod">
          <ac:chgData name="Avinash Arun Chauhan" userId="S::avinash.chauhan@mahindrauniversity.edu.in::241b5f3e-36f4-4c61-9553-90e6a1c1b8a6" providerId="AD" clId="Web-{693CE73F-157B-D4FE-1F80-BEEC059A3B48}" dt="2025-05-05T06:18:27.549" v="1221" actId="20577"/>
          <ac:spMkLst>
            <pc:docMk/>
            <pc:sldMk cId="2357443964" sldId="606"/>
            <ac:spMk id="3" creationId="{2555C782-C65F-3D4A-1E3C-337B9BD75A75}"/>
          </ac:spMkLst>
        </pc:spChg>
      </pc:sldChg>
      <pc:sldChg chg="modSp add replId">
        <pc:chgData name="Avinash Arun Chauhan" userId="S::avinash.chauhan@mahindrauniversity.edu.in::241b5f3e-36f4-4c61-9553-90e6a1c1b8a6" providerId="AD" clId="Web-{693CE73F-157B-D4FE-1F80-BEEC059A3B48}" dt="2025-05-05T06:14:27.015" v="1160" actId="20577"/>
        <pc:sldMkLst>
          <pc:docMk/>
          <pc:sldMk cId="126661621" sldId="615"/>
        </pc:sldMkLst>
        <pc:spChg chg="mod">
          <ac:chgData name="Avinash Arun Chauhan" userId="S::avinash.chauhan@mahindrauniversity.edu.in::241b5f3e-36f4-4c61-9553-90e6a1c1b8a6" providerId="AD" clId="Web-{693CE73F-157B-D4FE-1F80-BEEC059A3B48}" dt="2025-05-05T06:14:27.015" v="1160" actId="20577"/>
          <ac:spMkLst>
            <pc:docMk/>
            <pc:sldMk cId="126661621" sldId="615"/>
            <ac:spMk id="3" creationId="{6F6100A0-A480-8D65-FEF7-81E4B087D0A4}"/>
          </ac:spMkLst>
        </pc:spChg>
      </pc:sldChg>
    </pc:docChg>
  </pc:docChgLst>
  <pc:docChgLst>
    <pc:chgData name="Avinash Arun Chauhan" userId="S::avinash.chauhan@mahindrauniversity.edu.in::241b5f3e-36f4-4c61-9553-90e6a1c1b8a6" providerId="AD" clId="Web-{53914104-3FC0-C6C9-FEA5-2F089ADCE2DE}"/>
    <pc:docChg chg="addSld modSld sldOrd">
      <pc:chgData name="Avinash Arun Chauhan" userId="S::avinash.chauhan@mahindrauniversity.edu.in::241b5f3e-36f4-4c61-9553-90e6a1c1b8a6" providerId="AD" clId="Web-{53914104-3FC0-C6C9-FEA5-2F089ADCE2DE}" dt="2025-04-23T12:34:54.475" v="2459" actId="20577"/>
      <pc:docMkLst>
        <pc:docMk/>
      </pc:docMkLst>
      <pc:sldChg chg="addSp delSp modSp add replId">
        <pc:chgData name="Avinash Arun Chauhan" userId="S::avinash.chauhan@mahindrauniversity.edu.in::241b5f3e-36f4-4c61-9553-90e6a1c1b8a6" providerId="AD" clId="Web-{53914104-3FC0-C6C9-FEA5-2F089ADCE2DE}" dt="2025-04-23T11:54:38.749" v="140"/>
        <pc:sldMkLst>
          <pc:docMk/>
          <pc:sldMk cId="3791675267" sldId="620"/>
        </pc:sldMkLst>
        <pc:spChg chg="mod">
          <ac:chgData name="Avinash Arun Chauhan" userId="S::avinash.chauhan@mahindrauniversity.edu.in::241b5f3e-36f4-4c61-9553-90e6a1c1b8a6" providerId="AD" clId="Web-{53914104-3FC0-C6C9-FEA5-2F089ADCE2DE}" dt="2025-04-23T11:52:16.901" v="13" actId="20577"/>
          <ac:spMkLst>
            <pc:docMk/>
            <pc:sldMk cId="3791675267" sldId="620"/>
            <ac:spMk id="2" creationId="{A2DD7F81-8D4C-1556-79F4-74DA752C5001}"/>
          </ac:spMkLst>
        </pc:spChg>
        <pc:spChg chg="mod">
          <ac:chgData name="Avinash Arun Chauhan" userId="S::avinash.chauhan@mahindrauniversity.edu.in::241b5f3e-36f4-4c61-9553-90e6a1c1b8a6" providerId="AD" clId="Web-{53914104-3FC0-C6C9-FEA5-2F089ADCE2DE}" dt="2025-04-23T11:54:26.093" v="136" actId="20577"/>
          <ac:spMkLst>
            <pc:docMk/>
            <pc:sldMk cId="3791675267" sldId="620"/>
            <ac:spMk id="3" creationId="{732FC771-30D6-4F55-3ECA-899C6EDD1ED5}"/>
          </ac:spMkLst>
        </pc:spChg>
        <pc:picChg chg="add del mod">
          <ac:chgData name="Avinash Arun Chauhan" userId="S::avinash.chauhan@mahindrauniversity.edu.in::241b5f3e-36f4-4c61-9553-90e6a1c1b8a6" providerId="AD" clId="Web-{53914104-3FC0-C6C9-FEA5-2F089ADCE2DE}" dt="2025-04-23T11:54:38.749" v="140"/>
          <ac:picMkLst>
            <pc:docMk/>
            <pc:sldMk cId="3791675267" sldId="620"/>
            <ac:picMk id="4" creationId="{EE497955-9B27-80FE-49E8-413599CB713A}"/>
          </ac:picMkLst>
        </pc:picChg>
      </pc:sldChg>
      <pc:sldChg chg="modSp add replId">
        <pc:chgData name="Avinash Arun Chauhan" userId="S::avinash.chauhan@mahindrauniversity.edu.in::241b5f3e-36f4-4c61-9553-90e6a1c1b8a6" providerId="AD" clId="Web-{53914104-3FC0-C6C9-FEA5-2F089ADCE2DE}" dt="2025-04-23T11:56:52.145" v="157" actId="20577"/>
        <pc:sldMkLst>
          <pc:docMk/>
          <pc:sldMk cId="1911786441" sldId="621"/>
        </pc:sldMkLst>
        <pc:spChg chg="mod">
          <ac:chgData name="Avinash Arun Chauhan" userId="S::avinash.chauhan@mahindrauniversity.edu.in::241b5f3e-36f4-4c61-9553-90e6a1c1b8a6" providerId="AD" clId="Web-{53914104-3FC0-C6C9-FEA5-2F089ADCE2DE}" dt="2025-04-23T11:56:52.145" v="157" actId="20577"/>
          <ac:spMkLst>
            <pc:docMk/>
            <pc:sldMk cId="1911786441" sldId="621"/>
            <ac:spMk id="3" creationId="{DAB71D61-6CD0-921D-9670-FC27BBB574B4}"/>
          </ac:spMkLst>
        </pc:spChg>
        <pc:picChg chg="mod">
          <ac:chgData name="Avinash Arun Chauhan" userId="S::avinash.chauhan@mahindrauniversity.edu.in::241b5f3e-36f4-4c61-9553-90e6a1c1b8a6" providerId="AD" clId="Web-{53914104-3FC0-C6C9-FEA5-2F089ADCE2DE}" dt="2025-04-23T11:54:44.750" v="141" actId="1076"/>
          <ac:picMkLst>
            <pc:docMk/>
            <pc:sldMk cId="1911786441" sldId="621"/>
            <ac:picMk id="4" creationId="{E4FDDB61-CB99-F95A-38E9-9EAC7A23733F}"/>
          </ac:picMkLst>
        </pc:picChg>
      </pc:sldChg>
      <pc:sldChg chg="modSp add replId">
        <pc:chgData name="Avinash Arun Chauhan" userId="S::avinash.chauhan@mahindrauniversity.edu.in::241b5f3e-36f4-4c61-9553-90e6a1c1b8a6" providerId="AD" clId="Web-{53914104-3FC0-C6C9-FEA5-2F089ADCE2DE}" dt="2025-04-23T12:02:57.142" v="462" actId="20577"/>
        <pc:sldMkLst>
          <pc:docMk/>
          <pc:sldMk cId="1520519749" sldId="622"/>
        </pc:sldMkLst>
        <pc:spChg chg="mod">
          <ac:chgData name="Avinash Arun Chauhan" userId="S::avinash.chauhan@mahindrauniversity.edu.in::241b5f3e-36f4-4c61-9553-90e6a1c1b8a6" providerId="AD" clId="Web-{53914104-3FC0-C6C9-FEA5-2F089ADCE2DE}" dt="2025-04-23T12:02:57.142" v="462" actId="20577"/>
          <ac:spMkLst>
            <pc:docMk/>
            <pc:sldMk cId="1520519749" sldId="622"/>
            <ac:spMk id="3" creationId="{A58D1C1F-349F-67D6-15DF-AA7B0973EEB3}"/>
          </ac:spMkLst>
        </pc:spChg>
      </pc:sldChg>
      <pc:sldChg chg="modSp add replId">
        <pc:chgData name="Avinash Arun Chauhan" userId="S::avinash.chauhan@mahindrauniversity.edu.in::241b5f3e-36f4-4c61-9553-90e6a1c1b8a6" providerId="AD" clId="Web-{53914104-3FC0-C6C9-FEA5-2F089ADCE2DE}" dt="2025-04-23T12:13:16.757" v="936" actId="20577"/>
        <pc:sldMkLst>
          <pc:docMk/>
          <pc:sldMk cId="345356329" sldId="623"/>
        </pc:sldMkLst>
        <pc:spChg chg="mod">
          <ac:chgData name="Avinash Arun Chauhan" userId="S::avinash.chauhan@mahindrauniversity.edu.in::241b5f3e-36f4-4c61-9553-90e6a1c1b8a6" providerId="AD" clId="Web-{53914104-3FC0-C6C9-FEA5-2F089ADCE2DE}" dt="2025-04-23T12:03:50.800" v="535" actId="20577"/>
          <ac:spMkLst>
            <pc:docMk/>
            <pc:sldMk cId="345356329" sldId="623"/>
            <ac:spMk id="2" creationId="{5445A9BD-70CC-9021-0E98-25400634D07E}"/>
          </ac:spMkLst>
        </pc:spChg>
        <pc:spChg chg="mod">
          <ac:chgData name="Avinash Arun Chauhan" userId="S::avinash.chauhan@mahindrauniversity.edu.in::241b5f3e-36f4-4c61-9553-90e6a1c1b8a6" providerId="AD" clId="Web-{53914104-3FC0-C6C9-FEA5-2F089ADCE2DE}" dt="2025-04-23T12:13:16.757" v="936" actId="20577"/>
          <ac:spMkLst>
            <pc:docMk/>
            <pc:sldMk cId="345356329" sldId="623"/>
            <ac:spMk id="3" creationId="{5F538D14-D454-5CC8-5B14-0BE36211A194}"/>
          </ac:spMkLst>
        </pc:spChg>
      </pc:sldChg>
      <pc:sldChg chg="modSp add replId">
        <pc:chgData name="Avinash Arun Chauhan" userId="S::avinash.chauhan@mahindrauniversity.edu.in::241b5f3e-36f4-4c61-9553-90e6a1c1b8a6" providerId="AD" clId="Web-{53914104-3FC0-C6C9-FEA5-2F089ADCE2DE}" dt="2025-04-23T12:19:08.848" v="1203" actId="20577"/>
        <pc:sldMkLst>
          <pc:docMk/>
          <pc:sldMk cId="337004084" sldId="624"/>
        </pc:sldMkLst>
        <pc:spChg chg="mod">
          <ac:chgData name="Avinash Arun Chauhan" userId="S::avinash.chauhan@mahindrauniversity.edu.in::241b5f3e-36f4-4c61-9553-90e6a1c1b8a6" providerId="AD" clId="Web-{53914104-3FC0-C6C9-FEA5-2F089ADCE2DE}" dt="2025-04-23T12:14:44.901" v="955" actId="20577"/>
          <ac:spMkLst>
            <pc:docMk/>
            <pc:sldMk cId="337004084" sldId="624"/>
            <ac:spMk id="2" creationId="{5590CA5E-CD96-81F4-F1AF-D750606A9BB6}"/>
          </ac:spMkLst>
        </pc:spChg>
        <pc:spChg chg="mod">
          <ac:chgData name="Avinash Arun Chauhan" userId="S::avinash.chauhan@mahindrauniversity.edu.in::241b5f3e-36f4-4c61-9553-90e6a1c1b8a6" providerId="AD" clId="Web-{53914104-3FC0-C6C9-FEA5-2F089ADCE2DE}" dt="2025-04-23T12:19:08.848" v="1203" actId="20577"/>
          <ac:spMkLst>
            <pc:docMk/>
            <pc:sldMk cId="337004084" sldId="624"/>
            <ac:spMk id="3" creationId="{0A4F7D2A-919F-2FA9-A330-EA410C6158E4}"/>
          </ac:spMkLst>
        </pc:spChg>
      </pc:sldChg>
      <pc:sldChg chg="modSp add replId">
        <pc:chgData name="Avinash Arun Chauhan" userId="S::avinash.chauhan@mahindrauniversity.edu.in::241b5f3e-36f4-4c61-9553-90e6a1c1b8a6" providerId="AD" clId="Web-{53914104-3FC0-C6C9-FEA5-2F089ADCE2DE}" dt="2025-04-23T12:22:51.731" v="1546" actId="20577"/>
        <pc:sldMkLst>
          <pc:docMk/>
          <pc:sldMk cId="102247038" sldId="625"/>
        </pc:sldMkLst>
        <pc:spChg chg="mod">
          <ac:chgData name="Avinash Arun Chauhan" userId="S::avinash.chauhan@mahindrauniversity.edu.in::241b5f3e-36f4-4c61-9553-90e6a1c1b8a6" providerId="AD" clId="Web-{53914104-3FC0-C6C9-FEA5-2F089ADCE2DE}" dt="2025-04-23T12:19:30.052" v="1219" actId="20577"/>
          <ac:spMkLst>
            <pc:docMk/>
            <pc:sldMk cId="102247038" sldId="625"/>
            <ac:spMk id="2" creationId="{8AC71D28-EBB4-A6CA-8304-19182361EBF6}"/>
          </ac:spMkLst>
        </pc:spChg>
        <pc:spChg chg="mod">
          <ac:chgData name="Avinash Arun Chauhan" userId="S::avinash.chauhan@mahindrauniversity.edu.in::241b5f3e-36f4-4c61-9553-90e6a1c1b8a6" providerId="AD" clId="Web-{53914104-3FC0-C6C9-FEA5-2F089ADCE2DE}" dt="2025-04-23T12:22:51.731" v="1546" actId="20577"/>
          <ac:spMkLst>
            <pc:docMk/>
            <pc:sldMk cId="102247038" sldId="625"/>
            <ac:spMk id="3" creationId="{07B0C85A-4BF1-EE6D-3AF5-D4364E24D29C}"/>
          </ac:spMkLst>
        </pc:spChg>
      </pc:sldChg>
      <pc:sldChg chg="modSp add replId">
        <pc:chgData name="Avinash Arun Chauhan" userId="S::avinash.chauhan@mahindrauniversity.edu.in::241b5f3e-36f4-4c61-9553-90e6a1c1b8a6" providerId="AD" clId="Web-{53914104-3FC0-C6C9-FEA5-2F089ADCE2DE}" dt="2025-04-23T12:28:45.415" v="1969" actId="20577"/>
        <pc:sldMkLst>
          <pc:docMk/>
          <pc:sldMk cId="3287327110" sldId="626"/>
        </pc:sldMkLst>
        <pc:spChg chg="mod">
          <ac:chgData name="Avinash Arun Chauhan" userId="S::avinash.chauhan@mahindrauniversity.edu.in::241b5f3e-36f4-4c61-9553-90e6a1c1b8a6" providerId="AD" clId="Web-{53914104-3FC0-C6C9-FEA5-2F089ADCE2DE}" dt="2025-04-23T12:24:22.390" v="1549" actId="20577"/>
          <ac:spMkLst>
            <pc:docMk/>
            <pc:sldMk cId="3287327110" sldId="626"/>
            <ac:spMk id="2" creationId="{8F917053-369A-F55D-AD6C-20EC68EA815C}"/>
          </ac:spMkLst>
        </pc:spChg>
        <pc:spChg chg="mod">
          <ac:chgData name="Avinash Arun Chauhan" userId="S::avinash.chauhan@mahindrauniversity.edu.in::241b5f3e-36f4-4c61-9553-90e6a1c1b8a6" providerId="AD" clId="Web-{53914104-3FC0-C6C9-FEA5-2F089ADCE2DE}" dt="2025-04-23T12:28:45.415" v="1969" actId="20577"/>
          <ac:spMkLst>
            <pc:docMk/>
            <pc:sldMk cId="3287327110" sldId="626"/>
            <ac:spMk id="3" creationId="{14C7A5F3-9037-4C9F-47C6-0BBEEEFD8FC7}"/>
          </ac:spMkLst>
        </pc:spChg>
      </pc:sldChg>
      <pc:sldChg chg="modSp add replId">
        <pc:chgData name="Avinash Arun Chauhan" userId="S::avinash.chauhan@mahindrauniversity.edu.in::241b5f3e-36f4-4c61-9553-90e6a1c1b8a6" providerId="AD" clId="Web-{53914104-3FC0-C6C9-FEA5-2F089ADCE2DE}" dt="2025-04-23T12:29:33.979" v="2000" actId="20577"/>
        <pc:sldMkLst>
          <pc:docMk/>
          <pc:sldMk cId="740290052" sldId="627"/>
        </pc:sldMkLst>
        <pc:spChg chg="mod">
          <ac:chgData name="Avinash Arun Chauhan" userId="S::avinash.chauhan@mahindrauniversity.edu.in::241b5f3e-36f4-4c61-9553-90e6a1c1b8a6" providerId="AD" clId="Web-{53914104-3FC0-C6C9-FEA5-2F089ADCE2DE}" dt="2025-04-23T12:29:33.979" v="2000" actId="20577"/>
          <ac:spMkLst>
            <pc:docMk/>
            <pc:sldMk cId="740290052" sldId="627"/>
            <ac:spMk id="3" creationId="{B31959C1-A2D1-1C92-68B3-D6996EE96F45}"/>
          </ac:spMkLst>
        </pc:spChg>
      </pc:sldChg>
      <pc:sldChg chg="addSp delSp modSp add replId">
        <pc:chgData name="Avinash Arun Chauhan" userId="S::avinash.chauhan@mahindrauniversity.edu.in::241b5f3e-36f4-4c61-9553-90e6a1c1b8a6" providerId="AD" clId="Web-{53914104-3FC0-C6C9-FEA5-2F089ADCE2DE}" dt="2025-04-23T12:30:11.184" v="2006" actId="1076"/>
        <pc:sldMkLst>
          <pc:docMk/>
          <pc:sldMk cId="1718948703" sldId="628"/>
        </pc:sldMkLst>
        <pc:spChg chg="del mod">
          <ac:chgData name="Avinash Arun Chauhan" userId="S::avinash.chauhan@mahindrauniversity.edu.in::241b5f3e-36f4-4c61-9553-90e6a1c1b8a6" providerId="AD" clId="Web-{53914104-3FC0-C6C9-FEA5-2F089ADCE2DE}" dt="2025-04-23T12:30:02.683" v="2004"/>
          <ac:spMkLst>
            <pc:docMk/>
            <pc:sldMk cId="1718948703" sldId="628"/>
            <ac:spMk id="3" creationId="{2EBEE955-C3B0-1628-CB42-7A7556E32BF9}"/>
          </ac:spMkLst>
        </pc:spChg>
        <pc:picChg chg="add mod ord">
          <ac:chgData name="Avinash Arun Chauhan" userId="S::avinash.chauhan@mahindrauniversity.edu.in::241b5f3e-36f4-4c61-9553-90e6a1c1b8a6" providerId="AD" clId="Web-{53914104-3FC0-C6C9-FEA5-2F089ADCE2DE}" dt="2025-04-23T12:30:11.184" v="2006" actId="1076"/>
          <ac:picMkLst>
            <pc:docMk/>
            <pc:sldMk cId="1718948703" sldId="628"/>
            <ac:picMk id="4" creationId="{C0A9F37F-9B03-4256-1FB9-E95EC5FD2D55}"/>
          </ac:picMkLst>
        </pc:picChg>
      </pc:sldChg>
      <pc:sldChg chg="modSp add ord replId">
        <pc:chgData name="Avinash Arun Chauhan" userId="S::avinash.chauhan@mahindrauniversity.edu.in::241b5f3e-36f4-4c61-9553-90e6a1c1b8a6" providerId="AD" clId="Web-{53914104-3FC0-C6C9-FEA5-2F089ADCE2DE}" dt="2025-04-23T12:34:54.475" v="2459" actId="20577"/>
        <pc:sldMkLst>
          <pc:docMk/>
          <pc:sldMk cId="3961141305" sldId="629"/>
        </pc:sldMkLst>
        <pc:spChg chg="mod">
          <ac:chgData name="Avinash Arun Chauhan" userId="S::avinash.chauhan@mahindrauniversity.edu.in::241b5f3e-36f4-4c61-9553-90e6a1c1b8a6" providerId="AD" clId="Web-{53914104-3FC0-C6C9-FEA5-2F089ADCE2DE}" dt="2025-04-23T12:34:54.475" v="2459" actId="20577"/>
          <ac:spMkLst>
            <pc:docMk/>
            <pc:sldMk cId="3961141305" sldId="629"/>
            <ac:spMk id="3" creationId="{04AC6EC7-8912-7EAC-78CA-A20E856655B7}"/>
          </ac:spMkLst>
        </pc:spChg>
      </pc:sldChg>
    </pc:docChg>
  </pc:docChgLst>
  <pc:docChgLst>
    <pc:chgData name="Avinash Arun Chauhan" userId="S::avinash.chauhan@mahindrauniversity.edu.in::241b5f3e-36f4-4c61-9553-90e6a1c1b8a6" providerId="AD" clId="Web-{1E5B39E9-7C33-5FB5-3001-2A20A497649D}"/>
    <pc:docChg chg="modSld">
      <pc:chgData name="Avinash Arun Chauhan" userId="S::avinash.chauhan@mahindrauniversity.edu.in::241b5f3e-36f4-4c61-9553-90e6a1c1b8a6" providerId="AD" clId="Web-{1E5B39E9-7C33-5FB5-3001-2A20A497649D}" dt="2024-08-07T11:36:14.026" v="7" actId="20577"/>
      <pc:docMkLst>
        <pc:docMk/>
      </pc:docMkLst>
      <pc:sldChg chg="modSp">
        <pc:chgData name="Avinash Arun Chauhan" userId="S::avinash.chauhan@mahindrauniversity.edu.in::241b5f3e-36f4-4c61-9553-90e6a1c1b8a6" providerId="AD" clId="Web-{1E5B39E9-7C33-5FB5-3001-2A20A497649D}" dt="2024-08-07T11:36:14.026" v="7" actId="20577"/>
        <pc:sldMkLst>
          <pc:docMk/>
          <pc:sldMk cId="686329520" sldId="262"/>
        </pc:sldMkLst>
      </pc:sldChg>
    </pc:docChg>
  </pc:docChgLst>
  <pc:docChgLst>
    <pc:chgData name="Avinash Arun Chauhan" userId="S::avinash.chauhan@mahindrauniversity.edu.in::241b5f3e-36f4-4c61-9553-90e6a1c1b8a6" providerId="AD" clId="Web-{AFF5B96A-47FF-60F2-0146-D814AF331E73}"/>
    <pc:docChg chg="modSld">
      <pc:chgData name="Avinash Arun Chauhan" userId="S::avinash.chauhan@mahindrauniversity.edu.in::241b5f3e-36f4-4c61-9553-90e6a1c1b8a6" providerId="AD" clId="Web-{AFF5B96A-47FF-60F2-0146-D814AF331E73}" dt="2025-01-17T13:36:04.045" v="209" actId="20577"/>
      <pc:docMkLst>
        <pc:docMk/>
      </pc:docMkLst>
      <pc:sldChg chg="modSp">
        <pc:chgData name="Avinash Arun Chauhan" userId="S::avinash.chauhan@mahindrauniversity.edu.in::241b5f3e-36f4-4c61-9553-90e6a1c1b8a6" providerId="AD" clId="Web-{AFF5B96A-47FF-60F2-0146-D814AF331E73}" dt="2025-01-17T13:36:04.045" v="209" actId="20577"/>
        <pc:sldMkLst>
          <pc:docMk/>
          <pc:sldMk cId="216913" sldId="270"/>
        </pc:sldMkLst>
      </pc:sldChg>
    </pc:docChg>
  </pc:docChgLst>
  <pc:docChgLst>
    <pc:chgData name="Avinash Arun Chauhan" userId="S::avinash.chauhan@mahindrauniversity.edu.in::241b5f3e-36f4-4c61-9553-90e6a1c1b8a6" providerId="AD" clId="Web-{EFFDA887-7FF2-E696-9457-E1F726E9BCB6}"/>
    <pc:docChg chg="addSld delSld modSld">
      <pc:chgData name="Avinash Arun Chauhan" userId="S::avinash.chauhan@mahindrauniversity.edu.in::241b5f3e-36f4-4c61-9553-90e6a1c1b8a6" providerId="AD" clId="Web-{EFFDA887-7FF2-E696-9457-E1F726E9BCB6}" dt="2022-08-04T11:26:43.918" v="556" actId="20577"/>
      <pc:docMkLst>
        <pc:docMk/>
      </pc:docMkLst>
      <pc:sldChg chg="addSp modSp">
        <pc:chgData name="Avinash Arun Chauhan" userId="S::avinash.chauhan@mahindrauniversity.edu.in::241b5f3e-36f4-4c61-9553-90e6a1c1b8a6" providerId="AD" clId="Web-{EFFDA887-7FF2-E696-9457-E1F726E9BCB6}" dt="2022-08-04T11:23:25.864" v="550" actId="1076"/>
        <pc:sldMkLst>
          <pc:docMk/>
          <pc:sldMk cId="3131259695" sldId="258"/>
        </pc:sldMkLst>
      </pc:sldChg>
      <pc:sldChg chg="modSp">
        <pc:chgData name="Avinash Arun Chauhan" userId="S::avinash.chauhan@mahindrauniversity.edu.in::241b5f3e-36f4-4c61-9553-90e6a1c1b8a6" providerId="AD" clId="Web-{EFFDA887-7FF2-E696-9457-E1F726E9BCB6}" dt="2022-08-04T11:21:31.813" v="496" actId="20577"/>
        <pc:sldMkLst>
          <pc:docMk/>
          <pc:sldMk cId="3615545428" sldId="259"/>
        </pc:sldMkLst>
      </pc:sldChg>
      <pc:sldChg chg="modSp">
        <pc:chgData name="Avinash Arun Chauhan" userId="S::avinash.chauhan@mahindrauniversity.edu.in::241b5f3e-36f4-4c61-9553-90e6a1c1b8a6" providerId="AD" clId="Web-{EFFDA887-7FF2-E696-9457-E1F726E9BCB6}" dt="2022-08-04T11:01:15.394" v="198" actId="20577"/>
        <pc:sldMkLst>
          <pc:docMk/>
          <pc:sldMk cId="665632959" sldId="260"/>
        </pc:sldMkLst>
      </pc:sldChg>
      <pc:sldChg chg="modSp">
        <pc:chgData name="Avinash Arun Chauhan" userId="S::avinash.chauhan@mahindrauniversity.edu.in::241b5f3e-36f4-4c61-9553-90e6a1c1b8a6" providerId="AD" clId="Web-{EFFDA887-7FF2-E696-9457-E1F726E9BCB6}" dt="2022-08-04T11:26:43.918" v="556" actId="20577"/>
        <pc:sldMkLst>
          <pc:docMk/>
          <pc:sldMk cId="686329520" sldId="262"/>
        </pc:sldMkLst>
      </pc:sldChg>
      <pc:sldChg chg="modSp new del">
        <pc:chgData name="Avinash Arun Chauhan" userId="S::avinash.chauhan@mahindrauniversity.edu.in::241b5f3e-36f4-4c61-9553-90e6a1c1b8a6" providerId="AD" clId="Web-{EFFDA887-7FF2-E696-9457-E1F726E9BCB6}" dt="2022-08-04T11:24:19.522" v="551"/>
        <pc:sldMkLst>
          <pc:docMk/>
          <pc:sldMk cId="2110078205" sldId="265"/>
        </pc:sldMkLst>
      </pc:sldChg>
      <pc:sldChg chg="new del">
        <pc:chgData name="Avinash Arun Chauhan" userId="S::avinash.chauhan@mahindrauniversity.edu.in::241b5f3e-36f4-4c61-9553-90e6a1c1b8a6" providerId="AD" clId="Web-{EFFDA887-7FF2-E696-9457-E1F726E9BCB6}" dt="2022-08-04T11:14:55.439" v="274"/>
        <pc:sldMkLst>
          <pc:docMk/>
          <pc:sldMk cId="944680170" sldId="266"/>
        </pc:sldMkLst>
      </pc:sldChg>
    </pc:docChg>
  </pc:docChgLst>
  <pc:docChgLst>
    <pc:chgData name="Avinash Arun Chauhan" userId="S::avinash.chauhan@mahindrauniversity.edu.in::241b5f3e-36f4-4c61-9553-90e6a1c1b8a6" providerId="AD" clId="Web-{9652A111-A76F-A9D2-D665-FDCA6DB7DB23}"/>
    <pc:docChg chg="addSld delSld modSld sldOrd">
      <pc:chgData name="Avinash Arun Chauhan" userId="S::avinash.chauhan@mahindrauniversity.edu.in::241b5f3e-36f4-4c61-9553-90e6a1c1b8a6" providerId="AD" clId="Web-{9652A111-A76F-A9D2-D665-FDCA6DB7DB23}" dt="2025-02-04T09:27:17.694" v="2712" actId="20577"/>
      <pc:docMkLst>
        <pc:docMk/>
      </pc:docMkLst>
      <pc:sldChg chg="modSp">
        <pc:chgData name="Avinash Arun Chauhan" userId="S::avinash.chauhan@mahindrauniversity.edu.in::241b5f3e-36f4-4c61-9553-90e6a1c1b8a6" providerId="AD" clId="Web-{9652A111-A76F-A9D2-D665-FDCA6DB7DB23}" dt="2025-02-04T05:29:19.265" v="103" actId="20577"/>
        <pc:sldMkLst>
          <pc:docMk/>
          <pc:sldMk cId="1153999674" sldId="355"/>
        </pc:sldMkLst>
      </pc:sldChg>
      <pc:sldChg chg="addSp delSp modSp">
        <pc:chgData name="Avinash Arun Chauhan" userId="S::avinash.chauhan@mahindrauniversity.edu.in::241b5f3e-36f4-4c61-9553-90e6a1c1b8a6" providerId="AD" clId="Web-{9652A111-A76F-A9D2-D665-FDCA6DB7DB23}" dt="2025-02-04T08:14:08.179" v="2583"/>
        <pc:sldMkLst>
          <pc:docMk/>
          <pc:sldMk cId="3754596656" sldId="395"/>
        </pc:sldMkLst>
      </pc:sldChg>
      <pc:sldChg chg="addSp modSp">
        <pc:chgData name="Avinash Arun Chauhan" userId="S::avinash.chauhan@mahindrauniversity.edu.in::241b5f3e-36f4-4c61-9553-90e6a1c1b8a6" providerId="AD" clId="Web-{9652A111-A76F-A9D2-D665-FDCA6DB7DB23}" dt="2025-02-04T05:32:44.579" v="115" actId="20577"/>
        <pc:sldMkLst>
          <pc:docMk/>
          <pc:sldMk cId="1331974274" sldId="396"/>
        </pc:sldMkLst>
      </pc:sldChg>
      <pc:sldChg chg="modSp">
        <pc:chgData name="Avinash Arun Chauhan" userId="S::avinash.chauhan@mahindrauniversity.edu.in::241b5f3e-36f4-4c61-9553-90e6a1c1b8a6" providerId="AD" clId="Web-{9652A111-A76F-A9D2-D665-FDCA6DB7DB23}" dt="2025-02-04T05:30:23.156" v="104" actId="20577"/>
        <pc:sldMkLst>
          <pc:docMk/>
          <pc:sldMk cId="2054758623" sldId="398"/>
        </pc:sldMkLst>
      </pc:sldChg>
      <pc:sldChg chg="modSp modNotes">
        <pc:chgData name="Avinash Arun Chauhan" userId="S::avinash.chauhan@mahindrauniversity.edu.in::241b5f3e-36f4-4c61-9553-90e6a1c1b8a6" providerId="AD" clId="Web-{9652A111-A76F-A9D2-D665-FDCA6DB7DB23}" dt="2025-02-04T08:15:59.667" v="2609" actId="20577"/>
        <pc:sldMkLst>
          <pc:docMk/>
          <pc:sldMk cId="2651303011" sldId="399"/>
        </pc:sldMkLst>
      </pc:sldChg>
      <pc:sldChg chg="del">
        <pc:chgData name="Avinash Arun Chauhan" userId="S::avinash.chauhan@mahindrauniversity.edu.in::241b5f3e-36f4-4c61-9553-90e6a1c1b8a6" providerId="AD" clId="Web-{9652A111-A76F-A9D2-D665-FDCA6DB7DB23}" dt="2025-02-04T07:01:58.872" v="2522"/>
        <pc:sldMkLst>
          <pc:docMk/>
          <pc:sldMk cId="3219962969" sldId="400"/>
        </pc:sldMkLst>
      </pc:sldChg>
      <pc:sldChg chg="del">
        <pc:chgData name="Avinash Arun Chauhan" userId="S::avinash.chauhan@mahindrauniversity.edu.in::241b5f3e-36f4-4c61-9553-90e6a1c1b8a6" providerId="AD" clId="Web-{9652A111-A76F-A9D2-D665-FDCA6DB7DB23}" dt="2025-02-04T07:01:59.841" v="2523"/>
        <pc:sldMkLst>
          <pc:docMk/>
          <pc:sldMk cId="675903330" sldId="401"/>
        </pc:sldMkLst>
      </pc:sldChg>
      <pc:sldChg chg="del">
        <pc:chgData name="Avinash Arun Chauhan" userId="S::avinash.chauhan@mahindrauniversity.edu.in::241b5f3e-36f4-4c61-9553-90e6a1c1b8a6" providerId="AD" clId="Web-{9652A111-A76F-A9D2-D665-FDCA6DB7DB23}" dt="2025-02-04T07:02:01.169" v="2524"/>
        <pc:sldMkLst>
          <pc:docMk/>
          <pc:sldMk cId="2868279875" sldId="402"/>
        </pc:sldMkLst>
      </pc:sldChg>
      <pc:sldChg chg="del">
        <pc:chgData name="Avinash Arun Chauhan" userId="S::avinash.chauhan@mahindrauniversity.edu.in::241b5f3e-36f4-4c61-9553-90e6a1c1b8a6" providerId="AD" clId="Web-{9652A111-A76F-A9D2-D665-FDCA6DB7DB23}" dt="2025-02-04T07:02:02.076" v="2525"/>
        <pc:sldMkLst>
          <pc:docMk/>
          <pc:sldMk cId="1531576171" sldId="403"/>
        </pc:sldMkLst>
      </pc:sldChg>
      <pc:sldChg chg="addSp modSp add ord replId">
        <pc:chgData name="Avinash Arun Chauhan" userId="S::avinash.chauhan@mahindrauniversity.edu.in::241b5f3e-36f4-4c61-9553-90e6a1c1b8a6" providerId="AD" clId="Web-{9652A111-A76F-A9D2-D665-FDCA6DB7DB23}" dt="2025-02-04T05:46:46.256" v="431" actId="1076"/>
        <pc:sldMkLst>
          <pc:docMk/>
          <pc:sldMk cId="797437864" sldId="405"/>
        </pc:sldMkLst>
      </pc:sldChg>
      <pc:sldChg chg="addSp delSp modSp add replId">
        <pc:chgData name="Avinash Arun Chauhan" userId="S::avinash.chauhan@mahindrauniversity.edu.in::241b5f3e-36f4-4c61-9553-90e6a1c1b8a6" providerId="AD" clId="Web-{9652A111-A76F-A9D2-D665-FDCA6DB7DB23}" dt="2025-02-04T06:06:46.481" v="1018" actId="20577"/>
        <pc:sldMkLst>
          <pc:docMk/>
          <pc:sldMk cId="3490620550" sldId="406"/>
        </pc:sldMkLst>
      </pc:sldChg>
      <pc:sldChg chg="delSp modSp add del replId">
        <pc:chgData name="Avinash Arun Chauhan" userId="S::avinash.chauhan@mahindrauniversity.edu.in::241b5f3e-36f4-4c61-9553-90e6a1c1b8a6" providerId="AD" clId="Web-{9652A111-A76F-A9D2-D665-FDCA6DB7DB23}" dt="2025-02-04T06:06:56.809" v="1019"/>
        <pc:sldMkLst>
          <pc:docMk/>
          <pc:sldMk cId="21574984" sldId="407"/>
        </pc:sldMkLst>
      </pc:sldChg>
      <pc:sldChg chg="delSp modSp add replId">
        <pc:chgData name="Avinash Arun Chauhan" userId="S::avinash.chauhan@mahindrauniversity.edu.in::241b5f3e-36f4-4c61-9553-90e6a1c1b8a6" providerId="AD" clId="Web-{9652A111-A76F-A9D2-D665-FDCA6DB7DB23}" dt="2025-02-04T08:42:16.101" v="2676" actId="20577"/>
        <pc:sldMkLst>
          <pc:docMk/>
          <pc:sldMk cId="1706956384" sldId="407"/>
        </pc:sldMkLst>
      </pc:sldChg>
      <pc:sldChg chg="modSp add replId">
        <pc:chgData name="Avinash Arun Chauhan" userId="S::avinash.chauhan@mahindrauniversity.edu.in::241b5f3e-36f4-4c61-9553-90e6a1c1b8a6" providerId="AD" clId="Web-{9652A111-A76F-A9D2-D665-FDCA6DB7DB23}" dt="2025-02-04T08:43:04.025" v="2710" actId="20577"/>
        <pc:sldMkLst>
          <pc:docMk/>
          <pc:sldMk cId="2363286037" sldId="408"/>
        </pc:sldMkLst>
      </pc:sldChg>
      <pc:sldChg chg="modSp add replId">
        <pc:chgData name="Avinash Arun Chauhan" userId="S::avinash.chauhan@mahindrauniversity.edu.in::241b5f3e-36f4-4c61-9553-90e6a1c1b8a6" providerId="AD" clId="Web-{9652A111-A76F-A9D2-D665-FDCA6DB7DB23}" dt="2025-02-04T09:27:17.694" v="2712" actId="20577"/>
        <pc:sldMkLst>
          <pc:docMk/>
          <pc:sldMk cId="468204953" sldId="409"/>
        </pc:sldMkLst>
      </pc:sldChg>
      <pc:sldChg chg="addSp delSp modSp add replId">
        <pc:chgData name="Avinash Arun Chauhan" userId="S::avinash.chauhan@mahindrauniversity.edu.in::241b5f3e-36f4-4c61-9553-90e6a1c1b8a6" providerId="AD" clId="Web-{9652A111-A76F-A9D2-D665-FDCA6DB7DB23}" dt="2025-02-04T06:41:41.882" v="1939"/>
        <pc:sldMkLst>
          <pc:docMk/>
          <pc:sldMk cId="3626562986" sldId="410"/>
        </pc:sldMkLst>
      </pc:sldChg>
      <pc:sldChg chg="addSp modSp add del replId">
        <pc:chgData name="Avinash Arun Chauhan" userId="S::avinash.chauhan@mahindrauniversity.edu.in::241b5f3e-36f4-4c61-9553-90e6a1c1b8a6" providerId="AD" clId="Web-{9652A111-A76F-A9D2-D665-FDCA6DB7DB23}" dt="2025-02-04T06:44:49.039" v="1997" actId="20577"/>
        <pc:sldMkLst>
          <pc:docMk/>
          <pc:sldMk cId="3059869477" sldId="411"/>
        </pc:sldMkLst>
      </pc:sldChg>
      <pc:sldChg chg="modSp add replId">
        <pc:chgData name="Avinash Arun Chauhan" userId="S::avinash.chauhan@mahindrauniversity.edu.in::241b5f3e-36f4-4c61-9553-90e6a1c1b8a6" providerId="AD" clId="Web-{9652A111-A76F-A9D2-D665-FDCA6DB7DB23}" dt="2025-02-04T07:00:19.450" v="2490" actId="20577"/>
        <pc:sldMkLst>
          <pc:docMk/>
          <pc:sldMk cId="2250290411" sldId="412"/>
        </pc:sldMkLst>
      </pc:sldChg>
      <pc:sldChg chg="modSp add replId">
        <pc:chgData name="Avinash Arun Chauhan" userId="S::avinash.chauhan@mahindrauniversity.edu.in::241b5f3e-36f4-4c61-9553-90e6a1c1b8a6" providerId="AD" clId="Web-{9652A111-A76F-A9D2-D665-FDCA6DB7DB23}" dt="2025-02-04T08:29:07.525" v="2629" actId="20577"/>
        <pc:sldMkLst>
          <pc:docMk/>
          <pc:sldMk cId="389664210" sldId="413"/>
        </pc:sldMkLst>
      </pc:sldChg>
      <pc:sldChg chg="modSp add replId">
        <pc:chgData name="Avinash Arun Chauhan" userId="S::avinash.chauhan@mahindrauniversity.edu.in::241b5f3e-36f4-4c61-9553-90e6a1c1b8a6" providerId="AD" clId="Web-{9652A111-A76F-A9D2-D665-FDCA6DB7DB23}" dt="2025-02-04T06:53:36.323" v="2337" actId="20577"/>
        <pc:sldMkLst>
          <pc:docMk/>
          <pc:sldMk cId="1663143253" sldId="414"/>
        </pc:sldMkLst>
      </pc:sldChg>
      <pc:sldChg chg="modSp add replId modNotes">
        <pc:chgData name="Avinash Arun Chauhan" userId="S::avinash.chauhan@mahindrauniversity.edu.in::241b5f3e-36f4-4c61-9553-90e6a1c1b8a6" providerId="AD" clId="Web-{9652A111-A76F-A9D2-D665-FDCA6DB7DB23}" dt="2025-02-04T07:00:51.778" v="2494"/>
        <pc:sldMkLst>
          <pc:docMk/>
          <pc:sldMk cId="2608449174" sldId="415"/>
        </pc:sldMkLst>
      </pc:sldChg>
    </pc:docChg>
  </pc:docChgLst>
  <pc:docChgLst>
    <pc:chgData name="Avinash Arun Chauhan" userId="S::avinash.chauhan@mahindrauniversity.edu.in::241b5f3e-36f4-4c61-9553-90e6a1c1b8a6" providerId="AD" clId="Web-{AB7E9CC4-D0FE-F3DD-DE81-506CCF713EA9}"/>
    <pc:docChg chg="addSld delSld modSld sldOrd">
      <pc:chgData name="Avinash Arun Chauhan" userId="S::avinash.chauhan@mahindrauniversity.edu.in::241b5f3e-36f4-4c61-9553-90e6a1c1b8a6" providerId="AD" clId="Web-{AB7E9CC4-D0FE-F3DD-DE81-506CCF713EA9}" dt="2025-01-18T12:25:22.335" v="2619" actId="20577"/>
      <pc:docMkLst>
        <pc:docMk/>
      </pc:docMkLst>
      <pc:sldChg chg="modSp">
        <pc:chgData name="Avinash Arun Chauhan" userId="S::avinash.chauhan@mahindrauniversity.edu.in::241b5f3e-36f4-4c61-9553-90e6a1c1b8a6" providerId="AD" clId="Web-{AB7E9CC4-D0FE-F3DD-DE81-506CCF713EA9}" dt="2025-01-18T12:21:44.373" v="2506" actId="20577"/>
        <pc:sldMkLst>
          <pc:docMk/>
          <pc:sldMk cId="934216185" sldId="268"/>
        </pc:sldMkLst>
      </pc:sldChg>
      <pc:sldChg chg="modSp">
        <pc:chgData name="Avinash Arun Chauhan" userId="S::avinash.chauhan@mahindrauniversity.edu.in::241b5f3e-36f4-4c61-9553-90e6a1c1b8a6" providerId="AD" clId="Web-{AB7E9CC4-D0FE-F3DD-DE81-506CCF713EA9}" dt="2025-01-18T11:38:09.718" v="77" actId="20577"/>
        <pc:sldMkLst>
          <pc:docMk/>
          <pc:sldMk cId="1186293514" sldId="278"/>
        </pc:sldMkLst>
      </pc:sldChg>
      <pc:sldChg chg="del">
        <pc:chgData name="Avinash Arun Chauhan" userId="S::avinash.chauhan@mahindrauniversity.edu.in::241b5f3e-36f4-4c61-9553-90e6a1c1b8a6" providerId="AD" clId="Web-{AB7E9CC4-D0FE-F3DD-DE81-506CCF713EA9}" dt="2025-01-18T12:20:43.387" v="2478"/>
        <pc:sldMkLst>
          <pc:docMk/>
          <pc:sldMk cId="724459202" sldId="288"/>
        </pc:sldMkLst>
      </pc:sldChg>
      <pc:sldChg chg="modSp">
        <pc:chgData name="Avinash Arun Chauhan" userId="S::avinash.chauhan@mahindrauniversity.edu.in::241b5f3e-36f4-4c61-9553-90e6a1c1b8a6" providerId="AD" clId="Web-{AB7E9CC4-D0FE-F3DD-DE81-506CCF713EA9}" dt="2025-01-18T11:34:01.006" v="2" actId="20577"/>
        <pc:sldMkLst>
          <pc:docMk/>
          <pc:sldMk cId="4174301513" sldId="296"/>
        </pc:sldMkLst>
      </pc:sldChg>
      <pc:sldChg chg="del">
        <pc:chgData name="Avinash Arun Chauhan" userId="S::avinash.chauhan@mahindrauniversity.edu.in::241b5f3e-36f4-4c61-9553-90e6a1c1b8a6" providerId="AD" clId="Web-{AB7E9CC4-D0FE-F3DD-DE81-506CCF713EA9}" dt="2025-01-18T12:19:47.369" v="2473"/>
        <pc:sldMkLst>
          <pc:docMk/>
          <pc:sldMk cId="3274344979" sldId="298"/>
        </pc:sldMkLst>
      </pc:sldChg>
      <pc:sldChg chg="modSp">
        <pc:chgData name="Avinash Arun Chauhan" userId="S::avinash.chauhan@mahindrauniversity.edu.in::241b5f3e-36f4-4c61-9553-90e6a1c1b8a6" providerId="AD" clId="Web-{AB7E9CC4-D0FE-F3DD-DE81-506CCF713EA9}" dt="2025-01-18T12:20:22.824" v="2477" actId="20577"/>
        <pc:sldMkLst>
          <pc:docMk/>
          <pc:sldMk cId="49444374" sldId="300"/>
        </pc:sldMkLst>
      </pc:sldChg>
      <pc:sldChg chg="del">
        <pc:chgData name="Avinash Arun Chauhan" userId="S::avinash.chauhan@mahindrauniversity.edu.in::241b5f3e-36f4-4c61-9553-90e6a1c1b8a6" providerId="AD" clId="Web-{AB7E9CC4-D0FE-F3DD-DE81-506CCF713EA9}" dt="2025-01-18T12:20:13.542" v="2474"/>
        <pc:sldMkLst>
          <pc:docMk/>
          <pc:sldMk cId="3359934488" sldId="303"/>
        </pc:sldMkLst>
      </pc:sldChg>
      <pc:sldChg chg="add replId">
        <pc:chgData name="Avinash Arun Chauhan" userId="S::avinash.chauhan@mahindrauniversity.edu.in::241b5f3e-36f4-4c61-9553-90e6a1c1b8a6" providerId="AD" clId="Web-{AB7E9CC4-D0FE-F3DD-DE81-506CCF713EA9}" dt="2025-01-18T11:36:09.527" v="3"/>
        <pc:sldMkLst>
          <pc:docMk/>
          <pc:sldMk cId="3244401758" sldId="307"/>
        </pc:sldMkLst>
      </pc:sldChg>
      <pc:sldChg chg="modSp add replId">
        <pc:chgData name="Avinash Arun Chauhan" userId="S::avinash.chauhan@mahindrauniversity.edu.in::241b5f3e-36f4-4c61-9553-90e6a1c1b8a6" providerId="AD" clId="Web-{AB7E9CC4-D0FE-F3DD-DE81-506CCF713EA9}" dt="2025-01-18T11:42:36.822" v="146" actId="20577"/>
        <pc:sldMkLst>
          <pc:docMk/>
          <pc:sldMk cId="502777159" sldId="308"/>
        </pc:sldMkLst>
      </pc:sldChg>
      <pc:sldChg chg="addSp modSp add replId">
        <pc:chgData name="Avinash Arun Chauhan" userId="S::avinash.chauhan@mahindrauniversity.edu.in::241b5f3e-36f4-4c61-9553-90e6a1c1b8a6" providerId="AD" clId="Web-{AB7E9CC4-D0FE-F3DD-DE81-506CCF713EA9}" dt="2025-01-18T11:40:38.239" v="134" actId="1076"/>
        <pc:sldMkLst>
          <pc:docMk/>
          <pc:sldMk cId="4254305730" sldId="309"/>
        </pc:sldMkLst>
      </pc:sldChg>
      <pc:sldChg chg="addSp delSp modSp add replId">
        <pc:chgData name="Avinash Arun Chauhan" userId="S::avinash.chauhan@mahindrauniversity.edu.in::241b5f3e-36f4-4c61-9553-90e6a1c1b8a6" providerId="AD" clId="Web-{AB7E9CC4-D0FE-F3DD-DE81-506CCF713EA9}" dt="2025-01-18T11:41:40.757" v="142" actId="1076"/>
        <pc:sldMkLst>
          <pc:docMk/>
          <pc:sldMk cId="1320266241" sldId="310"/>
        </pc:sldMkLst>
      </pc:sldChg>
      <pc:sldChg chg="modSp add replId">
        <pc:chgData name="Avinash Arun Chauhan" userId="S::avinash.chauhan@mahindrauniversity.edu.in::241b5f3e-36f4-4c61-9553-90e6a1c1b8a6" providerId="AD" clId="Web-{AB7E9CC4-D0FE-F3DD-DE81-506CCF713EA9}" dt="2025-01-18T11:46:43.127" v="420" actId="20577"/>
        <pc:sldMkLst>
          <pc:docMk/>
          <pc:sldMk cId="807900793" sldId="311"/>
        </pc:sldMkLst>
      </pc:sldChg>
      <pc:sldChg chg="addSp modSp add ord replId">
        <pc:chgData name="Avinash Arun Chauhan" userId="S::avinash.chauhan@mahindrauniversity.edu.in::241b5f3e-36f4-4c61-9553-90e6a1c1b8a6" providerId="AD" clId="Web-{AB7E9CC4-D0FE-F3DD-DE81-506CCF713EA9}" dt="2025-01-18T11:52:38.827" v="850" actId="1076"/>
        <pc:sldMkLst>
          <pc:docMk/>
          <pc:sldMk cId="3590600133" sldId="312"/>
        </pc:sldMkLst>
      </pc:sldChg>
      <pc:sldChg chg="addSp delSp modSp add replId">
        <pc:chgData name="Avinash Arun Chauhan" userId="S::avinash.chauhan@mahindrauniversity.edu.in::241b5f3e-36f4-4c61-9553-90e6a1c1b8a6" providerId="AD" clId="Web-{AB7E9CC4-D0FE-F3DD-DE81-506CCF713EA9}" dt="2025-01-18T11:55:17.520" v="886" actId="1076"/>
        <pc:sldMkLst>
          <pc:docMk/>
          <pc:sldMk cId="1004175266" sldId="313"/>
        </pc:sldMkLst>
      </pc:sldChg>
      <pc:sldChg chg="modSp add replId">
        <pc:chgData name="Avinash Arun Chauhan" userId="S::avinash.chauhan@mahindrauniversity.edu.in::241b5f3e-36f4-4c61-9553-90e6a1c1b8a6" providerId="AD" clId="Web-{AB7E9CC4-D0FE-F3DD-DE81-506CCF713EA9}" dt="2025-01-18T12:01:59.050" v="1104" actId="20577"/>
        <pc:sldMkLst>
          <pc:docMk/>
          <pc:sldMk cId="4200966765" sldId="314"/>
        </pc:sldMkLst>
      </pc:sldChg>
      <pc:sldChg chg="modSp add replId">
        <pc:chgData name="Avinash Arun Chauhan" userId="S::avinash.chauhan@mahindrauniversity.edu.in::241b5f3e-36f4-4c61-9553-90e6a1c1b8a6" providerId="AD" clId="Web-{AB7E9CC4-D0FE-F3DD-DE81-506CCF713EA9}" dt="2025-01-18T12:04:54.197" v="1168" actId="20577"/>
        <pc:sldMkLst>
          <pc:docMk/>
          <pc:sldMk cId="3694787939" sldId="315"/>
        </pc:sldMkLst>
      </pc:sldChg>
      <pc:sldChg chg="modSp add replId">
        <pc:chgData name="Avinash Arun Chauhan" userId="S::avinash.chauhan@mahindrauniversity.edu.in::241b5f3e-36f4-4c61-9553-90e6a1c1b8a6" providerId="AD" clId="Web-{AB7E9CC4-D0FE-F3DD-DE81-506CCF713EA9}" dt="2025-01-18T12:10:37.334" v="1647" actId="20577"/>
        <pc:sldMkLst>
          <pc:docMk/>
          <pc:sldMk cId="1593666684" sldId="316"/>
        </pc:sldMkLst>
      </pc:sldChg>
      <pc:sldChg chg="modSp add replId">
        <pc:chgData name="Avinash Arun Chauhan" userId="S::avinash.chauhan@mahindrauniversity.edu.in::241b5f3e-36f4-4c61-9553-90e6a1c1b8a6" providerId="AD" clId="Web-{AB7E9CC4-D0FE-F3DD-DE81-506CCF713EA9}" dt="2025-01-18T12:13:28.387" v="1964" actId="20577"/>
        <pc:sldMkLst>
          <pc:docMk/>
          <pc:sldMk cId="12336382" sldId="317"/>
        </pc:sldMkLst>
      </pc:sldChg>
      <pc:sldChg chg="modSp add replId">
        <pc:chgData name="Avinash Arun Chauhan" userId="S::avinash.chauhan@mahindrauniversity.edu.in::241b5f3e-36f4-4c61-9553-90e6a1c1b8a6" providerId="AD" clId="Web-{AB7E9CC4-D0FE-F3DD-DE81-506CCF713EA9}" dt="2025-01-18T12:19:33.478" v="2472" actId="20577"/>
        <pc:sldMkLst>
          <pc:docMk/>
          <pc:sldMk cId="2660924394" sldId="318"/>
        </pc:sldMkLst>
      </pc:sldChg>
      <pc:sldChg chg="modSp add replId">
        <pc:chgData name="Avinash Arun Chauhan" userId="S::avinash.chauhan@mahindrauniversity.edu.in::241b5f3e-36f4-4c61-9553-90e6a1c1b8a6" providerId="AD" clId="Web-{AB7E9CC4-D0FE-F3DD-DE81-506CCF713EA9}" dt="2025-01-18T12:21:08.200" v="2490" actId="20577"/>
        <pc:sldMkLst>
          <pc:docMk/>
          <pc:sldMk cId="1399442832" sldId="319"/>
        </pc:sldMkLst>
      </pc:sldChg>
      <pc:sldChg chg="add replId">
        <pc:chgData name="Avinash Arun Chauhan" userId="S::avinash.chauhan@mahindrauniversity.edu.in::241b5f3e-36f4-4c61-9553-90e6a1c1b8a6" providerId="AD" clId="Web-{AB7E9CC4-D0FE-F3DD-DE81-506CCF713EA9}" dt="2025-01-18T12:22:39.125" v="2507"/>
        <pc:sldMkLst>
          <pc:docMk/>
          <pc:sldMk cId="817768886" sldId="320"/>
        </pc:sldMkLst>
      </pc:sldChg>
      <pc:sldChg chg="modSp add replId">
        <pc:chgData name="Avinash Arun Chauhan" userId="S::avinash.chauhan@mahindrauniversity.edu.in::241b5f3e-36f4-4c61-9553-90e6a1c1b8a6" providerId="AD" clId="Web-{AB7E9CC4-D0FE-F3DD-DE81-506CCF713EA9}" dt="2025-01-18T12:25:22.335" v="2619" actId="20577"/>
        <pc:sldMkLst>
          <pc:docMk/>
          <pc:sldMk cId="3676104736" sldId="321"/>
        </pc:sldMkLst>
      </pc:sldChg>
      <pc:sldChg chg="modSp add replId">
        <pc:chgData name="Avinash Arun Chauhan" userId="S::avinash.chauhan@mahindrauniversity.edu.in::241b5f3e-36f4-4c61-9553-90e6a1c1b8a6" providerId="AD" clId="Web-{AB7E9CC4-D0FE-F3DD-DE81-506CCF713EA9}" dt="2025-01-18T12:24:10.222" v="2595" actId="20577"/>
        <pc:sldMkLst>
          <pc:docMk/>
          <pc:sldMk cId="3627241866" sldId="322"/>
        </pc:sldMkLst>
      </pc:sldChg>
    </pc:docChg>
  </pc:docChgLst>
  <pc:docChgLst>
    <pc:chgData name="Avinash Arun Chauhan" userId="S::avinash.chauhan@mahindrauniversity.edu.in::241b5f3e-36f4-4c61-9553-90e6a1c1b8a6" providerId="AD" clId="Web-{97AC26D3-E99C-AA7E-01AD-77850BA735A0}"/>
    <pc:docChg chg="addSld modSld sldOrd">
      <pc:chgData name="Avinash Arun Chauhan" userId="S::avinash.chauhan@mahindrauniversity.edu.in::241b5f3e-36f4-4c61-9553-90e6a1c1b8a6" providerId="AD" clId="Web-{97AC26D3-E99C-AA7E-01AD-77850BA735A0}" dt="2025-04-23T08:02:04.844" v="1665" actId="20577"/>
      <pc:docMkLst>
        <pc:docMk/>
      </pc:docMkLst>
      <pc:sldChg chg="modSp">
        <pc:chgData name="Avinash Arun Chauhan" userId="S::avinash.chauhan@mahindrauniversity.edu.in::241b5f3e-36f4-4c61-9553-90e6a1c1b8a6" providerId="AD" clId="Web-{97AC26D3-E99C-AA7E-01AD-77850BA735A0}" dt="2025-04-23T08:02:04.844" v="1665" actId="20577"/>
        <pc:sldMkLst>
          <pc:docMk/>
          <pc:sldMk cId="3444865380" sldId="590"/>
        </pc:sldMkLst>
        <pc:spChg chg="mod">
          <ac:chgData name="Avinash Arun Chauhan" userId="S::avinash.chauhan@mahindrauniversity.edu.in::241b5f3e-36f4-4c61-9553-90e6a1c1b8a6" providerId="AD" clId="Web-{97AC26D3-E99C-AA7E-01AD-77850BA735A0}" dt="2025-04-23T08:02:04.844" v="1665" actId="20577"/>
          <ac:spMkLst>
            <pc:docMk/>
            <pc:sldMk cId="3444865380" sldId="590"/>
            <ac:spMk id="3" creationId="{AAF291D0-0B66-9B72-E375-37FAAFD0A785}"/>
          </ac:spMkLst>
        </pc:spChg>
      </pc:sldChg>
      <pc:sldChg chg="modSp add replId">
        <pc:chgData name="Avinash Arun Chauhan" userId="S::avinash.chauhan@mahindrauniversity.edu.in::241b5f3e-36f4-4c61-9553-90e6a1c1b8a6" providerId="AD" clId="Web-{97AC26D3-E99C-AA7E-01AD-77850BA735A0}" dt="2025-04-23T07:21:23.098" v="305" actId="20577"/>
        <pc:sldMkLst>
          <pc:docMk/>
          <pc:sldMk cId="3694732558" sldId="610"/>
        </pc:sldMkLst>
        <pc:spChg chg="mod">
          <ac:chgData name="Avinash Arun Chauhan" userId="S::avinash.chauhan@mahindrauniversity.edu.in::241b5f3e-36f4-4c61-9553-90e6a1c1b8a6" providerId="AD" clId="Web-{97AC26D3-E99C-AA7E-01AD-77850BA735A0}" dt="2025-04-23T07:19:02.331" v="204" actId="20577"/>
          <ac:spMkLst>
            <pc:docMk/>
            <pc:sldMk cId="3694732558" sldId="610"/>
            <ac:spMk id="2" creationId="{3685B294-B43F-BA0C-D449-28310D60CDA9}"/>
          </ac:spMkLst>
        </pc:spChg>
        <pc:spChg chg="mod">
          <ac:chgData name="Avinash Arun Chauhan" userId="S::avinash.chauhan@mahindrauniversity.edu.in::241b5f3e-36f4-4c61-9553-90e6a1c1b8a6" providerId="AD" clId="Web-{97AC26D3-E99C-AA7E-01AD-77850BA735A0}" dt="2025-04-23T07:21:23.098" v="305" actId="20577"/>
          <ac:spMkLst>
            <pc:docMk/>
            <pc:sldMk cId="3694732558" sldId="610"/>
            <ac:spMk id="3" creationId="{C67B74D5-59C6-1301-8850-F6625DE08BAF}"/>
          </ac:spMkLst>
        </pc:spChg>
      </pc:sldChg>
      <pc:sldChg chg="addSp modSp add replId">
        <pc:chgData name="Avinash Arun Chauhan" userId="S::avinash.chauhan@mahindrauniversity.edu.in::241b5f3e-36f4-4c61-9553-90e6a1c1b8a6" providerId="AD" clId="Web-{97AC26D3-E99C-AA7E-01AD-77850BA735A0}" dt="2025-04-23T07:26:51.037" v="423" actId="20577"/>
        <pc:sldMkLst>
          <pc:docMk/>
          <pc:sldMk cId="3809715601" sldId="611"/>
        </pc:sldMkLst>
        <pc:spChg chg="mod">
          <ac:chgData name="Avinash Arun Chauhan" userId="S::avinash.chauhan@mahindrauniversity.edu.in::241b5f3e-36f4-4c61-9553-90e6a1c1b8a6" providerId="AD" clId="Web-{97AC26D3-E99C-AA7E-01AD-77850BA735A0}" dt="2025-04-23T07:26:51.037" v="423" actId="20577"/>
          <ac:spMkLst>
            <pc:docMk/>
            <pc:sldMk cId="3809715601" sldId="611"/>
            <ac:spMk id="3" creationId="{9F949BE8-5BCA-B2B4-F339-A00B3C447C89}"/>
          </ac:spMkLst>
        </pc:spChg>
        <pc:picChg chg="add mod">
          <ac:chgData name="Avinash Arun Chauhan" userId="S::avinash.chauhan@mahindrauniversity.edu.in::241b5f3e-36f4-4c61-9553-90e6a1c1b8a6" providerId="AD" clId="Web-{97AC26D3-E99C-AA7E-01AD-77850BA735A0}" dt="2025-04-23T07:22:21.286" v="365" actId="1076"/>
          <ac:picMkLst>
            <pc:docMk/>
            <pc:sldMk cId="3809715601" sldId="611"/>
            <ac:picMk id="4" creationId="{2A999490-88A3-594E-3DF4-A0F387CC5483}"/>
          </ac:picMkLst>
        </pc:picChg>
      </pc:sldChg>
      <pc:sldChg chg="delSp modSp add replId">
        <pc:chgData name="Avinash Arun Chauhan" userId="S::avinash.chauhan@mahindrauniversity.edu.in::241b5f3e-36f4-4c61-9553-90e6a1c1b8a6" providerId="AD" clId="Web-{97AC26D3-E99C-AA7E-01AD-77850BA735A0}" dt="2025-04-23T07:49:16.012" v="1418" actId="20577"/>
        <pc:sldMkLst>
          <pc:docMk/>
          <pc:sldMk cId="3867817206" sldId="612"/>
        </pc:sldMkLst>
        <pc:spChg chg="mod">
          <ac:chgData name="Avinash Arun Chauhan" userId="S::avinash.chauhan@mahindrauniversity.edu.in::241b5f3e-36f4-4c61-9553-90e6a1c1b8a6" providerId="AD" clId="Web-{97AC26D3-E99C-AA7E-01AD-77850BA735A0}" dt="2025-04-23T07:49:16.012" v="1418" actId="20577"/>
          <ac:spMkLst>
            <pc:docMk/>
            <pc:sldMk cId="3867817206" sldId="612"/>
            <ac:spMk id="2" creationId="{0C8DBE21-2089-1C7B-5771-161577E5D965}"/>
          </ac:spMkLst>
        </pc:spChg>
        <pc:spChg chg="mod">
          <ac:chgData name="Avinash Arun Chauhan" userId="S::avinash.chauhan@mahindrauniversity.edu.in::241b5f3e-36f4-4c61-9553-90e6a1c1b8a6" providerId="AD" clId="Web-{97AC26D3-E99C-AA7E-01AD-77850BA735A0}" dt="2025-04-23T07:35:13.414" v="485" actId="20577"/>
          <ac:spMkLst>
            <pc:docMk/>
            <pc:sldMk cId="3867817206" sldId="612"/>
            <ac:spMk id="3" creationId="{D2E05C1A-D5A9-86E5-EFBF-63F4D014C234}"/>
          </ac:spMkLst>
        </pc:spChg>
        <pc:picChg chg="del">
          <ac:chgData name="Avinash Arun Chauhan" userId="S::avinash.chauhan@mahindrauniversity.edu.in::241b5f3e-36f4-4c61-9553-90e6a1c1b8a6" providerId="AD" clId="Web-{97AC26D3-E99C-AA7E-01AD-77850BA735A0}" dt="2025-04-23T07:26:54.537" v="425"/>
          <ac:picMkLst>
            <pc:docMk/>
            <pc:sldMk cId="3867817206" sldId="612"/>
            <ac:picMk id="4" creationId="{FB74282E-279E-B99E-08F1-19736BDA16AF}"/>
          </ac:picMkLst>
        </pc:picChg>
      </pc:sldChg>
      <pc:sldChg chg="modSp add replId">
        <pc:chgData name="Avinash Arun Chauhan" userId="S::avinash.chauhan@mahindrauniversity.edu.in::241b5f3e-36f4-4c61-9553-90e6a1c1b8a6" providerId="AD" clId="Web-{97AC26D3-E99C-AA7E-01AD-77850BA735A0}" dt="2025-04-23T07:49:37.981" v="1435" actId="20577"/>
        <pc:sldMkLst>
          <pc:docMk/>
          <pc:sldMk cId="1915110001" sldId="613"/>
        </pc:sldMkLst>
        <pc:spChg chg="mod">
          <ac:chgData name="Avinash Arun Chauhan" userId="S::avinash.chauhan@mahindrauniversity.edu.in::241b5f3e-36f4-4c61-9553-90e6a1c1b8a6" providerId="AD" clId="Web-{97AC26D3-E99C-AA7E-01AD-77850BA735A0}" dt="2025-04-23T07:49:37.981" v="1435" actId="20577"/>
          <ac:spMkLst>
            <pc:docMk/>
            <pc:sldMk cId="1915110001" sldId="613"/>
            <ac:spMk id="2" creationId="{2712D041-1D75-D430-8356-22F3411DEE8E}"/>
          </ac:spMkLst>
        </pc:spChg>
        <pc:spChg chg="mod">
          <ac:chgData name="Avinash Arun Chauhan" userId="S::avinash.chauhan@mahindrauniversity.edu.in::241b5f3e-36f4-4c61-9553-90e6a1c1b8a6" providerId="AD" clId="Web-{97AC26D3-E99C-AA7E-01AD-77850BA735A0}" dt="2025-04-23T07:39:48.447" v="814" actId="20577"/>
          <ac:spMkLst>
            <pc:docMk/>
            <pc:sldMk cId="1915110001" sldId="613"/>
            <ac:spMk id="3" creationId="{9B443DFC-9AB1-23E4-AAEF-2FA512FF3D1E}"/>
          </ac:spMkLst>
        </pc:spChg>
      </pc:sldChg>
      <pc:sldChg chg="modSp add replId">
        <pc:chgData name="Avinash Arun Chauhan" userId="S::avinash.chauhan@mahindrauniversity.edu.in::241b5f3e-36f4-4c61-9553-90e6a1c1b8a6" providerId="AD" clId="Web-{97AC26D3-E99C-AA7E-01AD-77850BA735A0}" dt="2025-04-23T07:49:01.762" v="1409" actId="20577"/>
        <pc:sldMkLst>
          <pc:docMk/>
          <pc:sldMk cId="1578040482" sldId="614"/>
        </pc:sldMkLst>
        <pc:spChg chg="mod">
          <ac:chgData name="Avinash Arun Chauhan" userId="S::avinash.chauhan@mahindrauniversity.edu.in::241b5f3e-36f4-4c61-9553-90e6a1c1b8a6" providerId="AD" clId="Web-{97AC26D3-E99C-AA7E-01AD-77850BA735A0}" dt="2025-04-23T07:49:01.762" v="1409" actId="20577"/>
          <ac:spMkLst>
            <pc:docMk/>
            <pc:sldMk cId="1578040482" sldId="614"/>
            <ac:spMk id="2" creationId="{C4DAB848-E066-D17F-11DA-B2B11FDB28F7}"/>
          </ac:spMkLst>
        </pc:spChg>
        <pc:spChg chg="mod">
          <ac:chgData name="Avinash Arun Chauhan" userId="S::avinash.chauhan@mahindrauniversity.edu.in::241b5f3e-36f4-4c61-9553-90e6a1c1b8a6" providerId="AD" clId="Web-{97AC26D3-E99C-AA7E-01AD-77850BA735A0}" dt="2025-04-23T07:44:50.542" v="1147" actId="20577"/>
          <ac:spMkLst>
            <pc:docMk/>
            <pc:sldMk cId="1578040482" sldId="614"/>
            <ac:spMk id="3" creationId="{C50D559D-448D-E9F5-79A2-270E35FDADF8}"/>
          </ac:spMkLst>
        </pc:spChg>
      </pc:sldChg>
      <pc:sldChg chg="addSp delSp modSp add replId">
        <pc:chgData name="Avinash Arun Chauhan" userId="S::avinash.chauhan@mahindrauniversity.edu.in::241b5f3e-36f4-4c61-9553-90e6a1c1b8a6" providerId="AD" clId="Web-{97AC26D3-E99C-AA7E-01AD-77850BA735A0}" dt="2025-04-23T07:48:42.215" v="1381" actId="20577"/>
        <pc:sldMkLst>
          <pc:docMk/>
          <pc:sldMk cId="4247493543" sldId="615"/>
        </pc:sldMkLst>
        <pc:spChg chg="mod">
          <ac:chgData name="Avinash Arun Chauhan" userId="S::avinash.chauhan@mahindrauniversity.edu.in::241b5f3e-36f4-4c61-9553-90e6a1c1b8a6" providerId="AD" clId="Web-{97AC26D3-E99C-AA7E-01AD-77850BA735A0}" dt="2025-04-23T07:48:42.215" v="1381" actId="20577"/>
          <ac:spMkLst>
            <pc:docMk/>
            <pc:sldMk cId="4247493543" sldId="615"/>
            <ac:spMk id="2" creationId="{F3F6B767-1040-E4DD-682E-E47E4E9A12FF}"/>
          </ac:spMkLst>
        </pc:spChg>
        <pc:spChg chg="mod">
          <ac:chgData name="Avinash Arun Chauhan" userId="S::avinash.chauhan@mahindrauniversity.edu.in::241b5f3e-36f4-4c61-9553-90e6a1c1b8a6" providerId="AD" clId="Web-{97AC26D3-E99C-AA7E-01AD-77850BA735A0}" dt="2025-04-23T07:45:00.698" v="1150" actId="20577"/>
          <ac:spMkLst>
            <pc:docMk/>
            <pc:sldMk cId="4247493543" sldId="615"/>
            <ac:spMk id="3" creationId="{8E6906F1-AD99-7A66-FC0E-1DB2C3B39270}"/>
          </ac:spMkLst>
        </pc:spChg>
        <pc:picChg chg="add del mod">
          <ac:chgData name="Avinash Arun Chauhan" userId="S::avinash.chauhan@mahindrauniversity.edu.in::241b5f3e-36f4-4c61-9553-90e6a1c1b8a6" providerId="AD" clId="Web-{97AC26D3-E99C-AA7E-01AD-77850BA735A0}" dt="2025-04-23T07:45:15.448" v="1154"/>
          <ac:picMkLst>
            <pc:docMk/>
            <pc:sldMk cId="4247493543" sldId="615"/>
            <ac:picMk id="4" creationId="{61178E23-6EA8-0785-B143-6E4820811AED}"/>
          </ac:picMkLst>
        </pc:picChg>
        <pc:picChg chg="add mod">
          <ac:chgData name="Avinash Arun Chauhan" userId="S::avinash.chauhan@mahindrauniversity.edu.in::241b5f3e-36f4-4c61-9553-90e6a1c1b8a6" providerId="AD" clId="Web-{97AC26D3-E99C-AA7E-01AD-77850BA735A0}" dt="2025-04-23T07:45:20.792" v="1157" actId="1076"/>
          <ac:picMkLst>
            <pc:docMk/>
            <pc:sldMk cId="4247493543" sldId="615"/>
            <ac:picMk id="5" creationId="{B68F17C2-E8B3-29B0-C664-D9E517950FEC}"/>
          </ac:picMkLst>
        </pc:picChg>
      </pc:sldChg>
      <pc:sldChg chg="modSp add replId">
        <pc:chgData name="Avinash Arun Chauhan" userId="S::avinash.chauhan@mahindrauniversity.edu.in::241b5f3e-36f4-4c61-9553-90e6a1c1b8a6" providerId="AD" clId="Web-{97AC26D3-E99C-AA7E-01AD-77850BA735A0}" dt="2025-04-23T07:48:38.746" v="1379" actId="20577"/>
        <pc:sldMkLst>
          <pc:docMk/>
          <pc:sldMk cId="3344977462" sldId="616"/>
        </pc:sldMkLst>
        <pc:spChg chg="mod">
          <ac:chgData name="Avinash Arun Chauhan" userId="S::avinash.chauhan@mahindrauniversity.edu.in::241b5f3e-36f4-4c61-9553-90e6a1c1b8a6" providerId="AD" clId="Web-{97AC26D3-E99C-AA7E-01AD-77850BA735A0}" dt="2025-04-23T07:48:38.746" v="1379" actId="20577"/>
          <ac:spMkLst>
            <pc:docMk/>
            <pc:sldMk cId="3344977462" sldId="616"/>
            <ac:spMk id="2" creationId="{D51D3D81-7CB6-3714-3F92-588155D7641E}"/>
          </ac:spMkLst>
        </pc:spChg>
        <pc:spChg chg="mod">
          <ac:chgData name="Avinash Arun Chauhan" userId="S::avinash.chauhan@mahindrauniversity.edu.in::241b5f3e-36f4-4c61-9553-90e6a1c1b8a6" providerId="AD" clId="Web-{97AC26D3-E99C-AA7E-01AD-77850BA735A0}" dt="2025-04-23T07:48:27.371" v="1367" actId="20577"/>
          <ac:spMkLst>
            <pc:docMk/>
            <pc:sldMk cId="3344977462" sldId="616"/>
            <ac:spMk id="3" creationId="{96EB2E4C-304B-052E-3A75-5B4E5DBE9FF6}"/>
          </ac:spMkLst>
        </pc:spChg>
      </pc:sldChg>
      <pc:sldChg chg="modSp add replId">
        <pc:chgData name="Avinash Arun Chauhan" userId="S::avinash.chauhan@mahindrauniversity.edu.in::241b5f3e-36f4-4c61-9553-90e6a1c1b8a6" providerId="AD" clId="Web-{97AC26D3-E99C-AA7E-01AD-77850BA735A0}" dt="2025-04-23T07:57:22.280" v="1525" actId="20577"/>
        <pc:sldMkLst>
          <pc:docMk/>
          <pc:sldMk cId="3850057708" sldId="617"/>
        </pc:sldMkLst>
        <pc:spChg chg="mod">
          <ac:chgData name="Avinash Arun Chauhan" userId="S::avinash.chauhan@mahindrauniversity.edu.in::241b5f3e-36f4-4c61-9553-90e6a1c1b8a6" providerId="AD" clId="Web-{97AC26D3-E99C-AA7E-01AD-77850BA735A0}" dt="2025-04-23T07:57:22.280" v="1525" actId="20577"/>
          <ac:spMkLst>
            <pc:docMk/>
            <pc:sldMk cId="3850057708" sldId="617"/>
            <ac:spMk id="3" creationId="{5E2D333A-994C-1763-B288-C594D2711F82}"/>
          </ac:spMkLst>
        </pc:spChg>
      </pc:sldChg>
      <pc:sldChg chg="addSp modSp add replId">
        <pc:chgData name="Avinash Arun Chauhan" userId="S::avinash.chauhan@mahindrauniversity.edu.in::241b5f3e-36f4-4c61-9553-90e6a1c1b8a6" providerId="AD" clId="Web-{97AC26D3-E99C-AA7E-01AD-77850BA735A0}" dt="2025-04-23T07:57:38.718" v="1531" actId="1076"/>
        <pc:sldMkLst>
          <pc:docMk/>
          <pc:sldMk cId="636874429" sldId="618"/>
        </pc:sldMkLst>
        <pc:spChg chg="mod">
          <ac:chgData name="Avinash Arun Chauhan" userId="S::avinash.chauhan@mahindrauniversity.edu.in::241b5f3e-36f4-4c61-9553-90e6a1c1b8a6" providerId="AD" clId="Web-{97AC26D3-E99C-AA7E-01AD-77850BA735A0}" dt="2025-04-23T07:57:28.343" v="1528" actId="20577"/>
          <ac:spMkLst>
            <pc:docMk/>
            <pc:sldMk cId="636874429" sldId="618"/>
            <ac:spMk id="3" creationId="{32100371-BED4-AD26-B519-51C0F2CE25A7}"/>
          </ac:spMkLst>
        </pc:spChg>
        <pc:picChg chg="add mod">
          <ac:chgData name="Avinash Arun Chauhan" userId="S::avinash.chauhan@mahindrauniversity.edu.in::241b5f3e-36f4-4c61-9553-90e6a1c1b8a6" providerId="AD" clId="Web-{97AC26D3-E99C-AA7E-01AD-77850BA735A0}" dt="2025-04-23T07:57:38.718" v="1531" actId="1076"/>
          <ac:picMkLst>
            <pc:docMk/>
            <pc:sldMk cId="636874429" sldId="618"/>
            <ac:picMk id="4" creationId="{9F0752A3-493D-EC32-62E4-43F72A264812}"/>
          </ac:picMkLst>
        </pc:picChg>
      </pc:sldChg>
      <pc:sldChg chg="modSp add ord replId">
        <pc:chgData name="Avinash Arun Chauhan" userId="S::avinash.chauhan@mahindrauniversity.edu.in::241b5f3e-36f4-4c61-9553-90e6a1c1b8a6" providerId="AD" clId="Web-{97AC26D3-E99C-AA7E-01AD-77850BA735A0}" dt="2025-04-23T08:00:49.578" v="1662" actId="20577"/>
        <pc:sldMkLst>
          <pc:docMk/>
          <pc:sldMk cId="4214548198" sldId="619"/>
        </pc:sldMkLst>
        <pc:spChg chg="mod">
          <ac:chgData name="Avinash Arun Chauhan" userId="S::avinash.chauhan@mahindrauniversity.edu.in::241b5f3e-36f4-4c61-9553-90e6a1c1b8a6" providerId="AD" clId="Web-{97AC26D3-E99C-AA7E-01AD-77850BA735A0}" dt="2025-04-23T07:58:29.890" v="1551" actId="20577"/>
          <ac:spMkLst>
            <pc:docMk/>
            <pc:sldMk cId="4214548198" sldId="619"/>
            <ac:spMk id="2" creationId="{10C14487-5447-8F89-41A5-B940AB47A6D3}"/>
          </ac:spMkLst>
        </pc:spChg>
        <pc:spChg chg="mod">
          <ac:chgData name="Avinash Arun Chauhan" userId="S::avinash.chauhan@mahindrauniversity.edu.in::241b5f3e-36f4-4c61-9553-90e6a1c1b8a6" providerId="AD" clId="Web-{97AC26D3-E99C-AA7E-01AD-77850BA735A0}" dt="2025-04-23T08:00:49.578" v="1662" actId="20577"/>
          <ac:spMkLst>
            <pc:docMk/>
            <pc:sldMk cId="4214548198" sldId="619"/>
            <ac:spMk id="3" creationId="{5D18AFEB-8583-6BBA-A52E-DCC43CBAA93A}"/>
          </ac:spMkLst>
        </pc:spChg>
      </pc:sldChg>
    </pc:docChg>
  </pc:docChgLst>
  <pc:docChgLst>
    <pc:chgData name="Avinash Arun Chauhan" userId="S::avinash.chauhan@mahindrauniversity.edu.in::241b5f3e-36f4-4c61-9553-90e6a1c1b8a6" providerId="AD" clId="Web-{0115A7F3-4588-EE32-6779-DBCD399B8B2A}"/>
    <pc:docChg chg="addSld delSld modSld">
      <pc:chgData name="Avinash Arun Chauhan" userId="S::avinash.chauhan@mahindrauniversity.edu.in::241b5f3e-36f4-4c61-9553-90e6a1c1b8a6" providerId="AD" clId="Web-{0115A7F3-4588-EE32-6779-DBCD399B8B2A}" dt="2025-02-10T06:41:52.617" v="1107"/>
      <pc:docMkLst>
        <pc:docMk/>
      </pc:docMkLst>
      <pc:sldChg chg="modSp">
        <pc:chgData name="Avinash Arun Chauhan" userId="S::avinash.chauhan@mahindrauniversity.edu.in::241b5f3e-36f4-4c61-9553-90e6a1c1b8a6" providerId="AD" clId="Web-{0115A7F3-4588-EE32-6779-DBCD399B8B2A}" dt="2025-02-10T05:59:26.757" v="15" actId="1076"/>
        <pc:sldMkLst>
          <pc:docMk/>
          <pc:sldMk cId="1540275285" sldId="256"/>
        </pc:sldMkLst>
        <pc:spChg chg="mod">
          <ac:chgData name="Avinash Arun Chauhan" userId="S::avinash.chauhan@mahindrauniversity.edu.in::241b5f3e-36f4-4c61-9553-90e6a1c1b8a6" providerId="AD" clId="Web-{0115A7F3-4588-EE32-6779-DBCD399B8B2A}" dt="2025-02-10T05:59:26.757" v="15" actId="1076"/>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0115A7F3-4588-EE32-6779-DBCD399B8B2A}" dt="2025-02-10T06:24:59.824" v="430" actId="20577"/>
        <pc:sldMkLst>
          <pc:docMk/>
          <pc:sldMk cId="3662289297" sldId="343"/>
        </pc:sldMkLst>
      </pc:sldChg>
      <pc:sldChg chg="del">
        <pc:chgData name="Avinash Arun Chauhan" userId="S::avinash.chauhan@mahindrauniversity.edu.in::241b5f3e-36f4-4c61-9553-90e6a1c1b8a6" providerId="AD" clId="Web-{0115A7F3-4588-EE32-6779-DBCD399B8B2A}" dt="2025-02-10T06:41:40.663" v="1086"/>
        <pc:sldMkLst>
          <pc:docMk/>
          <pc:sldMk cId="3379929072" sldId="344"/>
        </pc:sldMkLst>
      </pc:sldChg>
      <pc:sldChg chg="del">
        <pc:chgData name="Avinash Arun Chauhan" userId="S::avinash.chauhan@mahindrauniversity.edu.in::241b5f3e-36f4-4c61-9553-90e6a1c1b8a6" providerId="AD" clId="Web-{0115A7F3-4588-EE32-6779-DBCD399B8B2A}" dt="2025-02-10T06:41:45.742" v="1095"/>
        <pc:sldMkLst>
          <pc:docMk/>
          <pc:sldMk cId="1050131186" sldId="346"/>
        </pc:sldMkLst>
      </pc:sldChg>
      <pc:sldChg chg="del">
        <pc:chgData name="Avinash Arun Chauhan" userId="S::avinash.chauhan@mahindrauniversity.edu.in::241b5f3e-36f4-4c61-9553-90e6a1c1b8a6" providerId="AD" clId="Web-{0115A7F3-4588-EE32-6779-DBCD399B8B2A}" dt="2025-02-10T06:41:47.976" v="1098"/>
        <pc:sldMkLst>
          <pc:docMk/>
          <pc:sldMk cId="111794783" sldId="351"/>
        </pc:sldMkLst>
      </pc:sldChg>
      <pc:sldChg chg="modSp">
        <pc:chgData name="Avinash Arun Chauhan" userId="S::avinash.chauhan@mahindrauniversity.edu.in::241b5f3e-36f4-4c61-9553-90e6a1c1b8a6" providerId="AD" clId="Web-{0115A7F3-4588-EE32-6779-DBCD399B8B2A}" dt="2025-02-10T06:41:13.005" v="1073" actId="20577"/>
        <pc:sldMkLst>
          <pc:docMk/>
          <pc:sldMk cId="3396591590" sldId="363"/>
        </pc:sldMkLst>
      </pc:sldChg>
      <pc:sldChg chg="del">
        <pc:chgData name="Avinash Arun Chauhan" userId="S::avinash.chauhan@mahindrauniversity.edu.in::241b5f3e-36f4-4c61-9553-90e6a1c1b8a6" providerId="AD" clId="Web-{0115A7F3-4588-EE32-6779-DBCD399B8B2A}" dt="2025-02-10T06:41:40.398" v="1085"/>
        <pc:sldMkLst>
          <pc:docMk/>
          <pc:sldMk cId="3125990423" sldId="374"/>
        </pc:sldMkLst>
      </pc:sldChg>
      <pc:sldChg chg="del">
        <pc:chgData name="Avinash Arun Chauhan" userId="S::avinash.chauhan@mahindrauniversity.edu.in::241b5f3e-36f4-4c61-9553-90e6a1c1b8a6" providerId="AD" clId="Web-{0115A7F3-4588-EE32-6779-DBCD399B8B2A}" dt="2025-02-10T06:41:46.211" v="1096"/>
        <pc:sldMkLst>
          <pc:docMk/>
          <pc:sldMk cId="3407660478" sldId="381"/>
        </pc:sldMkLst>
      </pc:sldChg>
      <pc:sldChg chg="modSp">
        <pc:chgData name="Avinash Arun Chauhan" userId="S::avinash.chauhan@mahindrauniversity.edu.in::241b5f3e-36f4-4c61-9553-90e6a1c1b8a6" providerId="AD" clId="Web-{0115A7F3-4588-EE32-6779-DBCD399B8B2A}" dt="2025-02-10T06:27:40.898" v="571" actId="20577"/>
        <pc:sldMkLst>
          <pc:docMk/>
          <pc:sldMk cId="2224388889" sldId="416"/>
        </pc:sldMkLst>
      </pc:sldChg>
      <pc:sldChg chg="del">
        <pc:chgData name="Avinash Arun Chauhan" userId="S::avinash.chauhan@mahindrauniversity.edu.in::241b5f3e-36f4-4c61-9553-90e6a1c1b8a6" providerId="AD" clId="Web-{0115A7F3-4588-EE32-6779-DBCD399B8B2A}" dt="2025-02-10T06:41:52.180" v="1106"/>
        <pc:sldMkLst>
          <pc:docMk/>
          <pc:sldMk cId="367148838" sldId="417"/>
        </pc:sldMkLst>
      </pc:sldChg>
      <pc:sldChg chg="del">
        <pc:chgData name="Avinash Arun Chauhan" userId="S::avinash.chauhan@mahindrauniversity.edu.in::241b5f3e-36f4-4c61-9553-90e6a1c1b8a6" providerId="AD" clId="Web-{0115A7F3-4588-EE32-6779-DBCD399B8B2A}" dt="2025-02-10T06:41:52.617" v="1107"/>
        <pc:sldMkLst>
          <pc:docMk/>
          <pc:sldMk cId="1161622595" sldId="418"/>
        </pc:sldMkLst>
      </pc:sldChg>
      <pc:sldChg chg="del">
        <pc:chgData name="Avinash Arun Chauhan" userId="S::avinash.chauhan@mahindrauniversity.edu.in::241b5f3e-36f4-4c61-9553-90e6a1c1b8a6" providerId="AD" clId="Web-{0115A7F3-4588-EE32-6779-DBCD399B8B2A}" dt="2025-02-10T06:41:46.523" v="1097"/>
        <pc:sldMkLst>
          <pc:docMk/>
          <pc:sldMk cId="1302900074" sldId="419"/>
        </pc:sldMkLst>
      </pc:sldChg>
      <pc:sldChg chg="del">
        <pc:chgData name="Avinash Arun Chauhan" userId="S::avinash.chauhan@mahindrauniversity.edu.in::241b5f3e-36f4-4c61-9553-90e6a1c1b8a6" providerId="AD" clId="Web-{0115A7F3-4588-EE32-6779-DBCD399B8B2A}" dt="2025-02-10T06:41:48.711" v="1099"/>
        <pc:sldMkLst>
          <pc:docMk/>
          <pc:sldMk cId="4043396883" sldId="420"/>
        </pc:sldMkLst>
      </pc:sldChg>
      <pc:sldChg chg="del">
        <pc:chgData name="Avinash Arun Chauhan" userId="S::avinash.chauhan@mahindrauniversity.edu.in::241b5f3e-36f4-4c61-9553-90e6a1c1b8a6" providerId="AD" clId="Web-{0115A7F3-4588-EE32-6779-DBCD399B8B2A}" dt="2025-02-10T06:41:49.226" v="1100"/>
        <pc:sldMkLst>
          <pc:docMk/>
          <pc:sldMk cId="3168882179" sldId="421"/>
        </pc:sldMkLst>
      </pc:sldChg>
      <pc:sldChg chg="del">
        <pc:chgData name="Avinash Arun Chauhan" userId="S::avinash.chauhan@mahindrauniversity.edu.in::241b5f3e-36f4-4c61-9553-90e6a1c1b8a6" providerId="AD" clId="Web-{0115A7F3-4588-EE32-6779-DBCD399B8B2A}" dt="2025-02-10T06:41:49.414" v="1101"/>
        <pc:sldMkLst>
          <pc:docMk/>
          <pc:sldMk cId="2962369251" sldId="422"/>
        </pc:sldMkLst>
      </pc:sldChg>
      <pc:sldChg chg="del">
        <pc:chgData name="Avinash Arun Chauhan" userId="S::avinash.chauhan@mahindrauniversity.edu.in::241b5f3e-36f4-4c61-9553-90e6a1c1b8a6" providerId="AD" clId="Web-{0115A7F3-4588-EE32-6779-DBCD399B8B2A}" dt="2025-02-10T06:41:49.836" v="1102"/>
        <pc:sldMkLst>
          <pc:docMk/>
          <pc:sldMk cId="2702704385" sldId="423"/>
        </pc:sldMkLst>
      </pc:sldChg>
      <pc:sldChg chg="del">
        <pc:chgData name="Avinash Arun Chauhan" userId="S::avinash.chauhan@mahindrauniversity.edu.in::241b5f3e-36f4-4c61-9553-90e6a1c1b8a6" providerId="AD" clId="Web-{0115A7F3-4588-EE32-6779-DBCD399B8B2A}" dt="2025-02-10T06:41:50.102" v="1103"/>
        <pc:sldMkLst>
          <pc:docMk/>
          <pc:sldMk cId="3039780439" sldId="424"/>
        </pc:sldMkLst>
      </pc:sldChg>
      <pc:sldChg chg="modSp">
        <pc:chgData name="Avinash Arun Chauhan" userId="S::avinash.chauhan@mahindrauniversity.edu.in::241b5f3e-36f4-4c61-9553-90e6a1c1b8a6" providerId="AD" clId="Web-{0115A7F3-4588-EE32-6779-DBCD399B8B2A}" dt="2025-02-10T06:41:32.897" v="1076" actId="20577"/>
        <pc:sldMkLst>
          <pc:docMk/>
          <pc:sldMk cId="2802681030" sldId="425"/>
        </pc:sldMkLst>
      </pc:sldChg>
      <pc:sldChg chg="del">
        <pc:chgData name="Avinash Arun Chauhan" userId="S::avinash.chauhan@mahindrauniversity.edu.in::241b5f3e-36f4-4c61-9553-90e6a1c1b8a6" providerId="AD" clId="Web-{0115A7F3-4588-EE32-6779-DBCD399B8B2A}" dt="2025-02-10T06:41:35.397" v="1077"/>
        <pc:sldMkLst>
          <pc:docMk/>
          <pc:sldMk cId="1533841355" sldId="426"/>
        </pc:sldMkLst>
      </pc:sldChg>
      <pc:sldChg chg="del">
        <pc:chgData name="Avinash Arun Chauhan" userId="S::avinash.chauhan@mahindrauniversity.edu.in::241b5f3e-36f4-4c61-9553-90e6a1c1b8a6" providerId="AD" clId="Web-{0115A7F3-4588-EE32-6779-DBCD399B8B2A}" dt="2025-02-10T06:41:36.335" v="1078"/>
        <pc:sldMkLst>
          <pc:docMk/>
          <pc:sldMk cId="4149360407" sldId="427"/>
        </pc:sldMkLst>
      </pc:sldChg>
      <pc:sldChg chg="del">
        <pc:chgData name="Avinash Arun Chauhan" userId="S::avinash.chauhan@mahindrauniversity.edu.in::241b5f3e-36f4-4c61-9553-90e6a1c1b8a6" providerId="AD" clId="Web-{0115A7F3-4588-EE32-6779-DBCD399B8B2A}" dt="2025-02-10T06:41:36.960" v="1079"/>
        <pc:sldMkLst>
          <pc:docMk/>
          <pc:sldMk cId="1106517050" sldId="428"/>
        </pc:sldMkLst>
      </pc:sldChg>
      <pc:sldChg chg="del">
        <pc:chgData name="Avinash Arun Chauhan" userId="S::avinash.chauhan@mahindrauniversity.edu.in::241b5f3e-36f4-4c61-9553-90e6a1c1b8a6" providerId="AD" clId="Web-{0115A7F3-4588-EE32-6779-DBCD399B8B2A}" dt="2025-02-10T06:41:37.585" v="1080"/>
        <pc:sldMkLst>
          <pc:docMk/>
          <pc:sldMk cId="1668300359" sldId="429"/>
        </pc:sldMkLst>
      </pc:sldChg>
      <pc:sldChg chg="del">
        <pc:chgData name="Avinash Arun Chauhan" userId="S::avinash.chauhan@mahindrauniversity.edu.in::241b5f3e-36f4-4c61-9553-90e6a1c1b8a6" providerId="AD" clId="Web-{0115A7F3-4588-EE32-6779-DBCD399B8B2A}" dt="2025-02-10T06:41:38.054" v="1081"/>
        <pc:sldMkLst>
          <pc:docMk/>
          <pc:sldMk cId="1285345284" sldId="430"/>
        </pc:sldMkLst>
      </pc:sldChg>
      <pc:sldChg chg="del">
        <pc:chgData name="Avinash Arun Chauhan" userId="S::avinash.chauhan@mahindrauniversity.edu.in::241b5f3e-36f4-4c61-9553-90e6a1c1b8a6" providerId="AD" clId="Web-{0115A7F3-4588-EE32-6779-DBCD399B8B2A}" dt="2025-02-10T06:41:41.601" v="1088"/>
        <pc:sldMkLst>
          <pc:docMk/>
          <pc:sldMk cId="3049280400" sldId="431"/>
        </pc:sldMkLst>
      </pc:sldChg>
      <pc:sldChg chg="del">
        <pc:chgData name="Avinash Arun Chauhan" userId="S::avinash.chauhan@mahindrauniversity.edu.in::241b5f3e-36f4-4c61-9553-90e6a1c1b8a6" providerId="AD" clId="Web-{0115A7F3-4588-EE32-6779-DBCD399B8B2A}" dt="2025-02-10T06:41:42.476" v="1089"/>
        <pc:sldMkLst>
          <pc:docMk/>
          <pc:sldMk cId="642281423" sldId="432"/>
        </pc:sldMkLst>
      </pc:sldChg>
      <pc:sldChg chg="del">
        <pc:chgData name="Avinash Arun Chauhan" userId="S::avinash.chauhan@mahindrauniversity.edu.in::241b5f3e-36f4-4c61-9553-90e6a1c1b8a6" providerId="AD" clId="Web-{0115A7F3-4588-EE32-6779-DBCD399B8B2A}" dt="2025-02-10T06:41:43.070" v="1090"/>
        <pc:sldMkLst>
          <pc:docMk/>
          <pc:sldMk cId="2490634202" sldId="433"/>
        </pc:sldMkLst>
      </pc:sldChg>
      <pc:sldChg chg="del">
        <pc:chgData name="Avinash Arun Chauhan" userId="S::avinash.chauhan@mahindrauniversity.edu.in::241b5f3e-36f4-4c61-9553-90e6a1c1b8a6" providerId="AD" clId="Web-{0115A7F3-4588-EE32-6779-DBCD399B8B2A}" dt="2025-02-10T06:41:43.570" v="1091"/>
        <pc:sldMkLst>
          <pc:docMk/>
          <pc:sldMk cId="1484115214" sldId="434"/>
        </pc:sldMkLst>
      </pc:sldChg>
      <pc:sldChg chg="del">
        <pc:chgData name="Avinash Arun Chauhan" userId="S::avinash.chauhan@mahindrauniversity.edu.in::241b5f3e-36f4-4c61-9553-90e6a1c1b8a6" providerId="AD" clId="Web-{0115A7F3-4588-EE32-6779-DBCD399B8B2A}" dt="2025-02-10T06:41:44.070" v="1092"/>
        <pc:sldMkLst>
          <pc:docMk/>
          <pc:sldMk cId="660463148" sldId="435"/>
        </pc:sldMkLst>
      </pc:sldChg>
      <pc:sldChg chg="del">
        <pc:chgData name="Avinash Arun Chauhan" userId="S::avinash.chauhan@mahindrauniversity.edu.in::241b5f3e-36f4-4c61-9553-90e6a1c1b8a6" providerId="AD" clId="Web-{0115A7F3-4588-EE32-6779-DBCD399B8B2A}" dt="2025-02-10T06:41:44.586" v="1093"/>
        <pc:sldMkLst>
          <pc:docMk/>
          <pc:sldMk cId="64068537" sldId="436"/>
        </pc:sldMkLst>
      </pc:sldChg>
      <pc:sldChg chg="del">
        <pc:chgData name="Avinash Arun Chauhan" userId="S::avinash.chauhan@mahindrauniversity.edu.in::241b5f3e-36f4-4c61-9553-90e6a1c1b8a6" providerId="AD" clId="Web-{0115A7F3-4588-EE32-6779-DBCD399B8B2A}" dt="2025-02-10T06:41:45.226" v="1094"/>
        <pc:sldMkLst>
          <pc:docMk/>
          <pc:sldMk cId="1725508161" sldId="437"/>
        </pc:sldMkLst>
      </pc:sldChg>
      <pc:sldChg chg="del">
        <pc:chgData name="Avinash Arun Chauhan" userId="S::avinash.chauhan@mahindrauniversity.edu.in::241b5f3e-36f4-4c61-9553-90e6a1c1b8a6" providerId="AD" clId="Web-{0115A7F3-4588-EE32-6779-DBCD399B8B2A}" dt="2025-02-10T06:41:38.585" v="1082"/>
        <pc:sldMkLst>
          <pc:docMk/>
          <pc:sldMk cId="2756055843" sldId="438"/>
        </pc:sldMkLst>
      </pc:sldChg>
      <pc:sldChg chg="del">
        <pc:chgData name="Avinash Arun Chauhan" userId="S::avinash.chauhan@mahindrauniversity.edu.in::241b5f3e-36f4-4c61-9553-90e6a1c1b8a6" providerId="AD" clId="Web-{0115A7F3-4588-EE32-6779-DBCD399B8B2A}" dt="2025-02-10T06:41:39.148" v="1083"/>
        <pc:sldMkLst>
          <pc:docMk/>
          <pc:sldMk cId="4155084074" sldId="439"/>
        </pc:sldMkLst>
      </pc:sldChg>
      <pc:sldChg chg="del">
        <pc:chgData name="Avinash Arun Chauhan" userId="S::avinash.chauhan@mahindrauniversity.edu.in::241b5f3e-36f4-4c61-9553-90e6a1c1b8a6" providerId="AD" clId="Web-{0115A7F3-4588-EE32-6779-DBCD399B8B2A}" dt="2025-02-10T06:41:39.726" v="1084"/>
        <pc:sldMkLst>
          <pc:docMk/>
          <pc:sldMk cId="3895281184" sldId="440"/>
        </pc:sldMkLst>
      </pc:sldChg>
      <pc:sldChg chg="del">
        <pc:chgData name="Avinash Arun Chauhan" userId="S::avinash.chauhan@mahindrauniversity.edu.in::241b5f3e-36f4-4c61-9553-90e6a1c1b8a6" providerId="AD" clId="Web-{0115A7F3-4588-EE32-6779-DBCD399B8B2A}" dt="2025-02-10T06:41:41.132" v="1087"/>
        <pc:sldMkLst>
          <pc:docMk/>
          <pc:sldMk cId="2367249145" sldId="441"/>
        </pc:sldMkLst>
      </pc:sldChg>
      <pc:sldChg chg="del">
        <pc:chgData name="Avinash Arun Chauhan" userId="S::avinash.chauhan@mahindrauniversity.edu.in::241b5f3e-36f4-4c61-9553-90e6a1c1b8a6" providerId="AD" clId="Web-{0115A7F3-4588-EE32-6779-DBCD399B8B2A}" dt="2025-02-10T06:41:50.492" v="1104"/>
        <pc:sldMkLst>
          <pc:docMk/>
          <pc:sldMk cId="808175150" sldId="442"/>
        </pc:sldMkLst>
      </pc:sldChg>
      <pc:sldChg chg="del">
        <pc:chgData name="Avinash Arun Chauhan" userId="S::avinash.chauhan@mahindrauniversity.edu.in::241b5f3e-36f4-4c61-9553-90e6a1c1b8a6" providerId="AD" clId="Web-{0115A7F3-4588-EE32-6779-DBCD399B8B2A}" dt="2025-02-10T06:41:51.492" v="1105"/>
        <pc:sldMkLst>
          <pc:docMk/>
          <pc:sldMk cId="3642238351" sldId="443"/>
        </pc:sldMkLst>
      </pc:sldChg>
      <pc:sldChg chg="addSp delSp modSp add replId">
        <pc:chgData name="Avinash Arun Chauhan" userId="S::avinash.chauhan@mahindrauniversity.edu.in::241b5f3e-36f4-4c61-9553-90e6a1c1b8a6" providerId="AD" clId="Web-{0115A7F3-4588-EE32-6779-DBCD399B8B2A}" dt="2025-02-10T06:28:27.355" v="626" actId="1076"/>
        <pc:sldMkLst>
          <pc:docMk/>
          <pc:sldMk cId="2769609335" sldId="444"/>
        </pc:sldMkLst>
      </pc:sldChg>
      <pc:sldChg chg="addSp delSp modSp add replId">
        <pc:chgData name="Avinash Arun Chauhan" userId="S::avinash.chauhan@mahindrauniversity.edu.in::241b5f3e-36f4-4c61-9553-90e6a1c1b8a6" providerId="AD" clId="Web-{0115A7F3-4588-EE32-6779-DBCD399B8B2A}" dt="2025-02-10T06:29:17.186" v="643" actId="1076"/>
        <pc:sldMkLst>
          <pc:docMk/>
          <pc:sldMk cId="2145789392" sldId="445"/>
        </pc:sldMkLst>
      </pc:sldChg>
      <pc:sldChg chg="modSp add replId">
        <pc:chgData name="Avinash Arun Chauhan" userId="S::avinash.chauhan@mahindrauniversity.edu.in::241b5f3e-36f4-4c61-9553-90e6a1c1b8a6" providerId="AD" clId="Web-{0115A7F3-4588-EE32-6779-DBCD399B8B2A}" dt="2025-02-10T06:30:45.381" v="708" actId="20577"/>
        <pc:sldMkLst>
          <pc:docMk/>
          <pc:sldMk cId="777442966" sldId="446"/>
        </pc:sldMkLst>
      </pc:sldChg>
      <pc:sldChg chg="modSp add replId">
        <pc:chgData name="Avinash Arun Chauhan" userId="S::avinash.chauhan@mahindrauniversity.edu.in::241b5f3e-36f4-4c61-9553-90e6a1c1b8a6" providerId="AD" clId="Web-{0115A7F3-4588-EE32-6779-DBCD399B8B2A}" dt="2025-02-10T06:33:43.409" v="799" actId="20577"/>
        <pc:sldMkLst>
          <pc:docMk/>
          <pc:sldMk cId="2588250358" sldId="447"/>
        </pc:sldMkLst>
      </pc:sldChg>
      <pc:sldChg chg="modSp add replId">
        <pc:chgData name="Avinash Arun Chauhan" userId="S::avinash.chauhan@mahindrauniversity.edu.in::241b5f3e-36f4-4c61-9553-90e6a1c1b8a6" providerId="AD" clId="Web-{0115A7F3-4588-EE32-6779-DBCD399B8B2A}" dt="2025-02-10T06:36:12.045" v="874" actId="20577"/>
        <pc:sldMkLst>
          <pc:docMk/>
          <pc:sldMk cId="3276880208" sldId="448"/>
        </pc:sldMkLst>
      </pc:sldChg>
      <pc:sldChg chg="modSp add replId">
        <pc:chgData name="Avinash Arun Chauhan" userId="S::avinash.chauhan@mahindrauniversity.edu.in::241b5f3e-36f4-4c61-9553-90e6a1c1b8a6" providerId="AD" clId="Web-{0115A7F3-4588-EE32-6779-DBCD399B8B2A}" dt="2025-02-10T06:38:21.195" v="957" actId="20577"/>
        <pc:sldMkLst>
          <pc:docMk/>
          <pc:sldMk cId="2975428961" sldId="449"/>
        </pc:sldMkLst>
      </pc:sldChg>
      <pc:sldChg chg="modSp add del replId">
        <pc:chgData name="Avinash Arun Chauhan" userId="S::avinash.chauhan@mahindrauniversity.edu.in::241b5f3e-36f4-4c61-9553-90e6a1c1b8a6" providerId="AD" clId="Web-{0115A7F3-4588-EE32-6779-DBCD399B8B2A}" dt="2025-02-10T06:36:21.999" v="898"/>
        <pc:sldMkLst>
          <pc:docMk/>
          <pc:sldMk cId="3604033845" sldId="449"/>
        </pc:sldMkLst>
      </pc:sldChg>
      <pc:sldChg chg="add del replId">
        <pc:chgData name="Avinash Arun Chauhan" userId="S::avinash.chauhan@mahindrauniversity.edu.in::241b5f3e-36f4-4c61-9553-90e6a1c1b8a6" providerId="AD" clId="Web-{0115A7F3-4588-EE32-6779-DBCD399B8B2A}" dt="2025-02-10T06:36:42.157" v="916"/>
        <pc:sldMkLst>
          <pc:docMk/>
          <pc:sldMk cId="431159319" sldId="450"/>
        </pc:sldMkLst>
      </pc:sldChg>
    </pc:docChg>
  </pc:docChgLst>
  <pc:docChgLst>
    <pc:chgData name="Avinash Arun Chauhan" userId="S::avinash.chauhan@mahindrauniversity.edu.in::241b5f3e-36f4-4c61-9553-90e6a1c1b8a6" providerId="AD" clId="Web-{019D0A28-FF6D-31D6-DD71-A1B5D1BA2D71}"/>
    <pc:docChg chg="addSld delSld modSld sldOrd">
      <pc:chgData name="Avinash Arun Chauhan" userId="S::avinash.chauhan@mahindrauniversity.edu.in::241b5f3e-36f4-4c61-9553-90e6a1c1b8a6" providerId="AD" clId="Web-{019D0A28-FF6D-31D6-DD71-A1B5D1BA2D71}" dt="2025-04-25T14:47:25.077" v="979" actId="20577"/>
      <pc:docMkLst>
        <pc:docMk/>
      </pc:docMkLst>
      <pc:sldChg chg="modSp">
        <pc:chgData name="Avinash Arun Chauhan" userId="S::avinash.chauhan@mahindrauniversity.edu.in::241b5f3e-36f4-4c61-9553-90e6a1c1b8a6" providerId="AD" clId="Web-{019D0A28-FF6D-31D6-DD71-A1B5D1BA2D71}" dt="2025-04-25T14:11:43.094" v="619" actId="20577"/>
        <pc:sldMkLst>
          <pc:docMk/>
          <pc:sldMk cId="3850057708" sldId="617"/>
        </pc:sldMkLst>
        <pc:spChg chg="mod">
          <ac:chgData name="Avinash Arun Chauhan" userId="S::avinash.chauhan@mahindrauniversity.edu.in::241b5f3e-36f4-4c61-9553-90e6a1c1b8a6" providerId="AD" clId="Web-{019D0A28-FF6D-31D6-DD71-A1B5D1BA2D71}" dt="2025-04-25T14:11:43.094" v="619" actId="20577"/>
          <ac:spMkLst>
            <pc:docMk/>
            <pc:sldMk cId="3850057708" sldId="617"/>
            <ac:spMk id="3" creationId="{5E2D333A-994C-1763-B288-C594D2711F82}"/>
          </ac:spMkLst>
        </pc:spChg>
      </pc:sldChg>
      <pc:sldChg chg="addSp modSp add ord replId">
        <pc:chgData name="Avinash Arun Chauhan" userId="S::avinash.chauhan@mahindrauniversity.edu.in::241b5f3e-36f4-4c61-9553-90e6a1c1b8a6" providerId="AD" clId="Web-{019D0A28-FF6D-31D6-DD71-A1B5D1BA2D71}" dt="2025-04-25T13:44:56.611" v="231" actId="1076"/>
        <pc:sldMkLst>
          <pc:docMk/>
          <pc:sldMk cId="4139199335" sldId="630"/>
        </pc:sldMkLst>
        <pc:spChg chg="mod">
          <ac:chgData name="Avinash Arun Chauhan" userId="S::avinash.chauhan@mahindrauniversity.edu.in::241b5f3e-36f4-4c61-9553-90e6a1c1b8a6" providerId="AD" clId="Web-{019D0A28-FF6D-31D6-DD71-A1B5D1BA2D71}" dt="2025-04-25T13:42:08.250" v="11" actId="20577"/>
          <ac:spMkLst>
            <pc:docMk/>
            <pc:sldMk cId="4139199335" sldId="630"/>
            <ac:spMk id="2" creationId="{F497B3DC-4E27-D9D7-CD8A-E1FD883CCE3D}"/>
          </ac:spMkLst>
        </pc:spChg>
        <pc:spChg chg="mod">
          <ac:chgData name="Avinash Arun Chauhan" userId="S::avinash.chauhan@mahindrauniversity.edu.in::241b5f3e-36f4-4c61-9553-90e6a1c1b8a6" providerId="AD" clId="Web-{019D0A28-FF6D-31D6-DD71-A1B5D1BA2D71}" dt="2025-04-25T13:44:42.564" v="227" actId="20577"/>
          <ac:spMkLst>
            <pc:docMk/>
            <pc:sldMk cId="4139199335" sldId="630"/>
            <ac:spMk id="3" creationId="{904FE6D8-557D-2BD5-B10B-B5EEB9EA3C2E}"/>
          </ac:spMkLst>
        </pc:spChg>
        <pc:picChg chg="add mod">
          <ac:chgData name="Avinash Arun Chauhan" userId="S::avinash.chauhan@mahindrauniversity.edu.in::241b5f3e-36f4-4c61-9553-90e6a1c1b8a6" providerId="AD" clId="Web-{019D0A28-FF6D-31D6-DD71-A1B5D1BA2D71}" dt="2025-04-25T13:44:56.611" v="231" actId="1076"/>
          <ac:picMkLst>
            <pc:docMk/>
            <pc:sldMk cId="4139199335" sldId="630"/>
            <ac:picMk id="4" creationId="{AD36AA14-F0E0-1461-A9CF-F5FE4A43D069}"/>
          </ac:picMkLst>
        </pc:picChg>
      </pc:sldChg>
      <pc:sldChg chg="delSp modSp add replId">
        <pc:chgData name="Avinash Arun Chauhan" userId="S::avinash.chauhan@mahindrauniversity.edu.in::241b5f3e-36f4-4c61-9553-90e6a1c1b8a6" providerId="AD" clId="Web-{019D0A28-FF6D-31D6-DD71-A1B5D1BA2D71}" dt="2025-04-25T13:48:47.676" v="345" actId="20577"/>
        <pc:sldMkLst>
          <pc:docMk/>
          <pc:sldMk cId="2772529715" sldId="631"/>
        </pc:sldMkLst>
        <pc:spChg chg="mod">
          <ac:chgData name="Avinash Arun Chauhan" userId="S::avinash.chauhan@mahindrauniversity.edu.in::241b5f3e-36f4-4c61-9553-90e6a1c1b8a6" providerId="AD" clId="Web-{019D0A28-FF6D-31D6-DD71-A1B5D1BA2D71}" dt="2025-04-25T13:45:58.737" v="248" actId="20577"/>
          <ac:spMkLst>
            <pc:docMk/>
            <pc:sldMk cId="2772529715" sldId="631"/>
            <ac:spMk id="2" creationId="{0C2C071D-168F-0EAC-FDA5-084A1B2A40DC}"/>
          </ac:spMkLst>
        </pc:spChg>
        <pc:spChg chg="mod">
          <ac:chgData name="Avinash Arun Chauhan" userId="S::avinash.chauhan@mahindrauniversity.edu.in::241b5f3e-36f4-4c61-9553-90e6a1c1b8a6" providerId="AD" clId="Web-{019D0A28-FF6D-31D6-DD71-A1B5D1BA2D71}" dt="2025-04-25T13:48:47.676" v="345" actId="20577"/>
          <ac:spMkLst>
            <pc:docMk/>
            <pc:sldMk cId="2772529715" sldId="631"/>
            <ac:spMk id="3" creationId="{1591F12E-65BD-8101-B0EE-46806E7F8E15}"/>
          </ac:spMkLst>
        </pc:spChg>
        <pc:picChg chg="del">
          <ac:chgData name="Avinash Arun Chauhan" userId="S::avinash.chauhan@mahindrauniversity.edu.in::241b5f3e-36f4-4c61-9553-90e6a1c1b8a6" providerId="AD" clId="Web-{019D0A28-FF6D-31D6-DD71-A1B5D1BA2D71}" dt="2025-04-25T13:46:01.862" v="249"/>
          <ac:picMkLst>
            <pc:docMk/>
            <pc:sldMk cId="2772529715" sldId="631"/>
            <ac:picMk id="4" creationId="{FF6415D8-431B-FFBE-815D-C4DA802B9DA7}"/>
          </ac:picMkLst>
        </pc:picChg>
      </pc:sldChg>
      <pc:sldChg chg="modSp add del replId">
        <pc:chgData name="Avinash Arun Chauhan" userId="S::avinash.chauhan@mahindrauniversity.edu.in::241b5f3e-36f4-4c61-9553-90e6a1c1b8a6" providerId="AD" clId="Web-{019D0A28-FF6D-31D6-DD71-A1B5D1BA2D71}" dt="2025-04-25T13:54:54.570" v="354"/>
        <pc:sldMkLst>
          <pc:docMk/>
          <pc:sldMk cId="3472705344" sldId="632"/>
        </pc:sldMkLst>
        <pc:spChg chg="mod">
          <ac:chgData name="Avinash Arun Chauhan" userId="S::avinash.chauhan@mahindrauniversity.edu.in::241b5f3e-36f4-4c61-9553-90e6a1c1b8a6" providerId="AD" clId="Web-{019D0A28-FF6D-31D6-DD71-A1B5D1BA2D71}" dt="2025-04-25T13:54:41.945" v="349" actId="20577"/>
          <ac:spMkLst>
            <pc:docMk/>
            <pc:sldMk cId="3472705344" sldId="632"/>
            <ac:spMk id="2" creationId="{BDD66727-3CC7-377D-5421-A7DE463C34F1}"/>
          </ac:spMkLst>
        </pc:spChg>
        <pc:spChg chg="mod">
          <ac:chgData name="Avinash Arun Chauhan" userId="S::avinash.chauhan@mahindrauniversity.edu.in::241b5f3e-36f4-4c61-9553-90e6a1c1b8a6" providerId="AD" clId="Web-{019D0A28-FF6D-31D6-DD71-A1B5D1BA2D71}" dt="2025-04-25T13:54:49.101" v="353" actId="20577"/>
          <ac:spMkLst>
            <pc:docMk/>
            <pc:sldMk cId="3472705344" sldId="632"/>
            <ac:spMk id="3" creationId="{E704834C-8DD5-DA36-A502-9CACE5F955FB}"/>
          </ac:spMkLst>
        </pc:spChg>
      </pc:sldChg>
      <pc:sldChg chg="modSp add replId">
        <pc:chgData name="Avinash Arun Chauhan" userId="S::avinash.chauhan@mahindrauniversity.edu.in::241b5f3e-36f4-4c61-9553-90e6a1c1b8a6" providerId="AD" clId="Web-{019D0A28-FF6D-31D6-DD71-A1B5D1BA2D71}" dt="2025-04-25T14:01:31.042" v="617" actId="20577"/>
        <pc:sldMkLst>
          <pc:docMk/>
          <pc:sldMk cId="3587718839" sldId="632"/>
        </pc:sldMkLst>
        <pc:spChg chg="mod">
          <ac:chgData name="Avinash Arun Chauhan" userId="S::avinash.chauhan@mahindrauniversity.edu.in::241b5f3e-36f4-4c61-9553-90e6a1c1b8a6" providerId="AD" clId="Web-{019D0A28-FF6D-31D6-DD71-A1B5D1BA2D71}" dt="2025-04-25T13:55:20.804" v="361" actId="20577"/>
          <ac:spMkLst>
            <pc:docMk/>
            <pc:sldMk cId="3587718839" sldId="632"/>
            <ac:spMk id="2" creationId="{DA197B65-50E3-D04D-2E4D-63D0E08E6B30}"/>
          </ac:spMkLst>
        </pc:spChg>
        <pc:spChg chg="mod">
          <ac:chgData name="Avinash Arun Chauhan" userId="S::avinash.chauhan@mahindrauniversity.edu.in::241b5f3e-36f4-4c61-9553-90e6a1c1b8a6" providerId="AD" clId="Web-{019D0A28-FF6D-31D6-DD71-A1B5D1BA2D71}" dt="2025-04-25T14:01:31.042" v="617" actId="20577"/>
          <ac:spMkLst>
            <pc:docMk/>
            <pc:sldMk cId="3587718839" sldId="632"/>
            <ac:spMk id="3" creationId="{AE7A4451-A536-CAF3-FD66-9CDBB6F21742}"/>
          </ac:spMkLst>
        </pc:spChg>
      </pc:sldChg>
      <pc:sldChg chg="modSp add replId">
        <pc:chgData name="Avinash Arun Chauhan" userId="S::avinash.chauhan@mahindrauniversity.edu.in::241b5f3e-36f4-4c61-9553-90e6a1c1b8a6" providerId="AD" clId="Web-{019D0A28-FF6D-31D6-DD71-A1B5D1BA2D71}" dt="2025-04-25T14:14:20.239" v="650" actId="20577"/>
        <pc:sldMkLst>
          <pc:docMk/>
          <pc:sldMk cId="237678753" sldId="633"/>
        </pc:sldMkLst>
        <pc:spChg chg="mod">
          <ac:chgData name="Avinash Arun Chauhan" userId="S::avinash.chauhan@mahindrauniversity.edu.in::241b5f3e-36f4-4c61-9553-90e6a1c1b8a6" providerId="AD" clId="Web-{019D0A28-FF6D-31D6-DD71-A1B5D1BA2D71}" dt="2025-04-25T14:12:29.438" v="629" actId="20577"/>
          <ac:spMkLst>
            <pc:docMk/>
            <pc:sldMk cId="237678753" sldId="633"/>
            <ac:spMk id="2" creationId="{7C0BD257-C2E9-50BB-0A1A-39DC785DE45F}"/>
          </ac:spMkLst>
        </pc:spChg>
        <pc:spChg chg="mod">
          <ac:chgData name="Avinash Arun Chauhan" userId="S::avinash.chauhan@mahindrauniversity.edu.in::241b5f3e-36f4-4c61-9553-90e6a1c1b8a6" providerId="AD" clId="Web-{019D0A28-FF6D-31D6-DD71-A1B5D1BA2D71}" dt="2025-04-25T14:14:20.239" v="650" actId="20577"/>
          <ac:spMkLst>
            <pc:docMk/>
            <pc:sldMk cId="237678753" sldId="633"/>
            <ac:spMk id="3" creationId="{DC5B6CB3-74C0-5F73-14BA-A04054426AD5}"/>
          </ac:spMkLst>
        </pc:spChg>
      </pc:sldChg>
      <pc:sldChg chg="modSp add replId">
        <pc:chgData name="Avinash Arun Chauhan" userId="S::avinash.chauhan@mahindrauniversity.edu.in::241b5f3e-36f4-4c61-9553-90e6a1c1b8a6" providerId="AD" clId="Web-{019D0A28-FF6D-31D6-DD71-A1B5D1BA2D71}" dt="2025-04-25T14:29:03.404" v="662" actId="20577"/>
        <pc:sldMkLst>
          <pc:docMk/>
          <pc:sldMk cId="598258798" sldId="634"/>
        </pc:sldMkLst>
        <pc:spChg chg="mod">
          <ac:chgData name="Avinash Arun Chauhan" userId="S::avinash.chauhan@mahindrauniversity.edu.in::241b5f3e-36f4-4c61-9553-90e6a1c1b8a6" providerId="AD" clId="Web-{019D0A28-FF6D-31D6-DD71-A1B5D1BA2D71}" dt="2025-04-25T14:29:03.404" v="662" actId="20577"/>
          <ac:spMkLst>
            <pc:docMk/>
            <pc:sldMk cId="598258798" sldId="634"/>
            <ac:spMk id="3" creationId="{DB79F640-2D8B-F04A-0F22-0BEFF88F3C5D}"/>
          </ac:spMkLst>
        </pc:spChg>
      </pc:sldChg>
      <pc:sldChg chg="modSp add replId">
        <pc:chgData name="Avinash Arun Chauhan" userId="S::avinash.chauhan@mahindrauniversity.edu.in::241b5f3e-36f4-4c61-9553-90e6a1c1b8a6" providerId="AD" clId="Web-{019D0A28-FF6D-31D6-DD71-A1B5D1BA2D71}" dt="2025-04-25T14:43:53.074" v="974" actId="20577"/>
        <pc:sldMkLst>
          <pc:docMk/>
          <pc:sldMk cId="2097414520" sldId="635"/>
        </pc:sldMkLst>
        <pc:spChg chg="mod">
          <ac:chgData name="Avinash Arun Chauhan" userId="S::avinash.chauhan@mahindrauniversity.edu.in::241b5f3e-36f4-4c61-9553-90e6a1c1b8a6" providerId="AD" clId="Web-{019D0A28-FF6D-31D6-DD71-A1B5D1BA2D71}" dt="2025-04-25T14:31:11.328" v="677" actId="20577"/>
          <ac:spMkLst>
            <pc:docMk/>
            <pc:sldMk cId="2097414520" sldId="635"/>
            <ac:spMk id="2" creationId="{634ABA2F-9E6B-DD60-0347-0EFEE4193A56}"/>
          </ac:spMkLst>
        </pc:spChg>
        <pc:spChg chg="mod">
          <ac:chgData name="Avinash Arun Chauhan" userId="S::avinash.chauhan@mahindrauniversity.edu.in::241b5f3e-36f4-4c61-9553-90e6a1c1b8a6" providerId="AD" clId="Web-{019D0A28-FF6D-31D6-DD71-A1B5D1BA2D71}" dt="2025-04-25T14:43:53.074" v="974" actId="20577"/>
          <ac:spMkLst>
            <pc:docMk/>
            <pc:sldMk cId="2097414520" sldId="635"/>
            <ac:spMk id="3" creationId="{C8735CE0-067B-C282-E5FE-B101C7C093EC}"/>
          </ac:spMkLst>
        </pc:spChg>
      </pc:sldChg>
      <pc:sldChg chg="modSp add replId">
        <pc:chgData name="Avinash Arun Chauhan" userId="S::avinash.chauhan@mahindrauniversity.edu.in::241b5f3e-36f4-4c61-9553-90e6a1c1b8a6" providerId="AD" clId="Web-{019D0A28-FF6D-31D6-DD71-A1B5D1BA2D71}" dt="2025-04-25T14:47:25.077" v="979" actId="20577"/>
        <pc:sldMkLst>
          <pc:docMk/>
          <pc:sldMk cId="189497430" sldId="636"/>
        </pc:sldMkLst>
        <pc:spChg chg="mod">
          <ac:chgData name="Avinash Arun Chauhan" userId="S::avinash.chauhan@mahindrauniversity.edu.in::241b5f3e-36f4-4c61-9553-90e6a1c1b8a6" providerId="AD" clId="Web-{019D0A28-FF6D-31D6-DD71-A1B5D1BA2D71}" dt="2025-04-25T14:34:21.205" v="751" actId="20577"/>
          <ac:spMkLst>
            <pc:docMk/>
            <pc:sldMk cId="189497430" sldId="636"/>
            <ac:spMk id="2" creationId="{2354981C-FBA8-9BA8-9E06-E68DA1E93EA6}"/>
          </ac:spMkLst>
        </pc:spChg>
        <pc:spChg chg="mod">
          <ac:chgData name="Avinash Arun Chauhan" userId="S::avinash.chauhan@mahindrauniversity.edu.in::241b5f3e-36f4-4c61-9553-90e6a1c1b8a6" providerId="AD" clId="Web-{019D0A28-FF6D-31D6-DD71-A1B5D1BA2D71}" dt="2025-04-25T14:47:25.077" v="979" actId="20577"/>
          <ac:spMkLst>
            <pc:docMk/>
            <pc:sldMk cId="189497430" sldId="636"/>
            <ac:spMk id="3" creationId="{7A6A2603-6CFC-D9C6-6442-BF9B814D2F2A}"/>
          </ac:spMkLst>
        </pc:spChg>
      </pc:sldChg>
      <pc:sldChg chg="modSp add replId">
        <pc:chgData name="Avinash Arun Chauhan" userId="S::avinash.chauhan@mahindrauniversity.edu.in::241b5f3e-36f4-4c61-9553-90e6a1c1b8a6" providerId="AD" clId="Web-{019D0A28-FF6D-31D6-DD71-A1B5D1BA2D71}" dt="2025-04-25T14:35:07.408" v="768" actId="20577"/>
        <pc:sldMkLst>
          <pc:docMk/>
          <pc:sldMk cId="3581129277" sldId="637"/>
        </pc:sldMkLst>
        <pc:spChg chg="mod">
          <ac:chgData name="Avinash Arun Chauhan" userId="S::avinash.chauhan@mahindrauniversity.edu.in::241b5f3e-36f4-4c61-9553-90e6a1c1b8a6" providerId="AD" clId="Web-{019D0A28-FF6D-31D6-DD71-A1B5D1BA2D71}" dt="2025-04-25T14:35:07.408" v="768" actId="20577"/>
          <ac:spMkLst>
            <pc:docMk/>
            <pc:sldMk cId="3581129277" sldId="637"/>
            <ac:spMk id="3" creationId="{A6D8B644-D3A6-2105-C294-077D53CF6B3F}"/>
          </ac:spMkLst>
        </pc:spChg>
      </pc:sldChg>
      <pc:sldChg chg="modSp add replId">
        <pc:chgData name="Avinash Arun Chauhan" userId="S::avinash.chauhan@mahindrauniversity.edu.in::241b5f3e-36f4-4c61-9553-90e6a1c1b8a6" providerId="AD" clId="Web-{019D0A28-FF6D-31D6-DD71-A1B5D1BA2D71}" dt="2025-04-25T14:35:45.487" v="785" actId="20577"/>
        <pc:sldMkLst>
          <pc:docMk/>
          <pc:sldMk cId="1974113713" sldId="638"/>
        </pc:sldMkLst>
        <pc:spChg chg="mod">
          <ac:chgData name="Avinash Arun Chauhan" userId="S::avinash.chauhan@mahindrauniversity.edu.in::241b5f3e-36f4-4c61-9553-90e6a1c1b8a6" providerId="AD" clId="Web-{019D0A28-FF6D-31D6-DD71-A1B5D1BA2D71}" dt="2025-04-25T14:35:12.471" v="771" actId="20577"/>
          <ac:spMkLst>
            <pc:docMk/>
            <pc:sldMk cId="1974113713" sldId="638"/>
            <ac:spMk id="2" creationId="{A4210E40-3974-21DE-734F-4F39E9EBEC95}"/>
          </ac:spMkLst>
        </pc:spChg>
        <pc:spChg chg="mod">
          <ac:chgData name="Avinash Arun Chauhan" userId="S::avinash.chauhan@mahindrauniversity.edu.in::241b5f3e-36f4-4c61-9553-90e6a1c1b8a6" providerId="AD" clId="Web-{019D0A28-FF6D-31D6-DD71-A1B5D1BA2D71}" dt="2025-04-25T14:35:45.487" v="785" actId="20577"/>
          <ac:spMkLst>
            <pc:docMk/>
            <pc:sldMk cId="1974113713" sldId="638"/>
            <ac:spMk id="3" creationId="{A48DE261-9C8F-5FA4-50D5-62C8BC541A1B}"/>
          </ac:spMkLst>
        </pc:spChg>
      </pc:sldChg>
      <pc:sldChg chg="modSp add replId">
        <pc:chgData name="Avinash Arun Chauhan" userId="S::avinash.chauhan@mahindrauniversity.edu.in::241b5f3e-36f4-4c61-9553-90e6a1c1b8a6" providerId="AD" clId="Web-{019D0A28-FF6D-31D6-DD71-A1B5D1BA2D71}" dt="2025-04-25T14:36:00.362" v="797" actId="20577"/>
        <pc:sldMkLst>
          <pc:docMk/>
          <pc:sldMk cId="2414911166" sldId="639"/>
        </pc:sldMkLst>
        <pc:spChg chg="mod">
          <ac:chgData name="Avinash Arun Chauhan" userId="S::avinash.chauhan@mahindrauniversity.edu.in::241b5f3e-36f4-4c61-9553-90e6a1c1b8a6" providerId="AD" clId="Web-{019D0A28-FF6D-31D6-DD71-A1B5D1BA2D71}" dt="2025-04-25T14:35:54.190" v="794" actId="20577"/>
          <ac:spMkLst>
            <pc:docMk/>
            <pc:sldMk cId="2414911166" sldId="639"/>
            <ac:spMk id="2" creationId="{8466BD54-CC99-F4A0-92E2-5BCAB0A0D72B}"/>
          </ac:spMkLst>
        </pc:spChg>
        <pc:spChg chg="mod">
          <ac:chgData name="Avinash Arun Chauhan" userId="S::avinash.chauhan@mahindrauniversity.edu.in::241b5f3e-36f4-4c61-9553-90e6a1c1b8a6" providerId="AD" clId="Web-{019D0A28-FF6D-31D6-DD71-A1B5D1BA2D71}" dt="2025-04-25T14:36:00.362" v="797" actId="20577"/>
          <ac:spMkLst>
            <pc:docMk/>
            <pc:sldMk cId="2414911166" sldId="639"/>
            <ac:spMk id="3" creationId="{98F7A04F-6226-ECD1-B9F9-3D678D525A37}"/>
          </ac:spMkLst>
        </pc:spChg>
      </pc:sldChg>
      <pc:sldChg chg="modSp add replId">
        <pc:chgData name="Avinash Arun Chauhan" userId="S::avinash.chauhan@mahindrauniversity.edu.in::241b5f3e-36f4-4c61-9553-90e6a1c1b8a6" providerId="AD" clId="Web-{019D0A28-FF6D-31D6-DD71-A1B5D1BA2D71}" dt="2025-04-25T14:40:30.526" v="873" actId="1076"/>
        <pc:sldMkLst>
          <pc:docMk/>
          <pc:sldMk cId="41231648" sldId="640"/>
        </pc:sldMkLst>
        <pc:spChg chg="mod">
          <ac:chgData name="Avinash Arun Chauhan" userId="S::avinash.chauhan@mahindrauniversity.edu.in::241b5f3e-36f4-4c61-9553-90e6a1c1b8a6" providerId="AD" clId="Web-{019D0A28-FF6D-31D6-DD71-A1B5D1BA2D71}" dt="2025-04-25T14:40:30.526" v="873" actId="1076"/>
          <ac:spMkLst>
            <pc:docMk/>
            <pc:sldMk cId="41231648" sldId="640"/>
            <ac:spMk id="2" creationId="{7B8748D1-716C-B811-A711-782E95519375}"/>
          </ac:spMkLst>
        </pc:spChg>
        <pc:spChg chg="mod">
          <ac:chgData name="Avinash Arun Chauhan" userId="S::avinash.chauhan@mahindrauniversity.edu.in::241b5f3e-36f4-4c61-9553-90e6a1c1b8a6" providerId="AD" clId="Web-{019D0A28-FF6D-31D6-DD71-A1B5D1BA2D71}" dt="2025-04-25T14:39:31.571" v="829" actId="20577"/>
          <ac:spMkLst>
            <pc:docMk/>
            <pc:sldMk cId="41231648" sldId="640"/>
            <ac:spMk id="3" creationId="{2FB3D9CF-25CB-EFB1-F331-57A746E1B767}"/>
          </ac:spMkLst>
        </pc:spChg>
      </pc:sldChg>
      <pc:sldChg chg="modSp add replId">
        <pc:chgData name="Avinash Arun Chauhan" userId="S::avinash.chauhan@mahindrauniversity.edu.in::241b5f3e-36f4-4c61-9553-90e6a1c1b8a6" providerId="AD" clId="Web-{019D0A28-FF6D-31D6-DD71-A1B5D1BA2D71}" dt="2025-04-25T14:43:13.652" v="951" actId="20577"/>
        <pc:sldMkLst>
          <pc:docMk/>
          <pc:sldMk cId="932002562" sldId="641"/>
        </pc:sldMkLst>
        <pc:spChg chg="mod">
          <ac:chgData name="Avinash Arun Chauhan" userId="S::avinash.chauhan@mahindrauniversity.edu.in::241b5f3e-36f4-4c61-9553-90e6a1c1b8a6" providerId="AD" clId="Web-{019D0A28-FF6D-31D6-DD71-A1B5D1BA2D71}" dt="2025-04-25T14:40:10.587" v="858" actId="20577"/>
          <ac:spMkLst>
            <pc:docMk/>
            <pc:sldMk cId="932002562" sldId="641"/>
            <ac:spMk id="2" creationId="{C8654922-7B80-B68F-B9AF-9504E6F4DABE}"/>
          </ac:spMkLst>
        </pc:spChg>
        <pc:spChg chg="mod">
          <ac:chgData name="Avinash Arun Chauhan" userId="S::avinash.chauhan@mahindrauniversity.edu.in::241b5f3e-36f4-4c61-9553-90e6a1c1b8a6" providerId="AD" clId="Web-{019D0A28-FF6D-31D6-DD71-A1B5D1BA2D71}" dt="2025-04-25T14:43:13.652" v="951" actId="20577"/>
          <ac:spMkLst>
            <pc:docMk/>
            <pc:sldMk cId="932002562" sldId="641"/>
            <ac:spMk id="3" creationId="{575727EF-B60A-2895-84C5-1F229ADA96E2}"/>
          </ac:spMkLst>
        </pc:spChg>
      </pc:sldChg>
    </pc:docChg>
  </pc:docChgLst>
  <pc:docChgLst>
    <pc:chgData name="Avinash Arun Chauhan" userId="S::avinash.chauhan@mahindrauniversity.edu.in::241b5f3e-36f4-4c61-9553-90e6a1c1b8a6" providerId="AD" clId="Web-{287F2414-09C1-E9A4-E060-9DABB748C0DD}"/>
    <pc:docChg chg="addSld modSld">
      <pc:chgData name="Avinash Arun Chauhan" userId="S::avinash.chauhan@mahindrauniversity.edu.in::241b5f3e-36f4-4c61-9553-90e6a1c1b8a6" providerId="AD" clId="Web-{287F2414-09C1-E9A4-E060-9DABB748C0DD}" dt="2025-01-27T05:51:07.102" v="625" actId="20577"/>
      <pc:docMkLst>
        <pc:docMk/>
      </pc:docMkLst>
      <pc:sldChg chg="modSp">
        <pc:chgData name="Avinash Arun Chauhan" userId="S::avinash.chauhan@mahindrauniversity.edu.in::241b5f3e-36f4-4c61-9553-90e6a1c1b8a6" providerId="AD" clId="Web-{287F2414-09C1-E9A4-E060-9DABB748C0DD}" dt="2025-01-27T05:51:07.102" v="625" actId="20577"/>
        <pc:sldMkLst>
          <pc:docMk/>
          <pc:sldMk cId="1153999674" sldId="355"/>
        </pc:sldMkLst>
      </pc:sldChg>
      <pc:sldChg chg="addSp modSp">
        <pc:chgData name="Avinash Arun Chauhan" userId="S::avinash.chauhan@mahindrauniversity.edu.in::241b5f3e-36f4-4c61-9553-90e6a1c1b8a6" providerId="AD" clId="Web-{287F2414-09C1-E9A4-E060-9DABB748C0DD}" dt="2025-01-27T05:09:17.011" v="79" actId="1076"/>
        <pc:sldMkLst>
          <pc:docMk/>
          <pc:sldMk cId="3779786542" sldId="364"/>
        </pc:sldMkLst>
      </pc:sldChg>
      <pc:sldChg chg="modSp">
        <pc:chgData name="Avinash Arun Chauhan" userId="S::avinash.chauhan@mahindrauniversity.edu.in::241b5f3e-36f4-4c61-9553-90e6a1c1b8a6" providerId="AD" clId="Web-{287F2414-09C1-E9A4-E060-9DABB748C0DD}" dt="2025-01-27T05:13:31.954" v="88" actId="20577"/>
        <pc:sldMkLst>
          <pc:docMk/>
          <pc:sldMk cId="2388618079" sldId="367"/>
        </pc:sldMkLst>
      </pc:sldChg>
      <pc:sldChg chg="modSp">
        <pc:chgData name="Avinash Arun Chauhan" userId="S::avinash.chauhan@mahindrauniversity.edu.in::241b5f3e-36f4-4c61-9553-90e6a1c1b8a6" providerId="AD" clId="Web-{287F2414-09C1-E9A4-E060-9DABB748C0DD}" dt="2025-01-27T05:13:48.705" v="102" actId="20577"/>
        <pc:sldMkLst>
          <pc:docMk/>
          <pc:sldMk cId="1689753424" sldId="368"/>
        </pc:sldMkLst>
      </pc:sldChg>
      <pc:sldChg chg="modSp add replId">
        <pc:chgData name="Avinash Arun Chauhan" userId="S::avinash.chauhan@mahindrauniversity.edu.in::241b5f3e-36f4-4c61-9553-90e6a1c1b8a6" providerId="AD" clId="Web-{287F2414-09C1-E9A4-E060-9DABB748C0DD}" dt="2025-01-27T05:23:19.672" v="546" actId="20577"/>
        <pc:sldMkLst>
          <pc:docMk/>
          <pc:sldMk cId="3784808034" sldId="371"/>
        </pc:sldMkLst>
      </pc:sldChg>
      <pc:sldChg chg="modSp add replId">
        <pc:chgData name="Avinash Arun Chauhan" userId="S::avinash.chauhan@mahindrauniversity.edu.in::241b5f3e-36f4-4c61-9553-90e6a1c1b8a6" providerId="AD" clId="Web-{287F2414-09C1-E9A4-E060-9DABB748C0DD}" dt="2025-01-27T05:49:45.991" v="621" actId="20577"/>
        <pc:sldMkLst>
          <pc:docMk/>
          <pc:sldMk cId="4238744636" sldId="372"/>
        </pc:sldMkLst>
      </pc:sldChg>
    </pc:docChg>
  </pc:docChgLst>
  <pc:docChgLst>
    <pc:chgData name="Avinash Arun Chauhan" userId="S::avinash.chauhan@mahindrauniversity.edu.in::241b5f3e-36f4-4c61-9553-90e6a1c1b8a6" providerId="AD" clId="Web-{52336E21-1A73-A4CF-FC20-F0884FA891A5}"/>
    <pc:docChg chg="addSld modSld sldOrd">
      <pc:chgData name="Avinash Arun Chauhan" userId="S::avinash.chauhan@mahindrauniversity.edu.in::241b5f3e-36f4-4c61-9553-90e6a1c1b8a6" providerId="AD" clId="Web-{52336E21-1A73-A4CF-FC20-F0884FA891A5}" dt="2025-02-25T06:49:33.434" v="146" actId="20577"/>
      <pc:docMkLst>
        <pc:docMk/>
      </pc:docMkLst>
      <pc:sldChg chg="modSp add ord replId">
        <pc:chgData name="Avinash Arun Chauhan" userId="S::avinash.chauhan@mahindrauniversity.edu.in::241b5f3e-36f4-4c61-9553-90e6a1c1b8a6" providerId="AD" clId="Web-{52336E21-1A73-A4CF-FC20-F0884FA891A5}" dt="2025-02-25T06:49:33.434" v="146" actId="20577"/>
        <pc:sldMkLst>
          <pc:docMk/>
          <pc:sldMk cId="3382390238" sldId="453"/>
        </pc:sldMkLst>
        <pc:spChg chg="mod">
          <ac:chgData name="Avinash Arun Chauhan" userId="S::avinash.chauhan@mahindrauniversity.edu.in::241b5f3e-36f4-4c61-9553-90e6a1c1b8a6" providerId="AD" clId="Web-{52336E21-1A73-A4CF-FC20-F0884FA891A5}" dt="2025-02-25T06:49:33.434" v="146" actId="20577"/>
          <ac:spMkLst>
            <pc:docMk/>
            <pc:sldMk cId="3382390238" sldId="453"/>
            <ac:spMk id="3" creationId="{1428BC14-AC9B-25B4-0748-A2B6FE9AD070}"/>
          </ac:spMkLst>
        </pc:spChg>
      </pc:sldChg>
      <pc:sldChg chg="modSp add replId">
        <pc:chgData name="Avinash Arun Chauhan" userId="S::avinash.chauhan@mahindrauniversity.edu.in::241b5f3e-36f4-4c61-9553-90e6a1c1b8a6" providerId="AD" clId="Web-{52336E21-1A73-A4CF-FC20-F0884FA891A5}" dt="2025-02-25T06:47:03.617" v="144" actId="20577"/>
        <pc:sldMkLst>
          <pc:docMk/>
          <pc:sldMk cId="710131590" sldId="454"/>
        </pc:sldMkLst>
        <pc:spChg chg="mod">
          <ac:chgData name="Avinash Arun Chauhan" userId="S::avinash.chauhan@mahindrauniversity.edu.in::241b5f3e-36f4-4c61-9553-90e6a1c1b8a6" providerId="AD" clId="Web-{52336E21-1A73-A4CF-FC20-F0884FA891A5}" dt="2025-02-25T06:47:03.617" v="144" actId="20577"/>
          <ac:spMkLst>
            <pc:docMk/>
            <pc:sldMk cId="710131590" sldId="454"/>
            <ac:spMk id="3" creationId="{09B2303B-68AE-C740-B002-969DE684664D}"/>
          </ac:spMkLst>
        </pc:spChg>
      </pc:sldChg>
    </pc:docChg>
  </pc:docChgLst>
  <pc:docChgLst>
    <pc:chgData name="Avinash Arun Chauhan" userId="S::avinash.chauhan@mahindrauniversity.edu.in::241b5f3e-36f4-4c61-9553-90e6a1c1b8a6" providerId="AD" clId="Web-{5FA345A0-BA26-FB96-A546-CE3232C30B69}"/>
    <pc:docChg chg="modSld">
      <pc:chgData name="Avinash Arun Chauhan" userId="S::avinash.chauhan@mahindrauniversity.edu.in::241b5f3e-36f4-4c61-9553-90e6a1c1b8a6" providerId="AD" clId="Web-{5FA345A0-BA26-FB96-A546-CE3232C30B69}" dt="2023-08-09T06:04:45.828" v="16" actId="20577"/>
      <pc:docMkLst>
        <pc:docMk/>
      </pc:docMkLst>
      <pc:sldChg chg="modSp">
        <pc:chgData name="Avinash Arun Chauhan" userId="S::avinash.chauhan@mahindrauniversity.edu.in::241b5f3e-36f4-4c61-9553-90e6a1c1b8a6" providerId="AD" clId="Web-{5FA345A0-BA26-FB96-A546-CE3232C30B69}" dt="2023-08-09T06:04:45.828" v="16" actId="20577"/>
        <pc:sldMkLst>
          <pc:docMk/>
          <pc:sldMk cId="3615545428" sldId="259"/>
        </pc:sldMkLst>
      </pc:sldChg>
    </pc:docChg>
  </pc:docChgLst>
  <pc:docChgLst>
    <pc:chgData name="Avinash Arun Chauhan" userId="S::avinash.chauhan@mahindrauniversity.edu.in::241b5f3e-36f4-4c61-9553-90e6a1c1b8a6" providerId="AD" clId="Web-{CDE5C315-6269-F2BE-BF46-2275AC7685C8}"/>
    <pc:docChg chg="addSld delSld modSld sldOrd">
      <pc:chgData name="Avinash Arun Chauhan" userId="S::avinash.chauhan@mahindrauniversity.edu.in::241b5f3e-36f4-4c61-9553-90e6a1c1b8a6" providerId="AD" clId="Web-{CDE5C315-6269-F2BE-BF46-2275AC7685C8}" dt="2024-08-07T12:38:12.825" v="122" actId="1076"/>
      <pc:docMkLst>
        <pc:docMk/>
      </pc:docMkLst>
      <pc:sldChg chg="modSp">
        <pc:chgData name="Avinash Arun Chauhan" userId="S::avinash.chauhan@mahindrauniversity.edu.in::241b5f3e-36f4-4c61-9553-90e6a1c1b8a6" providerId="AD" clId="Web-{CDE5C315-6269-F2BE-BF46-2275AC7685C8}" dt="2024-08-07T12:26:37.318" v="16" actId="20577"/>
        <pc:sldMkLst>
          <pc:docMk/>
          <pc:sldMk cId="3445711273" sldId="267"/>
        </pc:sldMkLst>
      </pc:sldChg>
      <pc:sldChg chg="modSp">
        <pc:chgData name="Avinash Arun Chauhan" userId="S::avinash.chauhan@mahindrauniversity.edu.in::241b5f3e-36f4-4c61-9553-90e6a1c1b8a6" providerId="AD" clId="Web-{CDE5C315-6269-F2BE-BF46-2275AC7685C8}" dt="2024-08-07T12:38:12.825" v="122" actId="1076"/>
        <pc:sldMkLst>
          <pc:docMk/>
          <pc:sldMk cId="3140380364" sldId="277"/>
        </pc:sldMkLst>
      </pc:sldChg>
      <pc:sldChg chg="del">
        <pc:chgData name="Avinash Arun Chauhan" userId="S::avinash.chauhan@mahindrauniversity.edu.in::241b5f3e-36f4-4c61-9553-90e6a1c1b8a6" providerId="AD" clId="Web-{CDE5C315-6269-F2BE-BF46-2275AC7685C8}" dt="2024-08-07T12:25:37.504" v="13"/>
        <pc:sldMkLst>
          <pc:docMk/>
          <pc:sldMk cId="1175868767" sldId="286"/>
        </pc:sldMkLst>
      </pc:sldChg>
      <pc:sldChg chg="modSp">
        <pc:chgData name="Avinash Arun Chauhan" userId="S::avinash.chauhan@mahindrauniversity.edu.in::241b5f3e-36f4-4c61-9553-90e6a1c1b8a6" providerId="AD" clId="Web-{CDE5C315-6269-F2BE-BF46-2275AC7685C8}" dt="2024-08-07T12:37:36.871" v="112" actId="20577"/>
        <pc:sldMkLst>
          <pc:docMk/>
          <pc:sldMk cId="1259393115" sldId="287"/>
        </pc:sldMkLst>
      </pc:sldChg>
      <pc:sldChg chg="del">
        <pc:chgData name="Avinash Arun Chauhan" userId="S::avinash.chauhan@mahindrauniversity.edu.in::241b5f3e-36f4-4c61-9553-90e6a1c1b8a6" providerId="AD" clId="Web-{CDE5C315-6269-F2BE-BF46-2275AC7685C8}" dt="2024-08-07T12:31:49.375" v="46"/>
        <pc:sldMkLst>
          <pc:docMk/>
          <pc:sldMk cId="3032553957" sldId="289"/>
        </pc:sldMkLst>
      </pc:sldChg>
      <pc:sldChg chg="addSp delSp modSp add replId">
        <pc:chgData name="Avinash Arun Chauhan" userId="S::avinash.chauhan@mahindrauniversity.edu.in::241b5f3e-36f4-4c61-9553-90e6a1c1b8a6" providerId="AD" clId="Web-{CDE5C315-6269-F2BE-BF46-2275AC7685C8}" dt="2024-08-07T12:37:41.090" v="113" actId="20577"/>
        <pc:sldMkLst>
          <pc:docMk/>
          <pc:sldMk cId="3127311794" sldId="290"/>
        </pc:sldMkLst>
      </pc:sldChg>
      <pc:sldChg chg="modSp add replId">
        <pc:chgData name="Avinash Arun Chauhan" userId="S::avinash.chauhan@mahindrauniversity.edu.in::241b5f3e-36f4-4c61-9553-90e6a1c1b8a6" providerId="AD" clId="Web-{CDE5C315-6269-F2BE-BF46-2275AC7685C8}" dt="2024-08-07T12:30:38.514" v="45" actId="20577"/>
        <pc:sldMkLst>
          <pc:docMk/>
          <pc:sldMk cId="3716297763" sldId="291"/>
        </pc:sldMkLst>
      </pc:sldChg>
      <pc:sldChg chg="modSp add ord replId">
        <pc:chgData name="Avinash Arun Chauhan" userId="S::avinash.chauhan@mahindrauniversity.edu.in::241b5f3e-36f4-4c61-9553-90e6a1c1b8a6" providerId="AD" clId="Web-{CDE5C315-6269-F2BE-BF46-2275AC7685C8}" dt="2024-08-07T12:37:45.527" v="114" actId="20577"/>
        <pc:sldMkLst>
          <pc:docMk/>
          <pc:sldMk cId="2340768922" sldId="292"/>
        </pc:sldMkLst>
      </pc:sldChg>
    </pc:docChg>
  </pc:docChgLst>
  <pc:docChgLst>
    <pc:chgData name="Avinash Arun Chauhan" userId="S::avinash.chauhan@mahindrauniversity.edu.in::241b5f3e-36f4-4c61-9553-90e6a1c1b8a6" providerId="AD" clId="Web-{1B588DDD-D74A-DA73-4B3C-F2EBFB26265F}"/>
    <pc:docChg chg="addSld modSld sldOrd">
      <pc:chgData name="Avinash Arun Chauhan" userId="S::avinash.chauhan@mahindrauniversity.edu.in::241b5f3e-36f4-4c61-9553-90e6a1c1b8a6" providerId="AD" clId="Web-{1B588DDD-D74A-DA73-4B3C-F2EBFB26265F}" dt="2025-02-13T07:13:10.649" v="2179" actId="20577"/>
      <pc:docMkLst>
        <pc:docMk/>
      </pc:docMkLst>
      <pc:sldChg chg="addSp modSp">
        <pc:chgData name="Avinash Arun Chauhan" userId="S::avinash.chauhan@mahindrauniversity.edu.in::241b5f3e-36f4-4c61-9553-90e6a1c1b8a6" providerId="AD" clId="Web-{1B588DDD-D74A-DA73-4B3C-F2EBFB26265F}" dt="2025-02-13T06:00:00.932" v="30" actId="1076"/>
        <pc:sldMkLst>
          <pc:docMk/>
          <pc:sldMk cId="2802681030" sldId="425"/>
        </pc:sldMkLst>
      </pc:sldChg>
      <pc:sldChg chg="modSp">
        <pc:chgData name="Avinash Arun Chauhan" userId="S::avinash.chauhan@mahindrauniversity.edu.in::241b5f3e-36f4-4c61-9553-90e6a1c1b8a6" providerId="AD" clId="Web-{1B588DDD-D74A-DA73-4B3C-F2EBFB26265F}" dt="2025-02-13T06:06:21.246" v="160" actId="20577"/>
        <pc:sldMkLst>
          <pc:docMk/>
          <pc:sldMk cId="3811169343" sldId="426"/>
        </pc:sldMkLst>
      </pc:sldChg>
      <pc:sldChg chg="modSp">
        <pc:chgData name="Avinash Arun Chauhan" userId="S::avinash.chauhan@mahindrauniversity.edu.in::241b5f3e-36f4-4c61-9553-90e6a1c1b8a6" providerId="AD" clId="Web-{1B588DDD-D74A-DA73-4B3C-F2EBFB26265F}" dt="2025-02-13T06:07:50.762" v="175" actId="20577"/>
        <pc:sldMkLst>
          <pc:docMk/>
          <pc:sldMk cId="227902600" sldId="427"/>
        </pc:sldMkLst>
      </pc:sldChg>
      <pc:sldChg chg="modSp">
        <pc:chgData name="Avinash Arun Chauhan" userId="S::avinash.chauhan@mahindrauniversity.edu.in::241b5f3e-36f4-4c61-9553-90e6a1c1b8a6" providerId="AD" clId="Web-{1B588DDD-D74A-DA73-4B3C-F2EBFB26265F}" dt="2025-02-13T06:09:23.685" v="202" actId="20577"/>
        <pc:sldMkLst>
          <pc:docMk/>
          <pc:sldMk cId="3686490617" sldId="429"/>
        </pc:sldMkLst>
      </pc:sldChg>
      <pc:sldChg chg="modSp">
        <pc:chgData name="Avinash Arun Chauhan" userId="S::avinash.chauhan@mahindrauniversity.edu.in::241b5f3e-36f4-4c61-9553-90e6a1c1b8a6" providerId="AD" clId="Web-{1B588DDD-D74A-DA73-4B3C-F2EBFB26265F}" dt="2025-02-13T06:11:15.638" v="226" actId="20577"/>
        <pc:sldMkLst>
          <pc:docMk/>
          <pc:sldMk cId="86552837" sldId="430"/>
        </pc:sldMkLst>
      </pc:sldChg>
      <pc:sldChg chg="addSp delSp modSp">
        <pc:chgData name="Avinash Arun Chauhan" userId="S::avinash.chauhan@mahindrauniversity.edu.in::241b5f3e-36f4-4c61-9553-90e6a1c1b8a6" providerId="AD" clId="Web-{1B588DDD-D74A-DA73-4B3C-F2EBFB26265F}" dt="2025-02-13T06:16:00.265" v="245"/>
        <pc:sldMkLst>
          <pc:docMk/>
          <pc:sldMk cId="2336727406" sldId="433"/>
        </pc:sldMkLst>
      </pc:sldChg>
      <pc:sldChg chg="modSp">
        <pc:chgData name="Avinash Arun Chauhan" userId="S::avinash.chauhan@mahindrauniversity.edu.in::241b5f3e-36f4-4c61-9553-90e6a1c1b8a6" providerId="AD" clId="Web-{1B588DDD-D74A-DA73-4B3C-F2EBFB26265F}" dt="2025-02-13T06:17:09.109" v="267" actId="20577"/>
        <pc:sldMkLst>
          <pc:docMk/>
          <pc:sldMk cId="859797520" sldId="434"/>
        </pc:sldMkLst>
      </pc:sldChg>
      <pc:sldChg chg="modSp">
        <pc:chgData name="Avinash Arun Chauhan" userId="S::avinash.chauhan@mahindrauniversity.edu.in::241b5f3e-36f4-4c61-9553-90e6a1c1b8a6" providerId="AD" clId="Web-{1B588DDD-D74A-DA73-4B3C-F2EBFB26265F}" dt="2025-02-13T07:13:10.649" v="2179" actId="20577"/>
        <pc:sldMkLst>
          <pc:docMk/>
          <pc:sldMk cId="620991165" sldId="437"/>
        </pc:sldMkLst>
      </pc:sldChg>
      <pc:sldChg chg="modSp">
        <pc:chgData name="Avinash Arun Chauhan" userId="S::avinash.chauhan@mahindrauniversity.edu.in::241b5f3e-36f4-4c61-9553-90e6a1c1b8a6" providerId="AD" clId="Web-{1B588DDD-D74A-DA73-4B3C-F2EBFB26265F}" dt="2025-02-13T06:35:17.472" v="1063" actId="20577"/>
        <pc:sldMkLst>
          <pc:docMk/>
          <pc:sldMk cId="1125462947" sldId="438"/>
        </pc:sldMkLst>
      </pc:sldChg>
      <pc:sldChg chg="modSp">
        <pc:chgData name="Avinash Arun Chauhan" userId="S::avinash.chauhan@mahindrauniversity.edu.in::241b5f3e-36f4-4c61-9553-90e6a1c1b8a6" providerId="AD" clId="Web-{1B588DDD-D74A-DA73-4B3C-F2EBFB26265F}" dt="2025-02-13T06:42:52.829" v="1279" actId="20577"/>
        <pc:sldMkLst>
          <pc:docMk/>
          <pc:sldMk cId="685589665" sldId="439"/>
        </pc:sldMkLst>
      </pc:sldChg>
      <pc:sldChg chg="modSp">
        <pc:chgData name="Avinash Arun Chauhan" userId="S::avinash.chauhan@mahindrauniversity.edu.in::241b5f3e-36f4-4c61-9553-90e6a1c1b8a6" providerId="AD" clId="Web-{1B588DDD-D74A-DA73-4B3C-F2EBFB26265F}" dt="2025-02-13T06:52:37.097" v="1789" actId="20577"/>
        <pc:sldMkLst>
          <pc:docMk/>
          <pc:sldMk cId="2354634915" sldId="440"/>
        </pc:sldMkLst>
      </pc:sldChg>
      <pc:sldChg chg="modSp add replId">
        <pc:chgData name="Avinash Arun Chauhan" userId="S::avinash.chauhan@mahindrauniversity.edu.in::241b5f3e-36f4-4c61-9553-90e6a1c1b8a6" providerId="AD" clId="Web-{1B588DDD-D74A-DA73-4B3C-F2EBFB26265F}" dt="2025-02-13T07:00:02.766" v="2116" actId="20577"/>
        <pc:sldMkLst>
          <pc:docMk/>
          <pc:sldMk cId="2422187861" sldId="444"/>
        </pc:sldMkLst>
      </pc:sldChg>
      <pc:sldChg chg="modSp add replId">
        <pc:chgData name="Avinash Arun Chauhan" userId="S::avinash.chauhan@mahindrauniversity.edu.in::241b5f3e-36f4-4c61-9553-90e6a1c1b8a6" providerId="AD" clId="Web-{1B588DDD-D74A-DA73-4B3C-F2EBFB26265F}" dt="2025-02-13T07:02:55.990" v="2135" actId="20577"/>
        <pc:sldMkLst>
          <pc:docMk/>
          <pc:sldMk cId="3924505761" sldId="445"/>
        </pc:sldMkLst>
        <pc:spChg chg="mod">
          <ac:chgData name="Avinash Arun Chauhan" userId="S::avinash.chauhan@mahindrauniversity.edu.in::241b5f3e-36f4-4c61-9553-90e6a1c1b8a6" providerId="AD" clId="Web-{1B588DDD-D74A-DA73-4B3C-F2EBFB26265F}" dt="2025-02-13T07:02:55.990" v="2135" actId="20577"/>
          <ac:spMkLst>
            <pc:docMk/>
            <pc:sldMk cId="3924505761" sldId="445"/>
            <ac:spMk id="3" creationId="{3CD8EBB5-37D0-C01C-F305-06E1A81FA5D6}"/>
          </ac:spMkLst>
        </pc:spChg>
      </pc:sldChg>
      <pc:sldChg chg="modSp add ord replId">
        <pc:chgData name="Avinash Arun Chauhan" userId="S::avinash.chauhan@mahindrauniversity.edu.in::241b5f3e-36f4-4c61-9553-90e6a1c1b8a6" providerId="AD" clId="Web-{1B588DDD-D74A-DA73-4B3C-F2EBFB26265F}" dt="2025-02-13T07:03:39.632" v="2176" actId="20577"/>
        <pc:sldMkLst>
          <pc:docMk/>
          <pc:sldMk cId="2934269232" sldId="446"/>
        </pc:sldMkLst>
      </pc:sldChg>
    </pc:docChg>
  </pc:docChgLst>
  <pc:docChgLst>
    <pc:chgData name="Avinash Arun Chauhan" userId="S::avinash.chauhan@mahindrauniversity.edu.in::241b5f3e-36f4-4c61-9553-90e6a1c1b8a6" providerId="AD" clId="Web-{1C5C0F09-7B97-19DA-65DD-F4ACED4AC09F}"/>
    <pc:docChg chg="modSld">
      <pc:chgData name="Avinash Arun Chauhan" userId="S::avinash.chauhan@mahindrauniversity.edu.in::241b5f3e-36f4-4c61-9553-90e6a1c1b8a6" providerId="AD" clId="Web-{1C5C0F09-7B97-19DA-65DD-F4ACED4AC09F}" dt="2025-03-11T08:38:52.743" v="9" actId="20577"/>
      <pc:docMkLst>
        <pc:docMk/>
      </pc:docMkLst>
      <pc:sldChg chg="modSp">
        <pc:chgData name="Avinash Arun Chauhan" userId="S::avinash.chauhan@mahindrauniversity.edu.in::241b5f3e-36f4-4c61-9553-90e6a1c1b8a6" providerId="AD" clId="Web-{1C5C0F09-7B97-19DA-65DD-F4ACED4AC09F}" dt="2025-03-11T08:38:52.743" v="9" actId="20577"/>
        <pc:sldMkLst>
          <pc:docMk/>
          <pc:sldMk cId="3811169343" sldId="426"/>
        </pc:sldMkLst>
        <pc:spChg chg="mod">
          <ac:chgData name="Avinash Arun Chauhan" userId="S::avinash.chauhan@mahindrauniversity.edu.in::241b5f3e-36f4-4c61-9553-90e6a1c1b8a6" providerId="AD" clId="Web-{1C5C0F09-7B97-19DA-65DD-F4ACED4AC09F}" dt="2025-03-11T08:38:52.743" v="9" actId="20577"/>
          <ac:spMkLst>
            <pc:docMk/>
            <pc:sldMk cId="3811169343" sldId="426"/>
            <ac:spMk id="3" creationId="{31932857-BFC7-D9FE-C8F3-E1C975AD4542}"/>
          </ac:spMkLst>
        </pc:spChg>
      </pc:sldChg>
    </pc:docChg>
  </pc:docChgLst>
  <pc:docChgLst>
    <pc:chgData name="Avinash Arun Chauhan" userId="S::avinash.chauhan@mahindrauniversity.edu.in::241b5f3e-36f4-4c61-9553-90e6a1c1b8a6" providerId="AD" clId="Web-{95E5A7F3-C103-A91A-33FD-D47FA384885D}"/>
    <pc:docChg chg="modSld">
      <pc:chgData name="Avinash Arun Chauhan" userId="S::avinash.chauhan@mahindrauniversity.edu.in::241b5f3e-36f4-4c61-9553-90e6a1c1b8a6" providerId="AD" clId="Web-{95E5A7F3-C103-A91A-33FD-D47FA384885D}" dt="2024-07-30T14:35:41.376" v="50" actId="20577"/>
      <pc:docMkLst>
        <pc:docMk/>
      </pc:docMkLst>
      <pc:sldChg chg="modSp">
        <pc:chgData name="Avinash Arun Chauhan" userId="S::avinash.chauhan@mahindrauniversity.edu.in::241b5f3e-36f4-4c61-9553-90e6a1c1b8a6" providerId="AD" clId="Web-{95E5A7F3-C103-A91A-33FD-D47FA384885D}" dt="2024-07-30T14:34:27.076" v="0" actId="20577"/>
        <pc:sldMkLst>
          <pc:docMk/>
          <pc:sldMk cId="2029719128" sldId="274"/>
        </pc:sldMkLst>
      </pc:sldChg>
      <pc:sldChg chg="modSp">
        <pc:chgData name="Avinash Arun Chauhan" userId="S::avinash.chauhan@mahindrauniversity.edu.in::241b5f3e-36f4-4c61-9553-90e6a1c1b8a6" providerId="AD" clId="Web-{95E5A7F3-C103-A91A-33FD-D47FA384885D}" dt="2024-07-30T14:35:41.376" v="50" actId="20577"/>
        <pc:sldMkLst>
          <pc:docMk/>
          <pc:sldMk cId="1186293514" sldId="278"/>
        </pc:sldMkLst>
      </pc:sldChg>
    </pc:docChg>
  </pc:docChgLst>
  <pc:docChgLst>
    <pc:chgData name="Avinash Arun Chauhan" userId="S::avinash.chauhan@mahindrauniversity.edu.in::241b5f3e-36f4-4c61-9553-90e6a1c1b8a6" providerId="AD" clId="Web-{BB3D54FA-E1CB-2E3D-0855-3C1505E4DCDB}"/>
    <pc:docChg chg="addSld delSld modSld">
      <pc:chgData name="Avinash Arun Chauhan" userId="S::avinash.chauhan@mahindrauniversity.edu.in::241b5f3e-36f4-4c61-9553-90e6a1c1b8a6" providerId="AD" clId="Web-{BB3D54FA-E1CB-2E3D-0855-3C1505E4DCDB}" dt="2025-04-30T06:41:35.201" v="120"/>
      <pc:docMkLst>
        <pc:docMk/>
      </pc:docMkLst>
      <pc:sldChg chg="modSp">
        <pc:chgData name="Avinash Arun Chauhan" userId="S::avinash.chauhan@mahindrauniversity.edu.in::241b5f3e-36f4-4c61-9553-90e6a1c1b8a6" providerId="AD" clId="Web-{BB3D54FA-E1CB-2E3D-0855-3C1505E4DCDB}" dt="2025-04-30T06:40:23.541" v="31" actId="20577"/>
        <pc:sldMkLst>
          <pc:docMk/>
          <pc:sldMk cId="1540275285" sldId="256"/>
        </pc:sldMkLst>
        <pc:spChg chg="mod">
          <ac:chgData name="Avinash Arun Chauhan" userId="S::avinash.chauhan@mahindrauniversity.edu.in::241b5f3e-36f4-4c61-9553-90e6a1c1b8a6" providerId="AD" clId="Web-{BB3D54FA-E1CB-2E3D-0855-3C1505E4DCDB}" dt="2025-04-30T06:40:23.541" v="31" actId="20577"/>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BB3D54FA-E1CB-2E3D-0855-3C1505E4DCDB}" dt="2025-04-30T06:40:56.011" v="91" actId="20577"/>
        <pc:sldMkLst>
          <pc:docMk/>
          <pc:sldMk cId="883900188" sldId="505"/>
        </pc:sldMkLst>
        <pc:spChg chg="mod">
          <ac:chgData name="Avinash Arun Chauhan" userId="S::avinash.chauhan@mahindrauniversity.edu.in::241b5f3e-36f4-4c61-9553-90e6a1c1b8a6" providerId="AD" clId="Web-{BB3D54FA-E1CB-2E3D-0855-3C1505E4DCDB}" dt="2025-04-30T06:40:56.011" v="91" actId="20577"/>
          <ac:spMkLst>
            <pc:docMk/>
            <pc:sldMk cId="883900188" sldId="505"/>
            <ac:spMk id="3" creationId="{29BD426B-01FE-6A79-FB41-404DC71E5937}"/>
          </ac:spMkLst>
        </pc:spChg>
      </pc:sldChg>
      <pc:sldChg chg="modSp add del">
        <pc:chgData name="Avinash Arun Chauhan" userId="S::avinash.chauhan@mahindrauniversity.edu.in::241b5f3e-36f4-4c61-9553-90e6a1c1b8a6" providerId="AD" clId="Web-{BB3D54FA-E1CB-2E3D-0855-3C1505E4DCDB}" dt="2025-04-30T06:41:33.373" v="118"/>
        <pc:sldMkLst>
          <pc:docMk/>
          <pc:sldMk cId="2512549991" sldId="603"/>
        </pc:sldMkLst>
        <pc:spChg chg="mod">
          <ac:chgData name="Avinash Arun Chauhan" userId="S::avinash.chauhan@mahindrauniversity.edu.in::241b5f3e-36f4-4c61-9553-90e6a1c1b8a6" providerId="AD" clId="Web-{BB3D54FA-E1CB-2E3D-0855-3C1505E4DCDB}" dt="2025-04-30T06:41:04.980" v="93" actId="20577"/>
          <ac:spMkLst>
            <pc:docMk/>
            <pc:sldMk cId="2512549991" sldId="603"/>
            <ac:spMk id="2" creationId="{D78138EF-7446-BEAE-0EAA-06EA31162732}"/>
          </ac:spMkLst>
        </pc:spChg>
        <pc:spChg chg="mod">
          <ac:chgData name="Avinash Arun Chauhan" userId="S::avinash.chauhan@mahindrauniversity.edu.in::241b5f3e-36f4-4c61-9553-90e6a1c1b8a6" providerId="AD" clId="Web-{BB3D54FA-E1CB-2E3D-0855-3C1505E4DCDB}" dt="2025-04-30T06:41:15.856" v="100" actId="20577"/>
          <ac:spMkLst>
            <pc:docMk/>
            <pc:sldMk cId="2512549991" sldId="603"/>
            <ac:spMk id="3" creationId="{7CB8A221-ECFB-2EE5-82CA-C8D1830A2EAF}"/>
          </ac:spMkLst>
        </pc:spChg>
      </pc:sldChg>
      <pc:sldChg chg="del">
        <pc:chgData name="Avinash Arun Chauhan" userId="S::avinash.chauhan@mahindrauniversity.edu.in::241b5f3e-36f4-4c61-9553-90e6a1c1b8a6" providerId="AD" clId="Web-{BB3D54FA-E1CB-2E3D-0855-3C1505E4DCDB}" dt="2025-04-30T06:41:18.184" v="101"/>
        <pc:sldMkLst>
          <pc:docMk/>
          <pc:sldMk cId="2704756830" sldId="609"/>
        </pc:sldMkLst>
      </pc:sldChg>
      <pc:sldChg chg="del">
        <pc:chgData name="Avinash Arun Chauhan" userId="S::avinash.chauhan@mahindrauniversity.edu.in::241b5f3e-36f4-4c61-9553-90e6a1c1b8a6" providerId="AD" clId="Web-{BB3D54FA-E1CB-2E3D-0855-3C1505E4DCDB}" dt="2025-04-30T06:41:19.481" v="102"/>
        <pc:sldMkLst>
          <pc:docMk/>
          <pc:sldMk cId="2303245119" sldId="610"/>
        </pc:sldMkLst>
      </pc:sldChg>
      <pc:sldChg chg="del">
        <pc:chgData name="Avinash Arun Chauhan" userId="S::avinash.chauhan@mahindrauniversity.edu.in::241b5f3e-36f4-4c61-9553-90e6a1c1b8a6" providerId="AD" clId="Web-{BB3D54FA-E1CB-2E3D-0855-3C1505E4DCDB}" dt="2025-04-30T06:41:20.309" v="103"/>
        <pc:sldMkLst>
          <pc:docMk/>
          <pc:sldMk cId="205494008" sldId="611"/>
        </pc:sldMkLst>
      </pc:sldChg>
      <pc:sldChg chg="del">
        <pc:chgData name="Avinash Arun Chauhan" userId="S::avinash.chauhan@mahindrauniversity.edu.in::241b5f3e-36f4-4c61-9553-90e6a1c1b8a6" providerId="AD" clId="Web-{BB3D54FA-E1CB-2E3D-0855-3C1505E4DCDB}" dt="2025-04-30T06:41:21.122" v="104"/>
        <pc:sldMkLst>
          <pc:docMk/>
          <pc:sldMk cId="2209809018" sldId="612"/>
        </pc:sldMkLst>
      </pc:sldChg>
      <pc:sldChg chg="del">
        <pc:chgData name="Avinash Arun Chauhan" userId="S::avinash.chauhan@mahindrauniversity.edu.in::241b5f3e-36f4-4c61-9553-90e6a1c1b8a6" providerId="AD" clId="Web-{BB3D54FA-E1CB-2E3D-0855-3C1505E4DCDB}" dt="2025-04-30T06:41:21.591" v="105"/>
        <pc:sldMkLst>
          <pc:docMk/>
          <pc:sldMk cId="4229672633" sldId="613"/>
        </pc:sldMkLst>
      </pc:sldChg>
      <pc:sldChg chg="del">
        <pc:chgData name="Avinash Arun Chauhan" userId="S::avinash.chauhan@mahindrauniversity.edu.in::241b5f3e-36f4-4c61-9553-90e6a1c1b8a6" providerId="AD" clId="Web-{BB3D54FA-E1CB-2E3D-0855-3C1505E4DCDB}" dt="2025-04-30T06:41:22.169" v="106"/>
        <pc:sldMkLst>
          <pc:docMk/>
          <pc:sldMk cId="1080431214" sldId="614"/>
        </pc:sldMkLst>
      </pc:sldChg>
      <pc:sldChg chg="del">
        <pc:chgData name="Avinash Arun Chauhan" userId="S::avinash.chauhan@mahindrauniversity.edu.in::241b5f3e-36f4-4c61-9553-90e6a1c1b8a6" providerId="AD" clId="Web-{BB3D54FA-E1CB-2E3D-0855-3C1505E4DCDB}" dt="2025-04-30T06:41:22.825" v="107"/>
        <pc:sldMkLst>
          <pc:docMk/>
          <pc:sldMk cId="375185545" sldId="615"/>
        </pc:sldMkLst>
      </pc:sldChg>
      <pc:sldChg chg="del">
        <pc:chgData name="Avinash Arun Chauhan" userId="S::avinash.chauhan@mahindrauniversity.edu.in::241b5f3e-36f4-4c61-9553-90e6a1c1b8a6" providerId="AD" clId="Web-{BB3D54FA-E1CB-2E3D-0855-3C1505E4DCDB}" dt="2025-04-30T06:41:24.716" v="109"/>
        <pc:sldMkLst>
          <pc:docMk/>
          <pc:sldMk cId="816743191" sldId="616"/>
        </pc:sldMkLst>
      </pc:sldChg>
      <pc:sldChg chg="del">
        <pc:chgData name="Avinash Arun Chauhan" userId="S::avinash.chauhan@mahindrauniversity.edu.in::241b5f3e-36f4-4c61-9553-90e6a1c1b8a6" providerId="AD" clId="Web-{BB3D54FA-E1CB-2E3D-0855-3C1505E4DCDB}" dt="2025-04-30T06:41:23.841" v="108"/>
        <pc:sldMkLst>
          <pc:docMk/>
          <pc:sldMk cId="2075858153" sldId="617"/>
        </pc:sldMkLst>
      </pc:sldChg>
      <pc:sldChg chg="del">
        <pc:chgData name="Avinash Arun Chauhan" userId="S::avinash.chauhan@mahindrauniversity.edu.in::241b5f3e-36f4-4c61-9553-90e6a1c1b8a6" providerId="AD" clId="Web-{BB3D54FA-E1CB-2E3D-0855-3C1505E4DCDB}" dt="2025-04-30T06:41:26.388" v="110"/>
        <pc:sldMkLst>
          <pc:docMk/>
          <pc:sldMk cId="3915192468" sldId="618"/>
        </pc:sldMkLst>
      </pc:sldChg>
      <pc:sldChg chg="del">
        <pc:chgData name="Avinash Arun Chauhan" userId="S::avinash.chauhan@mahindrauniversity.edu.in::241b5f3e-36f4-4c61-9553-90e6a1c1b8a6" providerId="AD" clId="Web-{BB3D54FA-E1CB-2E3D-0855-3C1505E4DCDB}" dt="2025-04-30T06:41:27.216" v="111"/>
        <pc:sldMkLst>
          <pc:docMk/>
          <pc:sldMk cId="1357339756" sldId="619"/>
        </pc:sldMkLst>
      </pc:sldChg>
      <pc:sldChg chg="del">
        <pc:chgData name="Avinash Arun Chauhan" userId="S::avinash.chauhan@mahindrauniversity.edu.in::241b5f3e-36f4-4c61-9553-90e6a1c1b8a6" providerId="AD" clId="Web-{BB3D54FA-E1CB-2E3D-0855-3C1505E4DCDB}" dt="2025-04-30T06:41:28.294" v="112"/>
        <pc:sldMkLst>
          <pc:docMk/>
          <pc:sldMk cId="2275303015" sldId="620"/>
        </pc:sldMkLst>
      </pc:sldChg>
      <pc:sldChg chg="del">
        <pc:chgData name="Avinash Arun Chauhan" userId="S::avinash.chauhan@mahindrauniversity.edu.in::241b5f3e-36f4-4c61-9553-90e6a1c1b8a6" providerId="AD" clId="Web-{BB3D54FA-E1CB-2E3D-0855-3C1505E4DCDB}" dt="2025-04-30T06:41:29.060" v="113"/>
        <pc:sldMkLst>
          <pc:docMk/>
          <pc:sldMk cId="3747720711" sldId="621"/>
        </pc:sldMkLst>
      </pc:sldChg>
      <pc:sldChg chg="del">
        <pc:chgData name="Avinash Arun Chauhan" userId="S::avinash.chauhan@mahindrauniversity.edu.in::241b5f3e-36f4-4c61-9553-90e6a1c1b8a6" providerId="AD" clId="Web-{BB3D54FA-E1CB-2E3D-0855-3C1505E4DCDB}" dt="2025-04-30T06:41:29.591" v="114"/>
        <pc:sldMkLst>
          <pc:docMk/>
          <pc:sldMk cId="420373267" sldId="622"/>
        </pc:sldMkLst>
      </pc:sldChg>
      <pc:sldChg chg="del">
        <pc:chgData name="Avinash Arun Chauhan" userId="S::avinash.chauhan@mahindrauniversity.edu.in::241b5f3e-36f4-4c61-9553-90e6a1c1b8a6" providerId="AD" clId="Web-{BB3D54FA-E1CB-2E3D-0855-3C1505E4DCDB}" dt="2025-04-30T06:41:29.951" v="115"/>
        <pc:sldMkLst>
          <pc:docMk/>
          <pc:sldMk cId="3885347780" sldId="623"/>
        </pc:sldMkLst>
      </pc:sldChg>
      <pc:sldChg chg="add del">
        <pc:chgData name="Avinash Arun Chauhan" userId="S::avinash.chauhan@mahindrauniversity.edu.in::241b5f3e-36f4-4c61-9553-90e6a1c1b8a6" providerId="AD" clId="Web-{BB3D54FA-E1CB-2E3D-0855-3C1505E4DCDB}" dt="2025-04-30T06:41:35.201" v="120"/>
        <pc:sldMkLst>
          <pc:docMk/>
          <pc:sldMk cId="4252019660" sldId="624"/>
        </pc:sldMkLst>
      </pc:sldChg>
    </pc:docChg>
  </pc:docChgLst>
  <pc:docChgLst>
    <pc:chgData name="Avinash Arun Chauhan" userId="S::avinash.chauhan@mahindrauniversity.edu.in::241b5f3e-36f4-4c61-9553-90e6a1c1b8a6" providerId="AD" clId="Web-{155C9E16-AA39-E38A-5513-B4780A847347}"/>
    <pc:docChg chg="addSld delSld modSld">
      <pc:chgData name="Avinash Arun Chauhan" userId="S::avinash.chauhan@mahindrauniversity.edu.in::241b5f3e-36f4-4c61-9553-90e6a1c1b8a6" providerId="AD" clId="Web-{155C9E16-AA39-E38A-5513-B4780A847347}" dt="2024-07-30T07:29:25.304" v="149"/>
      <pc:docMkLst>
        <pc:docMk/>
      </pc:docMkLst>
      <pc:sldChg chg="addSp delSp modSp">
        <pc:chgData name="Avinash Arun Chauhan" userId="S::avinash.chauhan@mahindrauniversity.edu.in::241b5f3e-36f4-4c61-9553-90e6a1c1b8a6" providerId="AD" clId="Web-{155C9E16-AA39-E38A-5513-B4780A847347}" dt="2024-07-30T07:22:29.852" v="127" actId="20577"/>
        <pc:sldMkLst>
          <pc:docMk/>
          <pc:sldMk cId="1482878579" sldId="272"/>
        </pc:sldMkLst>
      </pc:sldChg>
      <pc:sldChg chg="modSp">
        <pc:chgData name="Avinash Arun Chauhan" userId="S::avinash.chauhan@mahindrauniversity.edu.in::241b5f3e-36f4-4c61-9553-90e6a1c1b8a6" providerId="AD" clId="Web-{155C9E16-AA39-E38A-5513-B4780A847347}" dt="2024-07-30T07:24:10.109" v="148" actId="20577"/>
        <pc:sldMkLst>
          <pc:docMk/>
          <pc:sldMk cId="2029719128" sldId="274"/>
        </pc:sldMkLst>
      </pc:sldChg>
      <pc:sldChg chg="modSp modNotes">
        <pc:chgData name="Avinash Arun Chauhan" userId="S::avinash.chauhan@mahindrauniversity.edu.in::241b5f3e-36f4-4c61-9553-90e6a1c1b8a6" providerId="AD" clId="Web-{155C9E16-AA39-E38A-5513-B4780A847347}" dt="2024-07-30T06:42:09.120" v="92" actId="20577"/>
        <pc:sldMkLst>
          <pc:docMk/>
          <pc:sldMk cId="1186293514" sldId="278"/>
        </pc:sldMkLst>
      </pc:sldChg>
      <pc:sldChg chg="modSp add del replId">
        <pc:chgData name="Avinash Arun Chauhan" userId="S::avinash.chauhan@mahindrauniversity.edu.in::241b5f3e-36f4-4c61-9553-90e6a1c1b8a6" providerId="AD" clId="Web-{155C9E16-AA39-E38A-5513-B4780A847347}" dt="2024-07-30T07:29:25.304" v="149"/>
        <pc:sldMkLst>
          <pc:docMk/>
          <pc:sldMk cId="1574474309" sldId="279"/>
        </pc:sldMkLst>
      </pc:sldChg>
    </pc:docChg>
  </pc:docChgLst>
  <pc:docChgLst>
    <pc:chgData name="Avinash Arun Chauhan" userId="S::avinash.chauhan@mahindrauniversity.edu.in::241b5f3e-36f4-4c61-9553-90e6a1c1b8a6" providerId="AD" clId="Web-{A3D0EA8E-F272-DFB1-5A2A-0D10F8D2DF89}"/>
    <pc:docChg chg="addSld delSld modSld">
      <pc:chgData name="Avinash Arun Chauhan" userId="S::avinash.chauhan@mahindrauniversity.edu.in::241b5f3e-36f4-4c61-9553-90e6a1c1b8a6" providerId="AD" clId="Web-{A3D0EA8E-F272-DFB1-5A2A-0D10F8D2DF89}" dt="2025-03-07T12:27:09.963" v="136" actId="20577"/>
      <pc:docMkLst>
        <pc:docMk/>
      </pc:docMkLst>
      <pc:sldChg chg="modSp">
        <pc:chgData name="Avinash Arun Chauhan" userId="S::avinash.chauhan@mahindrauniversity.edu.in::241b5f3e-36f4-4c61-9553-90e6a1c1b8a6" providerId="AD" clId="Web-{A3D0EA8E-F272-DFB1-5A2A-0D10F8D2DF89}" dt="2025-03-07T12:26:52.994" v="123" actId="20577"/>
        <pc:sldMkLst>
          <pc:docMk/>
          <pc:sldMk cId="2459760131" sldId="524"/>
        </pc:sldMkLst>
        <pc:spChg chg="mod">
          <ac:chgData name="Avinash Arun Chauhan" userId="S::avinash.chauhan@mahindrauniversity.edu.in::241b5f3e-36f4-4c61-9553-90e6a1c1b8a6" providerId="AD" clId="Web-{A3D0EA8E-F272-DFB1-5A2A-0D10F8D2DF89}" dt="2025-03-07T12:26:52.994" v="123" actId="20577"/>
          <ac:spMkLst>
            <pc:docMk/>
            <pc:sldMk cId="2459760131" sldId="524"/>
            <ac:spMk id="3" creationId="{D66A1C91-2CFA-F0AE-799D-FBEE34CD89C2}"/>
          </ac:spMkLst>
        </pc:spChg>
      </pc:sldChg>
      <pc:sldChg chg="modSp">
        <pc:chgData name="Avinash Arun Chauhan" userId="S::avinash.chauhan@mahindrauniversity.edu.in::241b5f3e-36f4-4c61-9553-90e6a1c1b8a6" providerId="AD" clId="Web-{A3D0EA8E-F272-DFB1-5A2A-0D10F8D2DF89}" dt="2025-03-07T12:27:09.963" v="136" actId="20577"/>
        <pc:sldMkLst>
          <pc:docMk/>
          <pc:sldMk cId="2759698473" sldId="527"/>
        </pc:sldMkLst>
        <pc:spChg chg="mod">
          <ac:chgData name="Avinash Arun Chauhan" userId="S::avinash.chauhan@mahindrauniversity.edu.in::241b5f3e-36f4-4c61-9553-90e6a1c1b8a6" providerId="AD" clId="Web-{A3D0EA8E-F272-DFB1-5A2A-0D10F8D2DF89}" dt="2025-03-07T12:27:09.963" v="136" actId="20577"/>
          <ac:spMkLst>
            <pc:docMk/>
            <pc:sldMk cId="2759698473" sldId="527"/>
            <ac:spMk id="3" creationId="{B9657582-A812-E808-9D17-E270286AA099}"/>
          </ac:spMkLst>
        </pc:spChg>
      </pc:sldChg>
      <pc:sldChg chg="modSp add replId">
        <pc:chgData name="Avinash Arun Chauhan" userId="S::avinash.chauhan@mahindrauniversity.edu.in::241b5f3e-36f4-4c61-9553-90e6a1c1b8a6" providerId="AD" clId="Web-{A3D0EA8E-F272-DFB1-5A2A-0D10F8D2DF89}" dt="2025-03-07T12:23:57.017" v="71" actId="20577"/>
        <pc:sldMkLst>
          <pc:docMk/>
          <pc:sldMk cId="2249390123" sldId="531"/>
        </pc:sldMkLst>
        <pc:spChg chg="mod">
          <ac:chgData name="Avinash Arun Chauhan" userId="S::avinash.chauhan@mahindrauniversity.edu.in::241b5f3e-36f4-4c61-9553-90e6a1c1b8a6" providerId="AD" clId="Web-{A3D0EA8E-F272-DFB1-5A2A-0D10F8D2DF89}" dt="2025-03-07T12:13:34.522" v="15" actId="20577"/>
          <ac:spMkLst>
            <pc:docMk/>
            <pc:sldMk cId="2249390123" sldId="531"/>
            <ac:spMk id="2" creationId="{733F3C89-1171-14C7-A0B9-643B224D5B2A}"/>
          </ac:spMkLst>
        </pc:spChg>
        <pc:spChg chg="mod">
          <ac:chgData name="Avinash Arun Chauhan" userId="S::avinash.chauhan@mahindrauniversity.edu.in::241b5f3e-36f4-4c61-9553-90e6a1c1b8a6" providerId="AD" clId="Web-{A3D0EA8E-F272-DFB1-5A2A-0D10F8D2DF89}" dt="2025-03-07T12:23:57.017" v="71" actId="20577"/>
          <ac:spMkLst>
            <pc:docMk/>
            <pc:sldMk cId="2249390123" sldId="531"/>
            <ac:spMk id="3" creationId="{62064723-A3EB-6C46-1F82-BFDEA3DB16AF}"/>
          </ac:spMkLst>
        </pc:spChg>
      </pc:sldChg>
      <pc:sldChg chg="modSp add replId">
        <pc:chgData name="Avinash Arun Chauhan" userId="S::avinash.chauhan@mahindrauniversity.edu.in::241b5f3e-36f4-4c61-9553-90e6a1c1b8a6" providerId="AD" clId="Web-{A3D0EA8E-F272-DFB1-5A2A-0D10F8D2DF89}" dt="2025-03-07T12:25:09.380" v="97" actId="20577"/>
        <pc:sldMkLst>
          <pc:docMk/>
          <pc:sldMk cId="4032944436" sldId="532"/>
        </pc:sldMkLst>
        <pc:spChg chg="mod">
          <ac:chgData name="Avinash Arun Chauhan" userId="S::avinash.chauhan@mahindrauniversity.edu.in::241b5f3e-36f4-4c61-9553-90e6a1c1b8a6" providerId="AD" clId="Web-{A3D0EA8E-F272-DFB1-5A2A-0D10F8D2DF89}" dt="2025-03-07T12:23:19.203" v="59" actId="20577"/>
          <ac:spMkLst>
            <pc:docMk/>
            <pc:sldMk cId="4032944436" sldId="532"/>
            <ac:spMk id="2" creationId="{4663B9F4-8CA2-FF57-62AE-573ABDB1D86E}"/>
          </ac:spMkLst>
        </pc:spChg>
        <pc:spChg chg="mod">
          <ac:chgData name="Avinash Arun Chauhan" userId="S::avinash.chauhan@mahindrauniversity.edu.in::241b5f3e-36f4-4c61-9553-90e6a1c1b8a6" providerId="AD" clId="Web-{A3D0EA8E-F272-DFB1-5A2A-0D10F8D2DF89}" dt="2025-03-07T12:25:09.380" v="97" actId="20577"/>
          <ac:spMkLst>
            <pc:docMk/>
            <pc:sldMk cId="4032944436" sldId="532"/>
            <ac:spMk id="3" creationId="{E560D15B-9FB6-210B-46BA-B056F50A4F3A}"/>
          </ac:spMkLst>
        </pc:spChg>
      </pc:sldChg>
      <pc:sldChg chg="modSp add del replId">
        <pc:chgData name="Avinash Arun Chauhan" userId="S::avinash.chauhan@mahindrauniversity.edu.in::241b5f3e-36f4-4c61-9553-90e6a1c1b8a6" providerId="AD" clId="Web-{A3D0EA8E-F272-DFB1-5A2A-0D10F8D2DF89}" dt="2025-03-07T12:24:17.049" v="73"/>
        <pc:sldMkLst>
          <pc:docMk/>
          <pc:sldMk cId="3652495872" sldId="533"/>
        </pc:sldMkLst>
        <pc:spChg chg="mod">
          <ac:chgData name="Avinash Arun Chauhan" userId="S::avinash.chauhan@mahindrauniversity.edu.in::241b5f3e-36f4-4c61-9553-90e6a1c1b8a6" providerId="AD" clId="Web-{A3D0EA8E-F272-DFB1-5A2A-0D10F8D2DF89}" dt="2025-03-07T12:22:59.093" v="57" actId="20577"/>
          <ac:spMkLst>
            <pc:docMk/>
            <pc:sldMk cId="3652495872" sldId="533"/>
            <ac:spMk id="2" creationId="{9D344FBE-913D-24EC-B59E-B4E40576662D}"/>
          </ac:spMkLst>
        </pc:spChg>
      </pc:sldChg>
      <pc:sldChg chg="modSp add replId">
        <pc:chgData name="Avinash Arun Chauhan" userId="S::avinash.chauhan@mahindrauniversity.edu.in::241b5f3e-36f4-4c61-9553-90e6a1c1b8a6" providerId="AD" clId="Web-{A3D0EA8E-F272-DFB1-5A2A-0D10F8D2DF89}" dt="2025-03-07T12:25:35.240" v="114" actId="20577"/>
        <pc:sldMkLst>
          <pc:docMk/>
          <pc:sldMk cId="1554376908" sldId="534"/>
        </pc:sldMkLst>
        <pc:spChg chg="mod">
          <ac:chgData name="Avinash Arun Chauhan" userId="S::avinash.chauhan@mahindrauniversity.edu.in::241b5f3e-36f4-4c61-9553-90e6a1c1b8a6" providerId="AD" clId="Web-{A3D0EA8E-F272-DFB1-5A2A-0D10F8D2DF89}" dt="2025-03-07T12:24:22.315" v="74" actId="20577"/>
          <ac:spMkLst>
            <pc:docMk/>
            <pc:sldMk cId="1554376908" sldId="534"/>
            <ac:spMk id="2" creationId="{DDA62F46-A805-6E05-A362-19130A319291}"/>
          </ac:spMkLst>
        </pc:spChg>
        <pc:spChg chg="mod">
          <ac:chgData name="Avinash Arun Chauhan" userId="S::avinash.chauhan@mahindrauniversity.edu.in::241b5f3e-36f4-4c61-9553-90e6a1c1b8a6" providerId="AD" clId="Web-{A3D0EA8E-F272-DFB1-5A2A-0D10F8D2DF89}" dt="2025-03-07T12:25:35.240" v="114" actId="20577"/>
          <ac:spMkLst>
            <pc:docMk/>
            <pc:sldMk cId="1554376908" sldId="534"/>
            <ac:spMk id="3" creationId="{3AFD21E8-D6D0-FFFF-8889-853AAB954D06}"/>
          </ac:spMkLst>
        </pc:spChg>
      </pc:sldChg>
    </pc:docChg>
  </pc:docChgLst>
  <pc:docChgLst>
    <pc:chgData name="Avinash Arun Chauhan" userId="S::avinash.chauhan@mahindrauniversity.edu.in::241b5f3e-36f4-4c61-9553-90e6a1c1b8a6" providerId="AD" clId="Web-{1275CFF0-B0A6-9E21-2257-5F1735AF2566}"/>
    <pc:docChg chg="addSld modSld">
      <pc:chgData name="Avinash Arun Chauhan" userId="S::avinash.chauhan@mahindrauniversity.edu.in::241b5f3e-36f4-4c61-9553-90e6a1c1b8a6" providerId="AD" clId="Web-{1275CFF0-B0A6-9E21-2257-5F1735AF2566}" dt="2025-03-11T05:42:30.979" v="516"/>
      <pc:docMkLst>
        <pc:docMk/>
      </pc:docMkLst>
      <pc:sldChg chg="modSp">
        <pc:chgData name="Avinash Arun Chauhan" userId="S::avinash.chauhan@mahindrauniversity.edu.in::241b5f3e-36f4-4c61-9553-90e6a1c1b8a6" providerId="AD" clId="Web-{1275CFF0-B0A6-9E21-2257-5F1735AF2566}" dt="2025-03-11T04:58:53.340" v="81" actId="1076"/>
        <pc:sldMkLst>
          <pc:docMk/>
          <pc:sldMk cId="883900188" sldId="505"/>
        </pc:sldMkLst>
        <pc:spChg chg="mod">
          <ac:chgData name="Avinash Arun Chauhan" userId="S::avinash.chauhan@mahindrauniversity.edu.in::241b5f3e-36f4-4c61-9553-90e6a1c1b8a6" providerId="AD" clId="Web-{1275CFF0-B0A6-9E21-2257-5F1735AF2566}" dt="2025-03-11T04:58:53.340" v="81" actId="1076"/>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1275CFF0-B0A6-9E21-2257-5F1735AF2566}" dt="2025-03-11T04:59:31.998" v="89" actId="20577"/>
        <pc:sldMkLst>
          <pc:docMk/>
          <pc:sldMk cId="2210816079" sldId="520"/>
        </pc:sldMkLst>
        <pc:spChg chg="mod">
          <ac:chgData name="Avinash Arun Chauhan" userId="S::avinash.chauhan@mahindrauniversity.edu.in::241b5f3e-36f4-4c61-9553-90e6a1c1b8a6" providerId="AD" clId="Web-{1275CFF0-B0A6-9E21-2257-5F1735AF2566}" dt="2025-03-11T04:59:31.998" v="89" actId="20577"/>
          <ac:spMkLst>
            <pc:docMk/>
            <pc:sldMk cId="2210816079" sldId="520"/>
            <ac:spMk id="3" creationId="{D6046B0B-6CD7-2EDE-775F-436266772719}"/>
          </ac:spMkLst>
        </pc:spChg>
      </pc:sldChg>
      <pc:sldChg chg="modSp">
        <pc:chgData name="Avinash Arun Chauhan" userId="S::avinash.chauhan@mahindrauniversity.edu.in::241b5f3e-36f4-4c61-9553-90e6a1c1b8a6" providerId="AD" clId="Web-{1275CFF0-B0A6-9E21-2257-5F1735AF2566}" dt="2025-03-11T05:02:28.816" v="95" actId="20577"/>
        <pc:sldMkLst>
          <pc:docMk/>
          <pc:sldMk cId="1001124138" sldId="523"/>
        </pc:sldMkLst>
        <pc:spChg chg="mod">
          <ac:chgData name="Avinash Arun Chauhan" userId="S::avinash.chauhan@mahindrauniversity.edu.in::241b5f3e-36f4-4c61-9553-90e6a1c1b8a6" providerId="AD" clId="Web-{1275CFF0-B0A6-9E21-2257-5F1735AF2566}" dt="2025-03-11T05:02:28.816" v="95" actId="20577"/>
          <ac:spMkLst>
            <pc:docMk/>
            <pc:sldMk cId="1001124138" sldId="523"/>
            <ac:spMk id="3" creationId="{EC674E00-65C0-78DB-7888-BC087220702C}"/>
          </ac:spMkLst>
        </pc:spChg>
      </pc:sldChg>
      <pc:sldChg chg="modSp">
        <pc:chgData name="Avinash Arun Chauhan" userId="S::avinash.chauhan@mahindrauniversity.edu.in::241b5f3e-36f4-4c61-9553-90e6a1c1b8a6" providerId="AD" clId="Web-{1275CFF0-B0A6-9E21-2257-5F1735AF2566}" dt="2025-03-11T05:13:41.340" v="109" actId="1076"/>
        <pc:sldMkLst>
          <pc:docMk/>
          <pc:sldMk cId="31880306" sldId="526"/>
        </pc:sldMkLst>
        <pc:spChg chg="mod">
          <ac:chgData name="Avinash Arun Chauhan" userId="S::avinash.chauhan@mahindrauniversity.edu.in::241b5f3e-36f4-4c61-9553-90e6a1c1b8a6" providerId="AD" clId="Web-{1275CFF0-B0A6-9E21-2257-5F1735AF2566}" dt="2025-03-11T05:13:38.027" v="108" actId="20577"/>
          <ac:spMkLst>
            <pc:docMk/>
            <pc:sldMk cId="31880306" sldId="526"/>
            <ac:spMk id="3" creationId="{732BDF2D-288F-C87C-12F7-34EED5CEEE78}"/>
          </ac:spMkLst>
        </pc:spChg>
        <pc:picChg chg="mod">
          <ac:chgData name="Avinash Arun Chauhan" userId="S::avinash.chauhan@mahindrauniversity.edu.in::241b5f3e-36f4-4c61-9553-90e6a1c1b8a6" providerId="AD" clId="Web-{1275CFF0-B0A6-9E21-2257-5F1735AF2566}" dt="2025-03-11T05:13:41.340" v="109" actId="1076"/>
          <ac:picMkLst>
            <pc:docMk/>
            <pc:sldMk cId="31880306" sldId="526"/>
            <ac:picMk id="4" creationId="{2A4CD60B-58C9-BC81-BE5F-31CF75F75957}"/>
          </ac:picMkLst>
        </pc:picChg>
      </pc:sldChg>
      <pc:sldChg chg="modSp">
        <pc:chgData name="Avinash Arun Chauhan" userId="S::avinash.chauhan@mahindrauniversity.edu.in::241b5f3e-36f4-4c61-9553-90e6a1c1b8a6" providerId="AD" clId="Web-{1275CFF0-B0A6-9E21-2257-5F1735AF2566}" dt="2025-03-11T05:19:39.227" v="123" actId="20577"/>
        <pc:sldMkLst>
          <pc:docMk/>
          <pc:sldMk cId="2759698473" sldId="527"/>
        </pc:sldMkLst>
        <pc:spChg chg="mod">
          <ac:chgData name="Avinash Arun Chauhan" userId="S::avinash.chauhan@mahindrauniversity.edu.in::241b5f3e-36f4-4c61-9553-90e6a1c1b8a6" providerId="AD" clId="Web-{1275CFF0-B0A6-9E21-2257-5F1735AF2566}" dt="2025-03-11T05:19:39.227" v="123" actId="20577"/>
          <ac:spMkLst>
            <pc:docMk/>
            <pc:sldMk cId="2759698473" sldId="527"/>
            <ac:spMk id="3" creationId="{B9657582-A812-E808-9D17-E270286AA099}"/>
          </ac:spMkLst>
        </pc:spChg>
      </pc:sldChg>
      <pc:sldChg chg="mod modShow">
        <pc:chgData name="Avinash Arun Chauhan" userId="S::avinash.chauhan@mahindrauniversity.edu.in::241b5f3e-36f4-4c61-9553-90e6a1c1b8a6" providerId="AD" clId="Web-{1275CFF0-B0A6-9E21-2257-5F1735AF2566}" dt="2025-03-11T05:42:28.682" v="515"/>
        <pc:sldMkLst>
          <pc:docMk/>
          <pc:sldMk cId="4032944436" sldId="532"/>
        </pc:sldMkLst>
      </pc:sldChg>
      <pc:sldChg chg="mod modShow">
        <pc:chgData name="Avinash Arun Chauhan" userId="S::avinash.chauhan@mahindrauniversity.edu.in::241b5f3e-36f4-4c61-9553-90e6a1c1b8a6" providerId="AD" clId="Web-{1275CFF0-B0A6-9E21-2257-5F1735AF2566}" dt="2025-03-11T05:42:30.979" v="516"/>
        <pc:sldMkLst>
          <pc:docMk/>
          <pc:sldMk cId="1554376908" sldId="534"/>
        </pc:sldMkLst>
      </pc:sldChg>
      <pc:sldChg chg="modSp add replId">
        <pc:chgData name="Avinash Arun Chauhan" userId="S::avinash.chauhan@mahindrauniversity.edu.in::241b5f3e-36f4-4c61-9553-90e6a1c1b8a6" providerId="AD" clId="Web-{1275CFF0-B0A6-9E21-2257-5F1735AF2566}" dt="2025-03-11T05:41:41.117" v="514" actId="20577"/>
        <pc:sldMkLst>
          <pc:docMk/>
          <pc:sldMk cId="2900418944" sldId="535"/>
        </pc:sldMkLst>
        <pc:spChg chg="mod">
          <ac:chgData name="Avinash Arun Chauhan" userId="S::avinash.chauhan@mahindrauniversity.edu.in::241b5f3e-36f4-4c61-9553-90e6a1c1b8a6" providerId="AD" clId="Web-{1275CFF0-B0A6-9E21-2257-5F1735AF2566}" dt="2025-03-11T05:34:36.587" v="128" actId="20577"/>
          <ac:spMkLst>
            <pc:docMk/>
            <pc:sldMk cId="2900418944" sldId="535"/>
            <ac:spMk id="2" creationId="{63CB345A-8243-97D0-5CC0-8F6413570869}"/>
          </ac:spMkLst>
        </pc:spChg>
        <pc:spChg chg="mod">
          <ac:chgData name="Avinash Arun Chauhan" userId="S::avinash.chauhan@mahindrauniversity.edu.in::241b5f3e-36f4-4c61-9553-90e6a1c1b8a6" providerId="AD" clId="Web-{1275CFF0-B0A6-9E21-2257-5F1735AF2566}" dt="2025-03-11T05:41:41.117" v="514" actId="20577"/>
          <ac:spMkLst>
            <pc:docMk/>
            <pc:sldMk cId="2900418944" sldId="535"/>
            <ac:spMk id="3" creationId="{FC5DF5D4-84C3-8F2E-EED6-C9CD05B05D45}"/>
          </ac:spMkLst>
        </pc:spChg>
      </pc:sldChg>
    </pc:docChg>
  </pc:docChgLst>
  <pc:docChgLst>
    <pc:chgData name="Avinash Arun Chauhan" userId="S::avinash.chauhan@mahindrauniversity.edu.in::241b5f3e-36f4-4c61-9553-90e6a1c1b8a6" providerId="AD" clId="Web-{BB43620D-C019-2FB7-3A66-F4A954268D2E}"/>
    <pc:docChg chg="modSld">
      <pc:chgData name="Avinash Arun Chauhan" userId="S::avinash.chauhan@mahindrauniversity.edu.in::241b5f3e-36f4-4c61-9553-90e6a1c1b8a6" providerId="AD" clId="Web-{BB43620D-C019-2FB7-3A66-F4A954268D2E}" dt="2024-08-07T08:58:23.624" v="13" actId="20577"/>
      <pc:docMkLst>
        <pc:docMk/>
      </pc:docMkLst>
      <pc:sldChg chg="modSp">
        <pc:chgData name="Avinash Arun Chauhan" userId="S::avinash.chauhan@mahindrauniversity.edu.in::241b5f3e-36f4-4c61-9553-90e6a1c1b8a6" providerId="AD" clId="Web-{BB43620D-C019-2FB7-3A66-F4A954268D2E}" dt="2024-08-07T08:58:11.795" v="12" actId="20577"/>
        <pc:sldMkLst>
          <pc:docMk/>
          <pc:sldMk cId="3140380364" sldId="277"/>
        </pc:sldMkLst>
      </pc:sldChg>
      <pc:sldChg chg="modSp">
        <pc:chgData name="Avinash Arun Chauhan" userId="S::avinash.chauhan@mahindrauniversity.edu.in::241b5f3e-36f4-4c61-9553-90e6a1c1b8a6" providerId="AD" clId="Web-{BB43620D-C019-2FB7-3A66-F4A954268D2E}" dt="2024-08-07T08:57:31.652" v="5"/>
        <pc:sldMkLst>
          <pc:docMk/>
          <pc:sldMk cId="1259393115" sldId="287"/>
        </pc:sldMkLst>
      </pc:sldChg>
      <pc:sldChg chg="modSp">
        <pc:chgData name="Avinash Arun Chauhan" userId="S::avinash.chauhan@mahindrauniversity.edu.in::241b5f3e-36f4-4c61-9553-90e6a1c1b8a6" providerId="AD" clId="Web-{BB43620D-C019-2FB7-3A66-F4A954268D2E}" dt="2024-08-07T08:58:23.624" v="13" actId="20577"/>
        <pc:sldMkLst>
          <pc:docMk/>
          <pc:sldMk cId="724459202" sldId="288"/>
        </pc:sldMkLst>
      </pc:sldChg>
    </pc:docChg>
  </pc:docChgLst>
  <pc:docChgLst>
    <pc:chgData name="Avinash Arun Chauhan" userId="S::avinash.chauhan@mahindrauniversity.edu.in::241b5f3e-36f4-4c61-9553-90e6a1c1b8a6" providerId="AD" clId="Web-{8235EC8E-C51D-1126-BEDF-ADAFE7E21C23}"/>
    <pc:docChg chg="modSld">
      <pc:chgData name="Avinash Arun Chauhan" userId="S::avinash.chauhan@mahindrauniversity.edu.in::241b5f3e-36f4-4c61-9553-90e6a1c1b8a6" providerId="AD" clId="Web-{8235EC8E-C51D-1126-BEDF-ADAFE7E21C23}" dt="2022-08-04T07:27:29.959" v="6" actId="20577"/>
      <pc:docMkLst>
        <pc:docMk/>
      </pc:docMkLst>
      <pc:sldChg chg="modSp">
        <pc:chgData name="Avinash Arun Chauhan" userId="S::avinash.chauhan@mahindrauniversity.edu.in::241b5f3e-36f4-4c61-9553-90e6a1c1b8a6" providerId="AD" clId="Web-{8235EC8E-C51D-1126-BEDF-ADAFE7E21C23}" dt="2022-08-04T07:27:29.959" v="6" actId="20577"/>
        <pc:sldMkLst>
          <pc:docMk/>
          <pc:sldMk cId="3009557333" sldId="264"/>
        </pc:sldMkLst>
      </pc:sldChg>
    </pc:docChg>
  </pc:docChgLst>
  <pc:docChgLst>
    <pc:chgData name="Avinash Arun Chauhan" userId="S::avinash.chauhan@mahindrauniversity.edu.in::241b5f3e-36f4-4c61-9553-90e6a1c1b8a6" providerId="AD" clId="Web-{84EFA9F9-CA77-6BA9-AA77-08DC39A85BEC}"/>
    <pc:docChg chg="addSld modSld sldOrd">
      <pc:chgData name="Avinash Arun Chauhan" userId="S::avinash.chauhan@mahindrauniversity.edu.in::241b5f3e-36f4-4c61-9553-90e6a1c1b8a6" providerId="AD" clId="Web-{84EFA9F9-CA77-6BA9-AA77-08DC39A85BEC}" dt="2025-02-27T11:56:26.118" v="81" actId="1076"/>
      <pc:docMkLst>
        <pc:docMk/>
      </pc:docMkLst>
      <pc:sldChg chg="modSp add replId">
        <pc:chgData name="Avinash Arun Chauhan" userId="S::avinash.chauhan@mahindrauniversity.edu.in::241b5f3e-36f4-4c61-9553-90e6a1c1b8a6" providerId="AD" clId="Web-{84EFA9F9-CA77-6BA9-AA77-08DC39A85BEC}" dt="2025-02-27T11:47:40.192" v="9" actId="20577"/>
        <pc:sldMkLst>
          <pc:docMk/>
          <pc:sldMk cId="1056610447" sldId="455"/>
        </pc:sldMkLst>
        <pc:spChg chg="mod">
          <ac:chgData name="Avinash Arun Chauhan" userId="S::avinash.chauhan@mahindrauniversity.edu.in::241b5f3e-36f4-4c61-9553-90e6a1c1b8a6" providerId="AD" clId="Web-{84EFA9F9-CA77-6BA9-AA77-08DC39A85BEC}" dt="2025-02-27T11:47:40.192" v="9" actId="20577"/>
          <ac:spMkLst>
            <pc:docMk/>
            <pc:sldMk cId="1056610447" sldId="455"/>
            <ac:spMk id="3" creationId="{0FCECC4F-13CA-96EB-92DD-D934E7AE0FC9}"/>
          </ac:spMkLst>
        </pc:spChg>
      </pc:sldChg>
      <pc:sldChg chg="addSp delSp modSp add ord replId">
        <pc:chgData name="Avinash Arun Chauhan" userId="S::avinash.chauhan@mahindrauniversity.edu.in::241b5f3e-36f4-4c61-9553-90e6a1c1b8a6" providerId="AD" clId="Web-{84EFA9F9-CA77-6BA9-AA77-08DC39A85BEC}" dt="2025-02-27T11:54:05.941" v="43" actId="20577"/>
        <pc:sldMkLst>
          <pc:docMk/>
          <pc:sldMk cId="3151237808" sldId="456"/>
        </pc:sldMkLst>
        <pc:spChg chg="mod">
          <ac:chgData name="Avinash Arun Chauhan" userId="S::avinash.chauhan@mahindrauniversity.edu.in::241b5f3e-36f4-4c61-9553-90e6a1c1b8a6" providerId="AD" clId="Web-{84EFA9F9-CA77-6BA9-AA77-08DC39A85BEC}" dt="2025-02-27T11:54:05.941" v="43" actId="20577"/>
          <ac:spMkLst>
            <pc:docMk/>
            <pc:sldMk cId="3151237808" sldId="456"/>
            <ac:spMk id="2" creationId="{89AEA37B-39D7-CF81-4610-52E45102338A}"/>
          </ac:spMkLst>
        </pc:spChg>
        <pc:picChg chg="del">
          <ac:chgData name="Avinash Arun Chauhan" userId="S::avinash.chauhan@mahindrauniversity.edu.in::241b5f3e-36f4-4c61-9553-90e6a1c1b8a6" providerId="AD" clId="Web-{84EFA9F9-CA77-6BA9-AA77-08DC39A85BEC}" dt="2025-02-27T11:48:01.506" v="26"/>
          <ac:picMkLst>
            <pc:docMk/>
            <pc:sldMk cId="3151237808" sldId="456"/>
            <ac:picMk id="3" creationId="{54BABDCF-7982-44B9-A03F-30B90D40B17E}"/>
          </ac:picMkLst>
        </pc:picChg>
        <pc:picChg chg="add mod modCrop">
          <ac:chgData name="Avinash Arun Chauhan" userId="S::avinash.chauhan@mahindrauniversity.edu.in::241b5f3e-36f4-4c61-9553-90e6a1c1b8a6" providerId="AD" clId="Web-{84EFA9F9-CA77-6BA9-AA77-08DC39A85BEC}" dt="2025-02-27T11:49:01.148" v="33" actId="14100"/>
          <ac:picMkLst>
            <pc:docMk/>
            <pc:sldMk cId="3151237808" sldId="456"/>
            <ac:picMk id="4" creationId="{4E9E0425-AF95-0A5A-089E-E010F0F39BEF}"/>
          </ac:picMkLst>
        </pc:picChg>
      </pc:sldChg>
      <pc:sldChg chg="addSp delSp modSp add replId">
        <pc:chgData name="Avinash Arun Chauhan" userId="S::avinash.chauhan@mahindrauniversity.edu.in::241b5f3e-36f4-4c61-9553-90e6a1c1b8a6" providerId="AD" clId="Web-{84EFA9F9-CA77-6BA9-AA77-08DC39A85BEC}" dt="2025-02-27T11:56:26.118" v="81" actId="1076"/>
        <pc:sldMkLst>
          <pc:docMk/>
          <pc:sldMk cId="3425558394" sldId="457"/>
        </pc:sldMkLst>
        <pc:spChg chg="mod">
          <ac:chgData name="Avinash Arun Chauhan" userId="S::avinash.chauhan@mahindrauniversity.edu.in::241b5f3e-36f4-4c61-9553-90e6a1c1b8a6" providerId="AD" clId="Web-{84EFA9F9-CA77-6BA9-AA77-08DC39A85BEC}" dt="2025-02-27T11:54:58.662" v="68" actId="1076"/>
          <ac:spMkLst>
            <pc:docMk/>
            <pc:sldMk cId="3425558394" sldId="457"/>
            <ac:spMk id="2" creationId="{C8B06605-B8E8-890C-2663-723F492CD8C4}"/>
          </ac:spMkLst>
        </pc:spChg>
        <pc:picChg chg="add mod modCrop">
          <ac:chgData name="Avinash Arun Chauhan" userId="S::avinash.chauhan@mahindrauniversity.edu.in::241b5f3e-36f4-4c61-9553-90e6a1c1b8a6" providerId="AD" clId="Web-{84EFA9F9-CA77-6BA9-AA77-08DC39A85BEC}" dt="2025-02-27T11:55:44.132" v="75" actId="1076"/>
          <ac:picMkLst>
            <pc:docMk/>
            <pc:sldMk cId="3425558394" sldId="457"/>
            <ac:picMk id="3" creationId="{266151CF-1CEB-1C52-DA3E-E10AC5E004E1}"/>
          </ac:picMkLst>
        </pc:picChg>
        <pc:picChg chg="del">
          <ac:chgData name="Avinash Arun Chauhan" userId="S::avinash.chauhan@mahindrauniversity.edu.in::241b5f3e-36f4-4c61-9553-90e6a1c1b8a6" providerId="AD" clId="Web-{84EFA9F9-CA77-6BA9-AA77-08DC39A85BEC}" dt="2025-02-27T11:55:00.459" v="69"/>
          <ac:picMkLst>
            <pc:docMk/>
            <pc:sldMk cId="3425558394" sldId="457"/>
            <ac:picMk id="4" creationId="{3A341BA8-9432-0AE7-754C-E6529FC9796C}"/>
          </ac:picMkLst>
        </pc:picChg>
        <pc:picChg chg="add mod modCrop">
          <ac:chgData name="Avinash Arun Chauhan" userId="S::avinash.chauhan@mahindrauniversity.edu.in::241b5f3e-36f4-4c61-9553-90e6a1c1b8a6" providerId="AD" clId="Web-{84EFA9F9-CA77-6BA9-AA77-08DC39A85BEC}" dt="2025-02-27T11:56:26.118" v="81" actId="1076"/>
          <ac:picMkLst>
            <pc:docMk/>
            <pc:sldMk cId="3425558394" sldId="457"/>
            <ac:picMk id="5" creationId="{F5E8A258-89B6-AFB1-C183-FE4B22AE82AB}"/>
          </ac:picMkLst>
        </pc:picChg>
      </pc:sldChg>
    </pc:docChg>
  </pc:docChgLst>
  <pc:docChgLst>
    <pc:chgData name="Avinash Arun Chauhan" userId="S::avinash.chauhan@mahindrauniversity.edu.in::241b5f3e-36f4-4c61-9553-90e6a1c1b8a6" providerId="AD" clId="Web-{929994F6-8D6A-A88C-183E-FFB8FD30796F}"/>
    <pc:docChg chg="modSld">
      <pc:chgData name="Avinash Arun Chauhan" userId="S::avinash.chauhan@mahindrauniversity.edu.in::241b5f3e-36f4-4c61-9553-90e6a1c1b8a6" providerId="AD" clId="Web-{929994F6-8D6A-A88C-183E-FFB8FD30796F}" dt="2025-01-28T12:00:43.884" v="732" actId="1076"/>
      <pc:docMkLst>
        <pc:docMk/>
      </pc:docMkLst>
      <pc:sldChg chg="modSp">
        <pc:chgData name="Avinash Arun Chauhan" userId="S::avinash.chauhan@mahindrauniversity.edu.in::241b5f3e-36f4-4c61-9553-90e6a1c1b8a6" providerId="AD" clId="Web-{929994F6-8D6A-A88C-183E-FFB8FD30796F}" dt="2025-01-28T11:28:22.867" v="2" actId="20577"/>
        <pc:sldMkLst>
          <pc:docMk/>
          <pc:sldMk cId="3804487949" sldId="345"/>
        </pc:sldMkLst>
      </pc:sldChg>
      <pc:sldChg chg="addSp modSp">
        <pc:chgData name="Avinash Arun Chauhan" userId="S::avinash.chauhan@mahindrauniversity.edu.in::241b5f3e-36f4-4c61-9553-90e6a1c1b8a6" providerId="AD" clId="Web-{929994F6-8D6A-A88C-183E-FFB8FD30796F}" dt="2025-01-28T11:44:10.781" v="454" actId="1076"/>
        <pc:sldMkLst>
          <pc:docMk/>
          <pc:sldMk cId="2151911027" sldId="359"/>
        </pc:sldMkLst>
      </pc:sldChg>
      <pc:sldChg chg="addSp modSp">
        <pc:chgData name="Avinash Arun Chauhan" userId="S::avinash.chauhan@mahindrauniversity.edu.in::241b5f3e-36f4-4c61-9553-90e6a1c1b8a6" providerId="AD" clId="Web-{929994F6-8D6A-A88C-183E-FFB8FD30796F}" dt="2025-01-28T12:00:43.884" v="732" actId="1076"/>
        <pc:sldMkLst>
          <pc:docMk/>
          <pc:sldMk cId="1387188195" sldId="360"/>
        </pc:sldMkLst>
      </pc:sldChg>
    </pc:docChg>
  </pc:docChgLst>
  <pc:docChgLst>
    <pc:chgData name="Avinash Arun Chauhan" userId="S::avinash.chauhan@mahindrauniversity.edu.in::241b5f3e-36f4-4c61-9553-90e6a1c1b8a6" providerId="AD" clId="Web-{B524EFFB-A0FE-DF63-F561-3A5B9684AC54}"/>
    <pc:docChg chg="addSld modSld">
      <pc:chgData name="Avinash Arun Chauhan" userId="S::avinash.chauhan@mahindrauniversity.edu.in::241b5f3e-36f4-4c61-9553-90e6a1c1b8a6" providerId="AD" clId="Web-{B524EFFB-A0FE-DF63-F561-3A5B9684AC54}" dt="2025-01-17T13:22:54.228" v="848" actId="14100"/>
      <pc:docMkLst>
        <pc:docMk/>
      </pc:docMkLst>
      <pc:sldChg chg="modSp">
        <pc:chgData name="Avinash Arun Chauhan" userId="S::avinash.chauhan@mahindrauniversity.edu.in::241b5f3e-36f4-4c61-9553-90e6a1c1b8a6" providerId="AD" clId="Web-{B524EFFB-A0FE-DF63-F561-3A5B9684AC54}" dt="2025-01-17T12:49:33.619" v="278" actId="20577"/>
        <pc:sldMkLst>
          <pc:docMk/>
          <pc:sldMk cId="3834488751" sldId="263"/>
        </pc:sldMkLst>
      </pc:sldChg>
      <pc:sldChg chg="modSp">
        <pc:chgData name="Avinash Arun Chauhan" userId="S::avinash.chauhan@mahindrauniversity.edu.in::241b5f3e-36f4-4c61-9553-90e6a1c1b8a6" providerId="AD" clId="Web-{B524EFFB-A0FE-DF63-F561-3A5B9684AC54}" dt="2025-01-17T12:59:54.612" v="555" actId="20577"/>
        <pc:sldMkLst>
          <pc:docMk/>
          <pc:sldMk cId="216913" sldId="270"/>
        </pc:sldMkLst>
      </pc:sldChg>
      <pc:sldChg chg="addSp delSp modSp">
        <pc:chgData name="Avinash Arun Chauhan" userId="S::avinash.chauhan@mahindrauniversity.edu.in::241b5f3e-36f4-4c61-9553-90e6a1c1b8a6" providerId="AD" clId="Web-{B524EFFB-A0FE-DF63-F561-3A5B9684AC54}" dt="2025-01-17T13:05:17.374" v="585" actId="20577"/>
        <pc:sldMkLst>
          <pc:docMk/>
          <pc:sldMk cId="2029719128" sldId="274"/>
        </pc:sldMkLst>
      </pc:sldChg>
      <pc:sldChg chg="modSp">
        <pc:chgData name="Avinash Arun Chauhan" userId="S::avinash.chauhan@mahindrauniversity.edu.in::241b5f3e-36f4-4c61-9553-90e6a1c1b8a6" providerId="AD" clId="Web-{B524EFFB-A0FE-DF63-F561-3A5B9684AC54}" dt="2025-01-17T13:21:34.897" v="835" actId="20577"/>
        <pc:sldMkLst>
          <pc:docMk/>
          <pc:sldMk cId="3954983918" sldId="276"/>
        </pc:sldMkLst>
      </pc:sldChg>
      <pc:sldChg chg="modSp">
        <pc:chgData name="Avinash Arun Chauhan" userId="S::avinash.chauhan@mahindrauniversity.edu.in::241b5f3e-36f4-4c61-9553-90e6a1c1b8a6" providerId="AD" clId="Web-{B524EFFB-A0FE-DF63-F561-3A5B9684AC54}" dt="2025-01-17T12:49:06.477" v="267" actId="20577"/>
        <pc:sldMkLst>
          <pc:docMk/>
          <pc:sldMk cId="3908280556" sldId="279"/>
        </pc:sldMkLst>
      </pc:sldChg>
      <pc:sldChg chg="modSp">
        <pc:chgData name="Avinash Arun Chauhan" userId="S::avinash.chauhan@mahindrauniversity.edu.in::241b5f3e-36f4-4c61-9553-90e6a1c1b8a6" providerId="AD" clId="Web-{B524EFFB-A0FE-DF63-F561-3A5B9684AC54}" dt="2025-01-17T12:57:57.513" v="541" actId="20577"/>
        <pc:sldMkLst>
          <pc:docMk/>
          <pc:sldMk cId="124130375" sldId="283"/>
        </pc:sldMkLst>
      </pc:sldChg>
      <pc:sldChg chg="modSp">
        <pc:chgData name="Avinash Arun Chauhan" userId="S::avinash.chauhan@mahindrauniversity.edu.in::241b5f3e-36f4-4c61-9553-90e6a1c1b8a6" providerId="AD" clId="Web-{B524EFFB-A0FE-DF63-F561-3A5B9684AC54}" dt="2025-01-17T12:57:37.622" v="514" actId="20577"/>
        <pc:sldMkLst>
          <pc:docMk/>
          <pc:sldMk cId="2181026294" sldId="284"/>
        </pc:sldMkLst>
      </pc:sldChg>
      <pc:sldChg chg="addSp modSp">
        <pc:chgData name="Avinash Arun Chauhan" userId="S::avinash.chauhan@mahindrauniversity.edu.in::241b5f3e-36f4-4c61-9553-90e6a1c1b8a6" providerId="AD" clId="Web-{B524EFFB-A0FE-DF63-F561-3A5B9684AC54}" dt="2025-01-17T13:07:33.036" v="755" actId="20577"/>
        <pc:sldMkLst>
          <pc:docMk/>
          <pc:sldMk cId="3927065482" sldId="294"/>
        </pc:sldMkLst>
      </pc:sldChg>
      <pc:sldChg chg="addSp delSp modSp add">
        <pc:chgData name="Avinash Arun Chauhan" userId="S::avinash.chauhan@mahindrauniversity.edu.in::241b5f3e-36f4-4c61-9553-90e6a1c1b8a6" providerId="AD" clId="Web-{B524EFFB-A0FE-DF63-F561-3A5B9684AC54}" dt="2025-01-17T13:22:54.228" v="848" actId="14100"/>
        <pc:sldMkLst>
          <pc:docMk/>
          <pc:sldMk cId="2511884408" sldId="305"/>
        </pc:sldMkLst>
      </pc:sldChg>
      <pc:sldChg chg="addSp delSp modSp add replId">
        <pc:chgData name="Avinash Arun Chauhan" userId="S::avinash.chauhan@mahindrauniversity.edu.in::241b5f3e-36f4-4c61-9553-90e6a1c1b8a6" providerId="AD" clId="Web-{B524EFFB-A0FE-DF63-F561-3A5B9684AC54}" dt="2025-01-17T13:04:45.201" v="584" actId="1076"/>
        <pc:sldMkLst>
          <pc:docMk/>
          <pc:sldMk cId="2492696898" sldId="306"/>
        </pc:sldMkLst>
      </pc:sldChg>
    </pc:docChg>
  </pc:docChgLst>
  <pc:docChgLst>
    <pc:chgData name="Avinash Arun Chauhan" userId="S::avinash.chauhan@mahindrauniversity.edu.in::241b5f3e-36f4-4c61-9553-90e6a1c1b8a6" providerId="AD" clId="Web-{21DE54D2-85BC-E206-6286-0595254C0848}"/>
    <pc:docChg chg="addSld delSld modSld sldOrd">
      <pc:chgData name="Avinash Arun Chauhan" userId="S::avinash.chauhan@mahindrauniversity.edu.in::241b5f3e-36f4-4c61-9553-90e6a1c1b8a6" providerId="AD" clId="Web-{21DE54D2-85BC-E206-6286-0595254C0848}" dt="2025-03-16T11:47:32.255" v="3329" actId="1076"/>
      <pc:docMkLst>
        <pc:docMk/>
      </pc:docMkLst>
      <pc:sldChg chg="modSp">
        <pc:chgData name="Avinash Arun Chauhan" userId="S::avinash.chauhan@mahindrauniversity.edu.in::241b5f3e-36f4-4c61-9553-90e6a1c1b8a6" providerId="AD" clId="Web-{21DE54D2-85BC-E206-6286-0595254C0848}" dt="2025-03-16T10:55:16.945" v="10" actId="20577"/>
        <pc:sldMkLst>
          <pc:docMk/>
          <pc:sldMk cId="1540275285" sldId="256"/>
        </pc:sldMkLst>
        <pc:spChg chg="mod">
          <ac:chgData name="Avinash Arun Chauhan" userId="S::avinash.chauhan@mahindrauniversity.edu.in::241b5f3e-36f4-4c61-9553-90e6a1c1b8a6" providerId="AD" clId="Web-{21DE54D2-85BC-E206-6286-0595254C0848}" dt="2025-03-16T10:55:16.945" v="10" actId="20577"/>
          <ac:spMkLst>
            <pc:docMk/>
            <pc:sldMk cId="1540275285" sldId="256"/>
            <ac:spMk id="2" creationId="{727870F2-A17E-4535-8ECE-F608007055B7}"/>
          </ac:spMkLst>
        </pc:spChg>
      </pc:sldChg>
      <pc:sldChg chg="modSp">
        <pc:chgData name="Avinash Arun Chauhan" userId="S::avinash.chauhan@mahindrauniversity.edu.in::241b5f3e-36f4-4c61-9553-90e6a1c1b8a6" providerId="AD" clId="Web-{21DE54D2-85BC-E206-6286-0595254C0848}" dt="2025-03-16T11:45:00.780" v="3284" actId="20577"/>
        <pc:sldMkLst>
          <pc:docMk/>
          <pc:sldMk cId="3811169343" sldId="426"/>
        </pc:sldMkLst>
        <pc:spChg chg="mod">
          <ac:chgData name="Avinash Arun Chauhan" userId="S::avinash.chauhan@mahindrauniversity.edu.in::241b5f3e-36f4-4c61-9553-90e6a1c1b8a6" providerId="AD" clId="Web-{21DE54D2-85BC-E206-6286-0595254C0848}" dt="2025-03-16T10:55:41.118" v="39" actId="20577"/>
          <ac:spMkLst>
            <pc:docMk/>
            <pc:sldMk cId="3811169343" sldId="426"/>
            <ac:spMk id="2" creationId="{E3EA47B4-E3C2-3296-7380-E7CEADD60F53}"/>
          </ac:spMkLst>
        </pc:spChg>
        <pc:spChg chg="mod">
          <ac:chgData name="Avinash Arun Chauhan" userId="S::avinash.chauhan@mahindrauniversity.edu.in::241b5f3e-36f4-4c61-9553-90e6a1c1b8a6" providerId="AD" clId="Web-{21DE54D2-85BC-E206-6286-0595254C0848}" dt="2025-03-16T11:45:00.780" v="3284"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21DE54D2-85BC-E206-6286-0595254C0848}" dt="2025-03-16T11:03:06.197" v="537" actId="20577"/>
        <pc:sldMkLst>
          <pc:docMk/>
          <pc:sldMk cId="883900188" sldId="505"/>
        </pc:sldMkLst>
        <pc:spChg chg="mod">
          <ac:chgData name="Avinash Arun Chauhan" userId="S::avinash.chauhan@mahindrauniversity.edu.in::241b5f3e-36f4-4c61-9553-90e6a1c1b8a6" providerId="AD" clId="Web-{21DE54D2-85BC-E206-6286-0595254C0848}" dt="2025-03-16T10:59:28.080" v="267" actId="20577"/>
          <ac:spMkLst>
            <pc:docMk/>
            <pc:sldMk cId="883900188" sldId="505"/>
            <ac:spMk id="2" creationId="{5FED248E-235C-2C9F-86E6-FFE7D5586919}"/>
          </ac:spMkLst>
        </pc:spChg>
        <pc:spChg chg="mod">
          <ac:chgData name="Avinash Arun Chauhan" userId="S::avinash.chauhan@mahindrauniversity.edu.in::241b5f3e-36f4-4c61-9553-90e6a1c1b8a6" providerId="AD" clId="Web-{21DE54D2-85BC-E206-6286-0595254C0848}" dt="2025-03-16T11:03:06.197" v="537" actId="20577"/>
          <ac:spMkLst>
            <pc:docMk/>
            <pc:sldMk cId="883900188" sldId="505"/>
            <ac:spMk id="3" creationId="{29BD426B-01FE-6A79-FB41-404DC71E5937}"/>
          </ac:spMkLst>
        </pc:spChg>
      </pc:sldChg>
      <pc:sldChg chg="modSp">
        <pc:chgData name="Avinash Arun Chauhan" userId="S::avinash.chauhan@mahindrauniversity.edu.in::241b5f3e-36f4-4c61-9553-90e6a1c1b8a6" providerId="AD" clId="Web-{21DE54D2-85BC-E206-6286-0595254C0848}" dt="2025-03-16T10:59:22.345" v="266" actId="20577"/>
        <pc:sldMkLst>
          <pc:docMk/>
          <pc:sldMk cId="3012470631" sldId="508"/>
        </pc:sldMkLst>
        <pc:spChg chg="mod">
          <ac:chgData name="Avinash Arun Chauhan" userId="S::avinash.chauhan@mahindrauniversity.edu.in::241b5f3e-36f4-4c61-9553-90e6a1c1b8a6" providerId="AD" clId="Web-{21DE54D2-85BC-E206-6286-0595254C0848}" dt="2025-03-16T10:59:22.345" v="266" actId="20577"/>
          <ac:spMkLst>
            <pc:docMk/>
            <pc:sldMk cId="3012470631" sldId="508"/>
            <ac:spMk id="3" creationId="{96E9C779-DF31-3741-3B77-D003BD44266C}"/>
          </ac:spMkLst>
        </pc:spChg>
      </pc:sldChg>
      <pc:sldChg chg="modSp">
        <pc:chgData name="Avinash Arun Chauhan" userId="S::avinash.chauhan@mahindrauniversity.edu.in::241b5f3e-36f4-4c61-9553-90e6a1c1b8a6" providerId="AD" clId="Web-{21DE54D2-85BC-E206-6286-0595254C0848}" dt="2025-03-16T11:08:43.445" v="815" actId="20577"/>
        <pc:sldMkLst>
          <pc:docMk/>
          <pc:sldMk cId="2210816079" sldId="520"/>
        </pc:sldMkLst>
        <pc:spChg chg="mod">
          <ac:chgData name="Avinash Arun Chauhan" userId="S::avinash.chauhan@mahindrauniversity.edu.in::241b5f3e-36f4-4c61-9553-90e6a1c1b8a6" providerId="AD" clId="Web-{21DE54D2-85BC-E206-6286-0595254C0848}" dt="2025-03-16T11:06:24.002" v="628" actId="20577"/>
          <ac:spMkLst>
            <pc:docMk/>
            <pc:sldMk cId="2210816079" sldId="520"/>
            <ac:spMk id="2" creationId="{F81C0F9D-F1AA-252C-BAF7-02A27D3A994E}"/>
          </ac:spMkLst>
        </pc:spChg>
        <pc:spChg chg="mod">
          <ac:chgData name="Avinash Arun Chauhan" userId="S::avinash.chauhan@mahindrauniversity.edu.in::241b5f3e-36f4-4c61-9553-90e6a1c1b8a6" providerId="AD" clId="Web-{21DE54D2-85BC-E206-6286-0595254C0848}" dt="2025-03-16T11:08:43.445" v="815" actId="20577"/>
          <ac:spMkLst>
            <pc:docMk/>
            <pc:sldMk cId="2210816079" sldId="520"/>
            <ac:spMk id="3" creationId="{D6046B0B-6CD7-2EDE-775F-436266772719}"/>
          </ac:spMkLst>
        </pc:spChg>
      </pc:sldChg>
      <pc:sldChg chg="addSp delSp modSp">
        <pc:chgData name="Avinash Arun Chauhan" userId="S::avinash.chauhan@mahindrauniversity.edu.in::241b5f3e-36f4-4c61-9553-90e6a1c1b8a6" providerId="AD" clId="Web-{21DE54D2-85BC-E206-6286-0595254C0848}" dt="2025-03-16T11:23:49.262" v="1715" actId="1076"/>
        <pc:sldMkLst>
          <pc:docMk/>
          <pc:sldMk cId="1385111681" sldId="521"/>
        </pc:sldMkLst>
        <pc:spChg chg="mod">
          <ac:chgData name="Avinash Arun Chauhan" userId="S::avinash.chauhan@mahindrauniversity.edu.in::241b5f3e-36f4-4c61-9553-90e6a1c1b8a6" providerId="AD" clId="Web-{21DE54D2-85BC-E206-6286-0595254C0848}" dt="2025-03-16T11:23:02.447" v="1707" actId="20577"/>
          <ac:spMkLst>
            <pc:docMk/>
            <pc:sldMk cId="1385111681" sldId="521"/>
            <ac:spMk id="2" creationId="{A43D852D-47E5-487E-992F-8403B7B08907}"/>
          </ac:spMkLst>
        </pc:spChg>
        <pc:spChg chg="del">
          <ac:chgData name="Avinash Arun Chauhan" userId="S::avinash.chauhan@mahindrauniversity.edu.in::241b5f3e-36f4-4c61-9553-90e6a1c1b8a6" providerId="AD" clId="Web-{21DE54D2-85BC-E206-6286-0595254C0848}" dt="2025-03-16T11:23:05.916" v="1708"/>
          <ac:spMkLst>
            <pc:docMk/>
            <pc:sldMk cId="1385111681" sldId="521"/>
            <ac:spMk id="3" creationId="{8F4AFE16-C4D5-1D8A-D212-94DAF051D1D1}"/>
          </ac:spMkLst>
        </pc:spChg>
        <pc:spChg chg="add del mod">
          <ac:chgData name="Avinash Arun Chauhan" userId="S::avinash.chauhan@mahindrauniversity.edu.in::241b5f3e-36f4-4c61-9553-90e6a1c1b8a6" providerId="AD" clId="Web-{21DE54D2-85BC-E206-6286-0595254C0848}" dt="2025-03-16T11:23:11.744" v="1709"/>
          <ac:spMkLst>
            <pc:docMk/>
            <pc:sldMk cId="1385111681" sldId="521"/>
            <ac:spMk id="9" creationId="{D6E9F456-DF85-8F07-F970-2905C95C31DB}"/>
          </ac:spMkLst>
        </pc:spChg>
        <pc:picChg chg="del">
          <ac:chgData name="Avinash Arun Chauhan" userId="S::avinash.chauhan@mahindrauniversity.edu.in::241b5f3e-36f4-4c61-9553-90e6a1c1b8a6" providerId="AD" clId="Web-{21DE54D2-85BC-E206-6286-0595254C0848}" dt="2025-03-16T11:23:12.963" v="1710"/>
          <ac:picMkLst>
            <pc:docMk/>
            <pc:sldMk cId="1385111681" sldId="521"/>
            <ac:picMk id="4" creationId="{55C4443F-C46F-76B0-9395-C0241FC5299F}"/>
          </ac:picMkLst>
        </pc:picChg>
        <pc:picChg chg="add mod">
          <ac:chgData name="Avinash Arun Chauhan" userId="S::avinash.chauhan@mahindrauniversity.edu.in::241b5f3e-36f4-4c61-9553-90e6a1c1b8a6" providerId="AD" clId="Web-{21DE54D2-85BC-E206-6286-0595254C0848}" dt="2025-03-16T11:23:49.262" v="1715" actId="1076"/>
          <ac:picMkLst>
            <pc:docMk/>
            <pc:sldMk cId="1385111681" sldId="521"/>
            <ac:picMk id="10" creationId="{BFB65AD0-288E-CFBE-6B87-F10FD03C2CD6}"/>
          </ac:picMkLst>
        </pc:picChg>
      </pc:sldChg>
      <pc:sldChg chg="del">
        <pc:chgData name="Avinash Arun Chauhan" userId="S::avinash.chauhan@mahindrauniversity.edu.in::241b5f3e-36f4-4c61-9553-90e6a1c1b8a6" providerId="AD" clId="Web-{21DE54D2-85BC-E206-6286-0595254C0848}" dt="2025-03-16T11:24:30.138" v="1716"/>
        <pc:sldMkLst>
          <pc:docMk/>
          <pc:sldMk cId="3202434345" sldId="522"/>
        </pc:sldMkLst>
      </pc:sldChg>
      <pc:sldChg chg="modSp">
        <pc:chgData name="Avinash Arun Chauhan" userId="S::avinash.chauhan@mahindrauniversity.edu.in::241b5f3e-36f4-4c61-9553-90e6a1c1b8a6" providerId="AD" clId="Web-{21DE54D2-85BC-E206-6286-0595254C0848}" dt="2025-03-16T11:29:07.071" v="2234" actId="20577"/>
        <pc:sldMkLst>
          <pc:docMk/>
          <pc:sldMk cId="1001124138" sldId="523"/>
        </pc:sldMkLst>
        <pc:spChg chg="mod">
          <ac:chgData name="Avinash Arun Chauhan" userId="S::avinash.chauhan@mahindrauniversity.edu.in::241b5f3e-36f4-4c61-9553-90e6a1c1b8a6" providerId="AD" clId="Web-{21DE54D2-85BC-E206-6286-0595254C0848}" dt="2025-03-16T11:25:06.765" v="1746" actId="20577"/>
          <ac:spMkLst>
            <pc:docMk/>
            <pc:sldMk cId="1001124138" sldId="523"/>
            <ac:spMk id="2" creationId="{2A534C11-36B3-9490-EC7F-9988C7961814}"/>
          </ac:spMkLst>
        </pc:spChg>
        <pc:spChg chg="mod">
          <ac:chgData name="Avinash Arun Chauhan" userId="S::avinash.chauhan@mahindrauniversity.edu.in::241b5f3e-36f4-4c61-9553-90e6a1c1b8a6" providerId="AD" clId="Web-{21DE54D2-85BC-E206-6286-0595254C0848}" dt="2025-03-16T11:29:07.071" v="2234" actId="20577"/>
          <ac:spMkLst>
            <pc:docMk/>
            <pc:sldMk cId="1001124138" sldId="523"/>
            <ac:spMk id="3" creationId="{EC674E00-65C0-78DB-7888-BC087220702C}"/>
          </ac:spMkLst>
        </pc:spChg>
      </pc:sldChg>
      <pc:sldChg chg="modSp">
        <pc:chgData name="Avinash Arun Chauhan" userId="S::avinash.chauhan@mahindrauniversity.edu.in::241b5f3e-36f4-4c61-9553-90e6a1c1b8a6" providerId="AD" clId="Web-{21DE54D2-85BC-E206-6286-0595254C0848}" dt="2025-03-16T11:44:34.045" v="3273" actId="20577"/>
        <pc:sldMkLst>
          <pc:docMk/>
          <pc:sldMk cId="2459760131" sldId="524"/>
        </pc:sldMkLst>
        <pc:spChg chg="mod">
          <ac:chgData name="Avinash Arun Chauhan" userId="S::avinash.chauhan@mahindrauniversity.edu.in::241b5f3e-36f4-4c61-9553-90e6a1c1b8a6" providerId="AD" clId="Web-{21DE54D2-85BC-E206-6286-0595254C0848}" dt="2025-03-16T11:44:30.529" v="3268" actId="20577"/>
          <ac:spMkLst>
            <pc:docMk/>
            <pc:sldMk cId="2459760131" sldId="524"/>
            <ac:spMk id="2" creationId="{A7A7D3D0-86AC-09B6-4D47-AAF7196860C5}"/>
          </ac:spMkLst>
        </pc:spChg>
        <pc:spChg chg="mod">
          <ac:chgData name="Avinash Arun Chauhan" userId="S::avinash.chauhan@mahindrauniversity.edu.in::241b5f3e-36f4-4c61-9553-90e6a1c1b8a6" providerId="AD" clId="Web-{21DE54D2-85BC-E206-6286-0595254C0848}" dt="2025-03-16T11:44:34.045" v="3273" actId="20577"/>
          <ac:spMkLst>
            <pc:docMk/>
            <pc:sldMk cId="2459760131" sldId="524"/>
            <ac:spMk id="3" creationId="{D66A1C91-2CFA-F0AE-799D-FBEE34CD89C2}"/>
          </ac:spMkLst>
        </pc:spChg>
      </pc:sldChg>
      <pc:sldChg chg="del">
        <pc:chgData name="Avinash Arun Chauhan" userId="S::avinash.chauhan@mahindrauniversity.edu.in::241b5f3e-36f4-4c61-9553-90e6a1c1b8a6" providerId="AD" clId="Web-{21DE54D2-85BC-E206-6286-0595254C0848}" dt="2025-03-16T11:44:38.748" v="3274"/>
        <pc:sldMkLst>
          <pc:docMk/>
          <pc:sldMk cId="1810632395" sldId="525"/>
        </pc:sldMkLst>
      </pc:sldChg>
      <pc:sldChg chg="del">
        <pc:chgData name="Avinash Arun Chauhan" userId="S::avinash.chauhan@mahindrauniversity.edu.in::241b5f3e-36f4-4c61-9553-90e6a1c1b8a6" providerId="AD" clId="Web-{21DE54D2-85BC-E206-6286-0595254C0848}" dt="2025-03-16T11:44:39.576" v="3275"/>
        <pc:sldMkLst>
          <pc:docMk/>
          <pc:sldMk cId="31880306" sldId="526"/>
        </pc:sldMkLst>
      </pc:sldChg>
      <pc:sldChg chg="del">
        <pc:chgData name="Avinash Arun Chauhan" userId="S::avinash.chauhan@mahindrauniversity.edu.in::241b5f3e-36f4-4c61-9553-90e6a1c1b8a6" providerId="AD" clId="Web-{21DE54D2-85BC-E206-6286-0595254C0848}" dt="2025-03-16T11:44:40.279" v="3276"/>
        <pc:sldMkLst>
          <pc:docMk/>
          <pc:sldMk cId="2759698473" sldId="527"/>
        </pc:sldMkLst>
      </pc:sldChg>
      <pc:sldChg chg="del">
        <pc:chgData name="Avinash Arun Chauhan" userId="S::avinash.chauhan@mahindrauniversity.edu.in::241b5f3e-36f4-4c61-9553-90e6a1c1b8a6" providerId="AD" clId="Web-{21DE54D2-85BC-E206-6286-0595254C0848}" dt="2025-03-16T11:44:41.389" v="3278"/>
        <pc:sldMkLst>
          <pc:docMk/>
          <pc:sldMk cId="3949549591" sldId="528"/>
        </pc:sldMkLst>
      </pc:sldChg>
      <pc:sldChg chg="del">
        <pc:chgData name="Avinash Arun Chauhan" userId="S::avinash.chauhan@mahindrauniversity.edu.in::241b5f3e-36f4-4c61-9553-90e6a1c1b8a6" providerId="AD" clId="Web-{21DE54D2-85BC-E206-6286-0595254C0848}" dt="2025-03-16T11:44:40.748" v="3277"/>
        <pc:sldMkLst>
          <pc:docMk/>
          <pc:sldMk cId="567746408" sldId="529"/>
        </pc:sldMkLst>
      </pc:sldChg>
      <pc:sldChg chg="del">
        <pc:chgData name="Avinash Arun Chauhan" userId="S::avinash.chauhan@mahindrauniversity.edu.in::241b5f3e-36f4-4c61-9553-90e6a1c1b8a6" providerId="AD" clId="Web-{21DE54D2-85BC-E206-6286-0595254C0848}" dt="2025-03-16T11:44:41.732" v="3279"/>
        <pc:sldMkLst>
          <pc:docMk/>
          <pc:sldMk cId="1610820302" sldId="530"/>
        </pc:sldMkLst>
      </pc:sldChg>
      <pc:sldChg chg="del">
        <pc:chgData name="Avinash Arun Chauhan" userId="S::avinash.chauhan@mahindrauniversity.edu.in::241b5f3e-36f4-4c61-9553-90e6a1c1b8a6" providerId="AD" clId="Web-{21DE54D2-85BC-E206-6286-0595254C0848}" dt="2025-03-16T11:44:42.482" v="3280"/>
        <pc:sldMkLst>
          <pc:docMk/>
          <pc:sldMk cId="2249390123" sldId="531"/>
        </pc:sldMkLst>
      </pc:sldChg>
      <pc:sldChg chg="del">
        <pc:chgData name="Avinash Arun Chauhan" userId="S::avinash.chauhan@mahindrauniversity.edu.in::241b5f3e-36f4-4c61-9553-90e6a1c1b8a6" providerId="AD" clId="Web-{21DE54D2-85BC-E206-6286-0595254C0848}" dt="2025-03-16T11:44:43.779" v="3282"/>
        <pc:sldMkLst>
          <pc:docMk/>
          <pc:sldMk cId="4032944436" sldId="532"/>
        </pc:sldMkLst>
      </pc:sldChg>
      <pc:sldChg chg="del">
        <pc:chgData name="Avinash Arun Chauhan" userId="S::avinash.chauhan@mahindrauniversity.edu.in::241b5f3e-36f4-4c61-9553-90e6a1c1b8a6" providerId="AD" clId="Web-{21DE54D2-85BC-E206-6286-0595254C0848}" dt="2025-03-16T11:44:44.279" v="3283"/>
        <pc:sldMkLst>
          <pc:docMk/>
          <pc:sldMk cId="1554376908" sldId="534"/>
        </pc:sldMkLst>
      </pc:sldChg>
      <pc:sldChg chg="del">
        <pc:chgData name="Avinash Arun Chauhan" userId="S::avinash.chauhan@mahindrauniversity.edu.in::241b5f3e-36f4-4c61-9553-90e6a1c1b8a6" providerId="AD" clId="Web-{21DE54D2-85BC-E206-6286-0595254C0848}" dt="2025-03-16T11:44:43.170" v="3281"/>
        <pc:sldMkLst>
          <pc:docMk/>
          <pc:sldMk cId="2900418944" sldId="535"/>
        </pc:sldMkLst>
      </pc:sldChg>
      <pc:sldChg chg="addSp delSp modSp add ord replId">
        <pc:chgData name="Avinash Arun Chauhan" userId="S::avinash.chauhan@mahindrauniversity.edu.in::241b5f3e-36f4-4c61-9553-90e6a1c1b8a6" providerId="AD" clId="Web-{21DE54D2-85BC-E206-6286-0595254C0848}" dt="2025-03-16T11:17:12.902" v="1399" actId="20577"/>
        <pc:sldMkLst>
          <pc:docMk/>
          <pc:sldMk cId="3425567104" sldId="536"/>
        </pc:sldMkLst>
        <pc:spChg chg="mod">
          <ac:chgData name="Avinash Arun Chauhan" userId="S::avinash.chauhan@mahindrauniversity.edu.in::241b5f3e-36f4-4c61-9553-90e6a1c1b8a6" providerId="AD" clId="Web-{21DE54D2-85BC-E206-6286-0595254C0848}" dt="2025-03-16T11:15:59.915" v="1324" actId="20577"/>
          <ac:spMkLst>
            <pc:docMk/>
            <pc:sldMk cId="3425567104" sldId="536"/>
            <ac:spMk id="2" creationId="{C6572595-8BDF-1ECC-9F45-1DE1F5D7EAFA}"/>
          </ac:spMkLst>
        </pc:spChg>
        <pc:spChg chg="mod">
          <ac:chgData name="Avinash Arun Chauhan" userId="S::avinash.chauhan@mahindrauniversity.edu.in::241b5f3e-36f4-4c61-9553-90e6a1c1b8a6" providerId="AD" clId="Web-{21DE54D2-85BC-E206-6286-0595254C0848}" dt="2025-03-16T11:17:12.902" v="1399" actId="20577"/>
          <ac:spMkLst>
            <pc:docMk/>
            <pc:sldMk cId="3425567104" sldId="536"/>
            <ac:spMk id="3" creationId="{0E83EF3D-3BBE-C0C1-B7BC-091AEA10A3B8}"/>
          </ac:spMkLst>
        </pc:spChg>
        <pc:picChg chg="del">
          <ac:chgData name="Avinash Arun Chauhan" userId="S::avinash.chauhan@mahindrauniversity.edu.in::241b5f3e-36f4-4c61-9553-90e6a1c1b8a6" providerId="AD" clId="Web-{21DE54D2-85BC-E206-6286-0595254C0848}" dt="2025-03-16T11:05:11.484" v="594"/>
          <ac:picMkLst>
            <pc:docMk/>
            <pc:sldMk cId="3425567104" sldId="536"/>
            <ac:picMk id="4" creationId="{63DFB1BF-FD6C-DF22-47BA-FD94C856BFBE}"/>
          </ac:picMkLst>
        </pc:picChg>
        <pc:picChg chg="add mod">
          <ac:chgData name="Avinash Arun Chauhan" userId="S::avinash.chauhan@mahindrauniversity.edu.in::241b5f3e-36f4-4c61-9553-90e6a1c1b8a6" providerId="AD" clId="Web-{21DE54D2-85BC-E206-6286-0595254C0848}" dt="2025-03-16T11:15:40.180" v="1315" actId="1076"/>
          <ac:picMkLst>
            <pc:docMk/>
            <pc:sldMk cId="3425567104" sldId="536"/>
            <ac:picMk id="5" creationId="{95BEF6DF-9308-2F8E-0045-FC3155DE7357}"/>
          </ac:picMkLst>
        </pc:picChg>
      </pc:sldChg>
      <pc:sldChg chg="modSp add replId">
        <pc:chgData name="Avinash Arun Chauhan" userId="S::avinash.chauhan@mahindrauniversity.edu.in::241b5f3e-36f4-4c61-9553-90e6a1c1b8a6" providerId="AD" clId="Web-{21DE54D2-85BC-E206-6286-0595254C0848}" dt="2025-03-16T11:11:18.467" v="985" actId="20577"/>
        <pc:sldMkLst>
          <pc:docMk/>
          <pc:sldMk cId="459135711" sldId="537"/>
        </pc:sldMkLst>
        <pc:spChg chg="mod">
          <ac:chgData name="Avinash Arun Chauhan" userId="S::avinash.chauhan@mahindrauniversity.edu.in::241b5f3e-36f4-4c61-9553-90e6a1c1b8a6" providerId="AD" clId="Web-{21DE54D2-85BC-E206-6286-0595254C0848}" dt="2025-03-16T11:08:53.570" v="824" actId="20577"/>
          <ac:spMkLst>
            <pc:docMk/>
            <pc:sldMk cId="459135711" sldId="537"/>
            <ac:spMk id="2" creationId="{7B794E29-6799-867C-7C00-722616E687CD}"/>
          </ac:spMkLst>
        </pc:spChg>
        <pc:spChg chg="mod">
          <ac:chgData name="Avinash Arun Chauhan" userId="S::avinash.chauhan@mahindrauniversity.edu.in::241b5f3e-36f4-4c61-9553-90e6a1c1b8a6" providerId="AD" clId="Web-{21DE54D2-85BC-E206-6286-0595254C0848}" dt="2025-03-16T11:11:18.467" v="985" actId="20577"/>
          <ac:spMkLst>
            <pc:docMk/>
            <pc:sldMk cId="459135711" sldId="537"/>
            <ac:spMk id="3" creationId="{CF408DFA-52F7-71A7-95F0-471B20EC4B31}"/>
          </ac:spMkLst>
        </pc:spChg>
      </pc:sldChg>
      <pc:sldChg chg="modSp add replId">
        <pc:chgData name="Avinash Arun Chauhan" userId="S::avinash.chauhan@mahindrauniversity.edu.in::241b5f3e-36f4-4c61-9553-90e6a1c1b8a6" providerId="AD" clId="Web-{21DE54D2-85BC-E206-6286-0595254C0848}" dt="2025-03-16T11:15:14.413" v="1284" actId="20577"/>
        <pc:sldMkLst>
          <pc:docMk/>
          <pc:sldMk cId="2464847432" sldId="538"/>
        </pc:sldMkLst>
        <pc:spChg chg="mod">
          <ac:chgData name="Avinash Arun Chauhan" userId="S::avinash.chauhan@mahindrauniversity.edu.in::241b5f3e-36f4-4c61-9553-90e6a1c1b8a6" providerId="AD" clId="Web-{21DE54D2-85BC-E206-6286-0595254C0848}" dt="2025-03-16T11:11:42.905" v="1011" actId="20577"/>
          <ac:spMkLst>
            <pc:docMk/>
            <pc:sldMk cId="2464847432" sldId="538"/>
            <ac:spMk id="2" creationId="{A237C1F7-B098-F5B7-D131-907C101E865E}"/>
          </ac:spMkLst>
        </pc:spChg>
        <pc:spChg chg="mod">
          <ac:chgData name="Avinash Arun Chauhan" userId="S::avinash.chauhan@mahindrauniversity.edu.in::241b5f3e-36f4-4c61-9553-90e6a1c1b8a6" providerId="AD" clId="Web-{21DE54D2-85BC-E206-6286-0595254C0848}" dt="2025-03-16T11:15:14.413" v="1284" actId="20577"/>
          <ac:spMkLst>
            <pc:docMk/>
            <pc:sldMk cId="2464847432" sldId="538"/>
            <ac:spMk id="3" creationId="{BB2723DE-C469-9051-050A-9B28CA29CE2E}"/>
          </ac:spMkLst>
        </pc:spChg>
      </pc:sldChg>
      <pc:sldChg chg="modSp add replId">
        <pc:chgData name="Avinash Arun Chauhan" userId="S::avinash.chauhan@mahindrauniversity.edu.in::241b5f3e-36f4-4c61-9553-90e6a1c1b8a6" providerId="AD" clId="Web-{21DE54D2-85BC-E206-6286-0595254C0848}" dt="2025-03-16T11:22:25.930" v="1672" actId="20577"/>
        <pc:sldMkLst>
          <pc:docMk/>
          <pc:sldMk cId="1206480458" sldId="539"/>
        </pc:sldMkLst>
        <pc:spChg chg="mod">
          <ac:chgData name="Avinash Arun Chauhan" userId="S::avinash.chauhan@mahindrauniversity.edu.in::241b5f3e-36f4-4c61-9553-90e6a1c1b8a6" providerId="AD" clId="Web-{21DE54D2-85BC-E206-6286-0595254C0848}" dt="2025-03-16T11:22:25.930" v="1672" actId="20577"/>
          <ac:spMkLst>
            <pc:docMk/>
            <pc:sldMk cId="1206480458" sldId="539"/>
            <ac:spMk id="2" creationId="{98CD1B69-5875-0B4C-EA1C-FA733C769087}"/>
          </ac:spMkLst>
        </pc:spChg>
        <pc:spChg chg="mod">
          <ac:chgData name="Avinash Arun Chauhan" userId="S::avinash.chauhan@mahindrauniversity.edu.in::241b5f3e-36f4-4c61-9553-90e6a1c1b8a6" providerId="AD" clId="Web-{21DE54D2-85BC-E206-6286-0595254C0848}" dt="2025-03-16T11:22:00.882" v="1652" actId="20577"/>
          <ac:spMkLst>
            <pc:docMk/>
            <pc:sldMk cId="1206480458" sldId="539"/>
            <ac:spMk id="3" creationId="{2D33DCC8-B508-9381-4015-3B42777AD359}"/>
          </ac:spMkLst>
        </pc:spChg>
      </pc:sldChg>
      <pc:sldChg chg="addSp delSp modSp add replId">
        <pc:chgData name="Avinash Arun Chauhan" userId="S::avinash.chauhan@mahindrauniversity.edu.in::241b5f3e-36f4-4c61-9553-90e6a1c1b8a6" providerId="AD" clId="Web-{21DE54D2-85BC-E206-6286-0595254C0848}" dt="2025-03-16T11:47:32.255" v="3329" actId="1076"/>
        <pc:sldMkLst>
          <pc:docMk/>
          <pc:sldMk cId="4274453463" sldId="540"/>
        </pc:sldMkLst>
        <pc:spChg chg="mod">
          <ac:chgData name="Avinash Arun Chauhan" userId="S::avinash.chauhan@mahindrauniversity.edu.in::241b5f3e-36f4-4c61-9553-90e6a1c1b8a6" providerId="AD" clId="Web-{21DE54D2-85BC-E206-6286-0595254C0848}" dt="2025-03-16T11:47:32.255" v="3329" actId="1076"/>
          <ac:spMkLst>
            <pc:docMk/>
            <pc:sldMk cId="4274453463" sldId="540"/>
            <ac:spMk id="2" creationId="{3E74C8EA-ACA3-D12C-A4C1-ADC3636814F7}"/>
          </ac:spMkLst>
        </pc:spChg>
        <pc:spChg chg="del">
          <ac:chgData name="Avinash Arun Chauhan" userId="S::avinash.chauhan@mahindrauniversity.edu.in::241b5f3e-36f4-4c61-9553-90e6a1c1b8a6" providerId="AD" clId="Web-{21DE54D2-85BC-E206-6286-0595254C0848}" dt="2025-03-16T11:29:13.290" v="2236"/>
          <ac:spMkLst>
            <pc:docMk/>
            <pc:sldMk cId="4274453463" sldId="540"/>
            <ac:spMk id="3" creationId="{BDF5E184-FE66-5720-942A-808177FCF865}"/>
          </ac:spMkLst>
        </pc:spChg>
        <pc:spChg chg="add del mod">
          <ac:chgData name="Avinash Arun Chauhan" userId="S::avinash.chauhan@mahindrauniversity.edu.in::241b5f3e-36f4-4c61-9553-90e6a1c1b8a6" providerId="AD" clId="Web-{21DE54D2-85BC-E206-6286-0595254C0848}" dt="2025-03-16T11:29:16.602" v="2237"/>
          <ac:spMkLst>
            <pc:docMk/>
            <pc:sldMk cId="4274453463" sldId="540"/>
            <ac:spMk id="5" creationId="{8B7B30BB-4597-D7C4-DE00-24A764DEB051}"/>
          </ac:spMkLst>
        </pc:spChg>
        <pc:picChg chg="add mod">
          <ac:chgData name="Avinash Arun Chauhan" userId="S::avinash.chauhan@mahindrauniversity.edu.in::241b5f3e-36f4-4c61-9553-90e6a1c1b8a6" providerId="AD" clId="Web-{21DE54D2-85BC-E206-6286-0595254C0848}" dt="2025-03-16T11:47:27.083" v="3328" actId="1076"/>
          <ac:picMkLst>
            <pc:docMk/>
            <pc:sldMk cId="4274453463" sldId="540"/>
            <ac:picMk id="9" creationId="{B7A7084D-D640-5352-D454-295DECBFA826}"/>
          </ac:picMkLst>
        </pc:picChg>
      </pc:sldChg>
      <pc:sldChg chg="modSp add ord replId">
        <pc:chgData name="Avinash Arun Chauhan" userId="S::avinash.chauhan@mahindrauniversity.edu.in::241b5f3e-36f4-4c61-9553-90e6a1c1b8a6" providerId="AD" clId="Web-{21DE54D2-85BC-E206-6286-0595254C0848}" dt="2025-03-16T11:36:50.042" v="2721" actId="20577"/>
        <pc:sldMkLst>
          <pc:docMk/>
          <pc:sldMk cId="441690049" sldId="541"/>
        </pc:sldMkLst>
        <pc:spChg chg="mod">
          <ac:chgData name="Avinash Arun Chauhan" userId="S::avinash.chauhan@mahindrauniversity.edu.in::241b5f3e-36f4-4c61-9553-90e6a1c1b8a6" providerId="AD" clId="Web-{21DE54D2-85BC-E206-6286-0595254C0848}" dt="2025-03-16T11:36:50.042" v="2721" actId="20577"/>
          <ac:spMkLst>
            <pc:docMk/>
            <pc:sldMk cId="441690049" sldId="541"/>
            <ac:spMk id="3" creationId="{5707EB94-2010-8C34-206A-7ADF120CA162}"/>
          </ac:spMkLst>
        </pc:spChg>
      </pc:sldChg>
      <pc:sldChg chg="modSp add replId">
        <pc:chgData name="Avinash Arun Chauhan" userId="S::avinash.chauhan@mahindrauniversity.edu.in::241b5f3e-36f4-4c61-9553-90e6a1c1b8a6" providerId="AD" clId="Web-{21DE54D2-85BC-E206-6286-0595254C0848}" dt="2025-03-16T11:43:25.776" v="3247" actId="20577"/>
        <pc:sldMkLst>
          <pc:docMk/>
          <pc:sldMk cId="3619178225" sldId="542"/>
        </pc:sldMkLst>
        <pc:spChg chg="mod">
          <ac:chgData name="Avinash Arun Chauhan" userId="S::avinash.chauhan@mahindrauniversity.edu.in::241b5f3e-36f4-4c61-9553-90e6a1c1b8a6" providerId="AD" clId="Web-{21DE54D2-85BC-E206-6286-0595254C0848}" dt="2025-03-16T11:43:25.776" v="3247" actId="20577"/>
          <ac:spMkLst>
            <pc:docMk/>
            <pc:sldMk cId="3619178225" sldId="542"/>
            <ac:spMk id="3" creationId="{134D2F87-2A43-124D-4092-6E7AF9A64675}"/>
          </ac:spMkLst>
        </pc:spChg>
      </pc:sldChg>
      <pc:sldChg chg="modSp add replId">
        <pc:chgData name="Avinash Arun Chauhan" userId="S::avinash.chauhan@mahindrauniversity.edu.in::241b5f3e-36f4-4c61-9553-90e6a1c1b8a6" providerId="AD" clId="Web-{21DE54D2-85BC-E206-6286-0595254C0848}" dt="2025-03-16T11:44:19.388" v="3257" actId="20577"/>
        <pc:sldMkLst>
          <pc:docMk/>
          <pc:sldMk cId="1126217134" sldId="543"/>
        </pc:sldMkLst>
        <pc:spChg chg="mod">
          <ac:chgData name="Avinash Arun Chauhan" userId="S::avinash.chauhan@mahindrauniversity.edu.in::241b5f3e-36f4-4c61-9553-90e6a1c1b8a6" providerId="AD" clId="Web-{21DE54D2-85BC-E206-6286-0595254C0848}" dt="2025-03-16T11:44:19.388" v="3257" actId="20577"/>
          <ac:spMkLst>
            <pc:docMk/>
            <pc:sldMk cId="1126217134" sldId="543"/>
            <ac:spMk id="3" creationId="{5329D04E-D7ED-29D6-1223-D46F31BC357A}"/>
          </ac:spMkLst>
        </pc:spChg>
      </pc:sldChg>
    </pc:docChg>
  </pc:docChgLst>
  <pc:docChgLst>
    <pc:chgData name="Avinash Arun Chauhan" userId="S::avinash.chauhan@mahindrauniversity.edu.in::241b5f3e-36f4-4c61-9553-90e6a1c1b8a6" providerId="AD" clId="Web-{23D9C326-8867-3AAB-842C-749AEE04DCBA}"/>
    <pc:docChg chg="modSld">
      <pc:chgData name="Avinash Arun Chauhan" userId="S::avinash.chauhan@mahindrauniversity.edu.in::241b5f3e-36f4-4c61-9553-90e6a1c1b8a6" providerId="AD" clId="Web-{23D9C326-8867-3AAB-842C-749AEE04DCBA}" dt="2025-01-20T07:30:21.717" v="86" actId="20577"/>
      <pc:docMkLst>
        <pc:docMk/>
      </pc:docMkLst>
      <pc:sldChg chg="modSp">
        <pc:chgData name="Avinash Arun Chauhan" userId="S::avinash.chauhan@mahindrauniversity.edu.in::241b5f3e-36f4-4c61-9553-90e6a1c1b8a6" providerId="AD" clId="Web-{23D9C326-8867-3AAB-842C-749AEE04DCBA}" dt="2025-01-20T07:30:21.717" v="86" actId="20577"/>
        <pc:sldMkLst>
          <pc:docMk/>
          <pc:sldMk cId="3676104736" sldId="321"/>
        </pc:sldMkLst>
      </pc:sldChg>
      <pc:sldChg chg="modSp">
        <pc:chgData name="Avinash Arun Chauhan" userId="S::avinash.chauhan@mahindrauniversity.edu.in::241b5f3e-36f4-4c61-9553-90e6a1c1b8a6" providerId="AD" clId="Web-{23D9C326-8867-3AAB-842C-749AEE04DCBA}" dt="2025-01-20T07:29:56.592" v="79" actId="20577"/>
        <pc:sldMkLst>
          <pc:docMk/>
          <pc:sldMk cId="3627241866" sldId="322"/>
        </pc:sldMkLst>
      </pc:sldChg>
    </pc:docChg>
  </pc:docChgLst>
  <pc:docChgLst>
    <pc:chgData name="Avinash Arun Chauhan" userId="S::avinash.chauhan@mahindrauniversity.edu.in::241b5f3e-36f4-4c61-9553-90e6a1c1b8a6" providerId="AD" clId="Web-{2D80956B-2351-EFC8-E419-86DEEE6B594A}"/>
    <pc:docChg chg="modSld">
      <pc:chgData name="Avinash Arun Chauhan" userId="S::avinash.chauhan@mahindrauniversity.edu.in::241b5f3e-36f4-4c61-9553-90e6a1c1b8a6" providerId="AD" clId="Web-{2D80956B-2351-EFC8-E419-86DEEE6B594A}" dt="2024-11-28T08:16:04.040" v="75" actId="20577"/>
      <pc:docMkLst>
        <pc:docMk/>
      </pc:docMkLst>
      <pc:sldChg chg="modSp">
        <pc:chgData name="Avinash Arun Chauhan" userId="S::avinash.chauhan@mahindrauniversity.edu.in::241b5f3e-36f4-4c61-9553-90e6a1c1b8a6" providerId="AD" clId="Web-{2D80956B-2351-EFC8-E419-86DEEE6B594A}" dt="2024-11-28T08:16:04.040" v="75" actId="20577"/>
        <pc:sldMkLst>
          <pc:docMk/>
          <pc:sldMk cId="3834488751" sldId="263"/>
        </pc:sldMkLst>
      </pc:sldChg>
    </pc:docChg>
  </pc:docChgLst>
  <pc:docChgLst>
    <pc:chgData name="Avinash Arun Chauhan" userId="S::avinash.chauhan@mahindrauniversity.edu.in::241b5f3e-36f4-4c61-9553-90e6a1c1b8a6" providerId="AD" clId="Web-{E2A9FDD9-5B3B-6023-7762-7C6F08B519FF}"/>
    <pc:docChg chg="addSld delSld modSld sldOrd">
      <pc:chgData name="Avinash Arun Chauhan" userId="S::avinash.chauhan@mahindrauniversity.edu.in::241b5f3e-36f4-4c61-9553-90e6a1c1b8a6" providerId="AD" clId="Web-{E2A9FDD9-5B3B-6023-7762-7C6F08B519FF}" dt="2025-03-01T04:58:32.516" v="80" actId="20577"/>
      <pc:docMkLst>
        <pc:docMk/>
      </pc:docMkLst>
      <pc:sldChg chg="add del replId">
        <pc:chgData name="Avinash Arun Chauhan" userId="S::avinash.chauhan@mahindrauniversity.edu.in::241b5f3e-36f4-4c61-9553-90e6a1c1b8a6" providerId="AD" clId="Web-{E2A9FDD9-5B3B-6023-7762-7C6F08B519FF}" dt="2025-03-01T04:56:40.731" v="1"/>
        <pc:sldMkLst>
          <pc:docMk/>
          <pc:sldMk cId="1521444827" sldId="482"/>
        </pc:sldMkLst>
      </pc:sldChg>
      <pc:sldChg chg="modSp add ord replId">
        <pc:chgData name="Avinash Arun Chauhan" userId="S::avinash.chauhan@mahindrauniversity.edu.in::241b5f3e-36f4-4c61-9553-90e6a1c1b8a6" providerId="AD" clId="Web-{E2A9FDD9-5B3B-6023-7762-7C6F08B519FF}" dt="2025-03-01T04:58:32.516" v="80" actId="20577"/>
        <pc:sldMkLst>
          <pc:docMk/>
          <pc:sldMk cId="2362649363" sldId="482"/>
        </pc:sldMkLst>
        <pc:spChg chg="mod">
          <ac:chgData name="Avinash Arun Chauhan" userId="S::avinash.chauhan@mahindrauniversity.edu.in::241b5f3e-36f4-4c61-9553-90e6a1c1b8a6" providerId="AD" clId="Web-{E2A9FDD9-5B3B-6023-7762-7C6F08B519FF}" dt="2025-03-01T04:57:22.029" v="8" actId="20577"/>
          <ac:spMkLst>
            <pc:docMk/>
            <pc:sldMk cId="2362649363" sldId="482"/>
            <ac:spMk id="2" creationId="{D2FD71B6-57E8-8EC9-9B5B-813B1C93DA1D}"/>
          </ac:spMkLst>
        </pc:spChg>
        <pc:spChg chg="mod">
          <ac:chgData name="Avinash Arun Chauhan" userId="S::avinash.chauhan@mahindrauniversity.edu.in::241b5f3e-36f4-4c61-9553-90e6a1c1b8a6" providerId="AD" clId="Web-{E2A9FDD9-5B3B-6023-7762-7C6F08B519FF}" dt="2025-03-01T04:58:32.516" v="80" actId="20577"/>
          <ac:spMkLst>
            <pc:docMk/>
            <pc:sldMk cId="2362649363" sldId="482"/>
            <ac:spMk id="3" creationId="{2481A2D2-B869-5A1F-4195-8943D8F62500}"/>
          </ac:spMkLst>
        </pc:spChg>
      </pc:sldChg>
    </pc:docChg>
  </pc:docChgLst>
  <pc:docChgLst>
    <pc:chgData name="Avinash Arun Chauhan" userId="S::avinash.chauhan@mahindrauniversity.edu.in::241b5f3e-36f4-4c61-9553-90e6a1c1b8a6" providerId="AD" clId="Web-{63043C4D-BFE8-310A-5401-3EF428AB33DF}"/>
    <pc:docChg chg="modSld">
      <pc:chgData name="Avinash Arun Chauhan" userId="S::avinash.chauhan@mahindrauniversity.edu.in::241b5f3e-36f4-4c61-9553-90e6a1c1b8a6" providerId="AD" clId="Web-{63043C4D-BFE8-310A-5401-3EF428AB33DF}" dt="2025-02-14T07:14:17.233" v="0" actId="20577"/>
      <pc:docMkLst>
        <pc:docMk/>
      </pc:docMkLst>
      <pc:sldChg chg="modSp">
        <pc:chgData name="Avinash Arun Chauhan" userId="S::avinash.chauhan@mahindrauniversity.edu.in::241b5f3e-36f4-4c61-9553-90e6a1c1b8a6" providerId="AD" clId="Web-{63043C4D-BFE8-310A-5401-3EF428AB33DF}" dt="2025-02-14T07:14:17.233" v="0" actId="20577"/>
        <pc:sldMkLst>
          <pc:docMk/>
          <pc:sldMk cId="2934269232" sldId="446"/>
        </pc:sldMkLst>
      </pc:sldChg>
    </pc:docChg>
  </pc:docChgLst>
  <pc:docChgLst>
    <pc:chgData name="Avinash Arun Chauhan" userId="S::avinash.chauhan@mahindrauniversity.edu.in::241b5f3e-36f4-4c61-9553-90e6a1c1b8a6" providerId="AD" clId="Web-{6A025F63-E258-B2A8-A181-544259F2AA8D}"/>
    <pc:docChg chg="modSld">
      <pc:chgData name="Avinash Arun Chauhan" userId="S::avinash.chauhan@mahindrauniversity.edu.in::241b5f3e-36f4-4c61-9553-90e6a1c1b8a6" providerId="AD" clId="Web-{6A025F63-E258-B2A8-A181-544259F2AA8D}" dt="2024-07-30T07:51:12.184" v="133" actId="20577"/>
      <pc:docMkLst>
        <pc:docMk/>
      </pc:docMkLst>
      <pc:sldChg chg="modSp">
        <pc:chgData name="Avinash Arun Chauhan" userId="S::avinash.chauhan@mahindrauniversity.edu.in::241b5f3e-36f4-4c61-9553-90e6a1c1b8a6" providerId="AD" clId="Web-{6A025F63-E258-B2A8-A181-544259F2AA8D}" dt="2024-07-30T07:51:12.184" v="133" actId="20577"/>
        <pc:sldMkLst>
          <pc:docMk/>
          <pc:sldMk cId="2029719128" sldId="274"/>
        </pc:sldMkLst>
      </pc:sldChg>
    </pc:docChg>
  </pc:docChgLst>
  <pc:docChgLst>
    <pc:chgData name="Avinash Arun Chauhan" userId="S::avinash.chauhan@mahindrauniversity.edu.in::241b5f3e-36f4-4c61-9553-90e6a1c1b8a6" providerId="AD" clId="Web-{EAA356EB-DF0E-77E3-9027-50C586F663D2}"/>
    <pc:docChg chg="addSld delSld modSld sldOrd">
      <pc:chgData name="Avinash Arun Chauhan" userId="S::avinash.chauhan@mahindrauniversity.edu.in::241b5f3e-36f4-4c61-9553-90e6a1c1b8a6" providerId="AD" clId="Web-{EAA356EB-DF0E-77E3-9027-50C586F663D2}" dt="2025-03-07T11:45:09.396" v="244" actId="20577"/>
      <pc:docMkLst>
        <pc:docMk/>
      </pc:docMkLst>
      <pc:sldChg chg="del">
        <pc:chgData name="Avinash Arun Chauhan" userId="S::avinash.chauhan@mahindrauniversity.edu.in::241b5f3e-36f4-4c61-9553-90e6a1c1b8a6" providerId="AD" clId="Web-{EAA356EB-DF0E-77E3-9027-50C586F663D2}" dt="2025-03-07T11:39:23.277" v="0"/>
        <pc:sldMkLst>
          <pc:docMk/>
          <pc:sldMk cId="335113786" sldId="519"/>
        </pc:sldMkLst>
      </pc:sldChg>
      <pc:sldChg chg="modSp">
        <pc:chgData name="Avinash Arun Chauhan" userId="S::avinash.chauhan@mahindrauniversity.edu.in::241b5f3e-36f4-4c61-9553-90e6a1c1b8a6" providerId="AD" clId="Web-{EAA356EB-DF0E-77E3-9027-50C586F663D2}" dt="2025-03-07T11:40:09.419" v="3" actId="20577"/>
        <pc:sldMkLst>
          <pc:docMk/>
          <pc:sldMk cId="3202434345" sldId="522"/>
        </pc:sldMkLst>
        <pc:spChg chg="mod">
          <ac:chgData name="Avinash Arun Chauhan" userId="S::avinash.chauhan@mahindrauniversity.edu.in::241b5f3e-36f4-4c61-9553-90e6a1c1b8a6" providerId="AD" clId="Web-{EAA356EB-DF0E-77E3-9027-50C586F663D2}" dt="2025-03-07T11:40:09.419" v="3" actId="20577"/>
          <ac:spMkLst>
            <pc:docMk/>
            <pc:sldMk cId="3202434345" sldId="522"/>
            <ac:spMk id="2" creationId="{4F266D9E-A3E8-ABBF-5900-52DBB0209A35}"/>
          </ac:spMkLst>
        </pc:spChg>
      </pc:sldChg>
      <pc:sldChg chg="modSp add ord replId">
        <pc:chgData name="Avinash Arun Chauhan" userId="S::avinash.chauhan@mahindrauniversity.edu.in::241b5f3e-36f4-4c61-9553-90e6a1c1b8a6" providerId="AD" clId="Web-{EAA356EB-DF0E-77E3-9027-50C586F663D2}" dt="2025-03-07T11:44:52.942" v="219" actId="20577"/>
        <pc:sldMkLst>
          <pc:docMk/>
          <pc:sldMk cId="1001124138" sldId="523"/>
        </pc:sldMkLst>
        <pc:spChg chg="mod">
          <ac:chgData name="Avinash Arun Chauhan" userId="S::avinash.chauhan@mahindrauniversity.edu.in::241b5f3e-36f4-4c61-9553-90e6a1c1b8a6" providerId="AD" clId="Web-{EAA356EB-DF0E-77E3-9027-50C586F663D2}" dt="2025-03-07T11:41:35.390" v="14" actId="20577"/>
          <ac:spMkLst>
            <pc:docMk/>
            <pc:sldMk cId="1001124138" sldId="523"/>
            <ac:spMk id="2" creationId="{2A534C11-36B3-9490-EC7F-9988C7961814}"/>
          </ac:spMkLst>
        </pc:spChg>
        <pc:spChg chg="mod">
          <ac:chgData name="Avinash Arun Chauhan" userId="S::avinash.chauhan@mahindrauniversity.edu.in::241b5f3e-36f4-4c61-9553-90e6a1c1b8a6" providerId="AD" clId="Web-{EAA356EB-DF0E-77E3-9027-50C586F663D2}" dt="2025-03-07T11:44:52.942" v="219" actId="20577"/>
          <ac:spMkLst>
            <pc:docMk/>
            <pc:sldMk cId="1001124138" sldId="523"/>
            <ac:spMk id="3" creationId="{EC674E00-65C0-78DB-7888-BC087220702C}"/>
          </ac:spMkLst>
        </pc:spChg>
      </pc:sldChg>
      <pc:sldChg chg="modSp add replId">
        <pc:chgData name="Avinash Arun Chauhan" userId="S::avinash.chauhan@mahindrauniversity.edu.in::241b5f3e-36f4-4c61-9553-90e6a1c1b8a6" providerId="AD" clId="Web-{EAA356EB-DF0E-77E3-9027-50C586F663D2}" dt="2025-03-07T11:45:09.396" v="244" actId="20577"/>
        <pc:sldMkLst>
          <pc:docMk/>
          <pc:sldMk cId="2459760131" sldId="524"/>
        </pc:sldMkLst>
        <pc:spChg chg="mod">
          <ac:chgData name="Avinash Arun Chauhan" userId="S::avinash.chauhan@mahindrauniversity.edu.in::241b5f3e-36f4-4c61-9553-90e6a1c1b8a6" providerId="AD" clId="Web-{EAA356EB-DF0E-77E3-9027-50C586F663D2}" dt="2025-03-07T11:45:09.396" v="244" actId="20577"/>
          <ac:spMkLst>
            <pc:docMk/>
            <pc:sldMk cId="2459760131" sldId="524"/>
            <ac:spMk id="2" creationId="{A7A7D3D0-86AC-09B6-4D47-AAF7196860C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5/5/2025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CE37-4634-B3BF-E0F9-59144EF8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6487F-0E4A-3B99-88FD-7BE6A5D9F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8EE2-3BD7-1BF8-25A6-2B888F0E2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D5C3C-57AB-3F5A-ADA4-18E50C4965D1}"/>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3209819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D53D-E37D-DF57-DBB3-3A1E9E658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A3E3E-82AA-AD90-F7E5-9174EB3E9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74AE5-E68D-9FF7-9AA4-988C93BF40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19F6AF-533F-1AE7-3637-0CC352F74286}"/>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3966373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8B35C-D1CB-C463-589E-63018B2AF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81F84-09FE-8668-12C8-E4B1C0A11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9C6D9-D3A3-3B26-3692-C142BDF6D7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F652D3-3278-90CE-F069-67FD594912BF}"/>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27505459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ED811-6967-3BE2-C91E-0FA3A2AE02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986A2-EF29-7C6D-CAC3-DA8AD74322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470EDD-B227-694B-426C-A61415701F1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73DB1DC-B15E-B8A2-2371-55CA17195398}"/>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2677082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A3E9-6A4A-2F09-C8BF-2A4AE20A9A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C7F846-01CD-DC53-1265-F7AE9C79F5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A9194A-7C79-294D-FFD0-9448CDBA91F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4AC40A-8440-F5A2-84B1-1ECB2B900B08}"/>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133324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C64EC9-A257-27C5-4AE9-3ED7F2E76F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C5292-C76C-54D2-530D-D45228E6E6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53283E-ECC7-9D67-5517-5D4E4D288C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C37615D-4563-4B9D-67A8-5B9458942C52}"/>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3590386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60072-5D9B-BF02-670E-A861D4B209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9674AB-BA8F-1970-AEF6-1EA6F77DF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B3DE1A-6B52-00F9-A446-3F3F0DBCEE5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1C467B7-EA88-E00B-C6B5-DEFAE7C2D613}"/>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5570351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DB2E9-A644-C477-BBF3-6402D04A6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243621-7FA7-006C-4F1C-0805E3F977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DF886-46D3-A69D-03B1-97895A3523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8A740E4-524F-0F56-A361-A08F5CDE9ED8}"/>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15346696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94A6-736F-42D0-05F8-46256BF16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08363-C601-F4A7-E47C-FB42E1570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BE45A9-68BF-57BF-67E6-44C3AACF85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B374BF1-BB70-5434-3146-81A27059AC32}"/>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1950155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0603D-9E43-DFE3-8807-1277F08CE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195B4-E364-B166-F4EB-134650F1D5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6D05F-0C7B-710F-1950-08889C2E20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971F410-5C90-DC5A-54E8-3E6DDFD9E388}"/>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2038612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97AFA-08B9-3BDF-95F8-327527ED2D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92F31-4946-54FE-42A3-950F1A7088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975205-A00E-BBA7-5E83-83DB1D38AB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431687E-1065-99F7-1998-3489B82E5D36}"/>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90882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E3ED8-5C81-46E3-8315-EA3334E46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FB9999-F56A-5EC7-BC8E-230A99F97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3ED0D-C255-6740-D668-03129672BD3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7D471BB-D8C7-159C-2B7F-7A3FBCBFB00C}"/>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5313371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BF524-3987-2562-3FB7-EA4D0C51FB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DAA30-B336-E2CF-6364-A1A0A73AAE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FF567A-C8A7-D33E-8BBC-2C3ADD829CA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6C13C62-C949-18ED-DB9F-AEE0ECAFCA6B}"/>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844702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AA913-F8B5-FDFB-1E97-BB4F78E491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6FE69-A838-8B6E-4211-53ADC3A5A7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10215-0CA5-189E-CFD0-26A7F7F5CA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C9B658-C7DA-6953-87EA-8672ABAE40B1}"/>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29617679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CFADAB-EFF3-B5B1-9E3C-899320A2C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851AB-1942-9F52-C076-CD7F214725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F1E8E-A4EA-B7E5-BD3B-0485CA4A77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7D7E954-2AEB-080D-9008-1F990EBBFF8F}"/>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832235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FD68E-D489-D6AE-56DC-8510D0BBD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85E13-FBE8-795E-7DF2-84569BA18D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AE57AF-E143-53EE-BE06-57888A484DA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50855B-2008-E4A1-343D-AD27F024280E}"/>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4273563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5/5/2025</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5/5/2025</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5/5/2025</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5/5/2025</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5/5/2025</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5/5/2025</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5/5/2025</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5/5/2025</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5/5/2025</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5/5/2025</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5/5/2025</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5/5/2025</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fontScale="90000"/>
          </a:bodyPr>
          <a:lstStyle/>
          <a:p>
            <a:r>
              <a:rPr lang="en-US" dirty="0"/>
              <a:t>Software Engineering</a:t>
            </a:r>
            <a:br>
              <a:rPr lang="en-US" dirty="0"/>
            </a:br>
            <a:r>
              <a:rPr lang="en-US" sz="4000" dirty="0"/>
              <a:t>(CS3201)</a:t>
            </a:r>
            <a:br>
              <a:rPr lang="en-US" sz="4000" dirty="0">
                <a:ea typeface="Calibri Light"/>
                <a:cs typeface="Calibri Light"/>
              </a:rPr>
            </a:br>
            <a:r>
              <a:rPr lang="en-US" sz="4000" dirty="0">
                <a:ea typeface="Calibri Light"/>
                <a:cs typeface="Calibri Light"/>
              </a:rPr>
              <a:t>Product and Process Metrics</a:t>
            </a:r>
            <a:br>
              <a:rPr lang="en-US" dirty="0"/>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F7-BDCB-95FE-E590-28879ABE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248E-235C-2C9F-86E6-FFE7D5586919}"/>
              </a:ext>
            </a:extLst>
          </p:cNvPr>
          <p:cNvSpPr>
            <a:spLocks noGrp="1"/>
          </p:cNvSpPr>
          <p:nvPr>
            <p:ph type="title"/>
          </p:nvPr>
        </p:nvSpPr>
        <p:spPr/>
        <p:txBody>
          <a:bodyPr/>
          <a:lstStyle/>
          <a:p>
            <a:r>
              <a:rPr lang="en-GB" dirty="0">
                <a:ea typeface="Calibri Light"/>
                <a:cs typeface="Calibri Light"/>
              </a:rPr>
              <a:t>Objectives</a:t>
            </a:r>
            <a:endParaRPr lang="en-US" dirty="0"/>
          </a:p>
        </p:txBody>
      </p:sp>
      <p:sp>
        <p:nvSpPr>
          <p:cNvPr id="3" name="Content Placeholder 2">
            <a:extLst>
              <a:ext uri="{FF2B5EF4-FFF2-40B4-BE49-F238E27FC236}">
                <a16:creationId xmlns:a16="http://schemas.microsoft.com/office/drawing/2014/main" id="{29BD426B-01FE-6A79-FB41-404DC71E5937}"/>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panose="020F0502020204030204"/>
                <a:cs typeface="Calibri"/>
              </a:rPr>
              <a:t>Brief introduction on Product metrics</a:t>
            </a:r>
          </a:p>
          <a:p>
            <a:r>
              <a:rPr lang="en-US" dirty="0">
                <a:ea typeface="Calibri" panose="020F0502020204030204"/>
                <a:cs typeface="Calibri"/>
              </a:rPr>
              <a:t>Brief introduction on Process metrics</a:t>
            </a:r>
          </a:p>
        </p:txBody>
      </p:sp>
      <p:pic>
        <p:nvPicPr>
          <p:cNvPr id="6" name="Picture 5" descr="A black and white logo&#10;&#10;Description automatically generated">
            <a:extLst>
              <a:ext uri="{FF2B5EF4-FFF2-40B4-BE49-F238E27FC236}">
                <a16:creationId xmlns:a16="http://schemas.microsoft.com/office/drawing/2014/main" id="{BB3DAC13-0D16-2DB1-080D-657CDE2AA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580A80-2CDB-8E1D-57C4-DC8463447B7C}"/>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0F69DF3E-4B37-1F1C-A5C7-C91D3B04D31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83900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9F5D-6270-ECDC-1D02-80249D91B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AB8FC-968D-1A2C-2B46-1A686980C7B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2D2A65AE-D1DF-66AA-A105-89B829593F92}"/>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a:cs typeface="Calibri"/>
              </a:rPr>
              <a:t>Product Metrics</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268FE2EF-9890-AEA9-F1C0-01C2976EE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600E40D-D6A2-87A3-11D7-0BD5E0BA10DE}"/>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E89320D0-E4AF-15AF-192D-2A3C439C773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04756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CF5DF-DAD1-090D-8F35-EAE2746FF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138EF-7446-BEAE-0EAA-06EA31162732}"/>
              </a:ext>
            </a:extLst>
          </p:cNvPr>
          <p:cNvSpPr>
            <a:spLocks noGrp="1"/>
          </p:cNvSpPr>
          <p:nvPr>
            <p:ph type="title"/>
          </p:nvPr>
        </p:nvSpPr>
        <p:spPr/>
        <p:txBody>
          <a:bodyPr/>
          <a:lstStyle/>
          <a:p>
            <a:r>
              <a:rPr lang="en-GB" dirty="0">
                <a:ea typeface="Calibri Light"/>
                <a:cs typeface="Calibri Light"/>
              </a:rPr>
              <a:t>Introduction</a:t>
            </a:r>
          </a:p>
        </p:txBody>
      </p:sp>
      <p:sp>
        <p:nvSpPr>
          <p:cNvPr id="3" name="Content Placeholder 2">
            <a:extLst>
              <a:ext uri="{FF2B5EF4-FFF2-40B4-BE49-F238E27FC236}">
                <a16:creationId xmlns:a16="http://schemas.microsoft.com/office/drawing/2014/main" id="{7CB8A221-ECFB-2EE5-82CA-C8D1830A2EAF}"/>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mn-lt"/>
                <a:cs typeface="+mn-lt"/>
              </a:rPr>
              <a:t>Metrics help </a:t>
            </a:r>
            <a:r>
              <a:rPr lang="en-US" b="1" dirty="0">
                <a:ea typeface="+mn-lt"/>
                <a:cs typeface="+mn-lt"/>
              </a:rPr>
              <a:t>quantify software quality attributes</a:t>
            </a:r>
            <a:r>
              <a:rPr lang="en-US" dirty="0">
                <a:ea typeface="+mn-lt"/>
                <a:cs typeface="+mn-lt"/>
              </a:rPr>
              <a:t> like reliability, maintainability, usability, and performance</a:t>
            </a:r>
          </a:p>
          <a:p>
            <a:r>
              <a:rPr lang="en-US" dirty="0">
                <a:ea typeface="Calibri" panose="020F0502020204030204"/>
                <a:cs typeface="Calibri"/>
              </a:rPr>
              <a:t>Without metrics, subjectivity and bias creep in</a:t>
            </a:r>
          </a:p>
          <a:p>
            <a:r>
              <a:rPr lang="en-US" dirty="0">
                <a:ea typeface="Calibri" panose="020F0502020204030204"/>
                <a:cs typeface="Calibri"/>
              </a:rPr>
              <a:t>Can make better decisions on release readiness, maintenance</a:t>
            </a:r>
          </a:p>
          <a:p>
            <a:r>
              <a:rPr lang="en-US" dirty="0">
                <a:ea typeface="Calibri" panose="020F0502020204030204"/>
                <a:cs typeface="Calibri"/>
              </a:rPr>
              <a:t>Metrics like cyclometric complexity can help find out issues early in the work cycle (helps find out complex code – less readable, less maintainable, more prone to errors)</a:t>
            </a:r>
          </a:p>
          <a:p>
            <a:r>
              <a:rPr lang="en-US" dirty="0">
                <a:ea typeface="Calibri" panose="020F0502020204030204"/>
                <a:cs typeface="Calibri"/>
              </a:rPr>
              <a:t>Metrics like LOC help predicting effort and cost (remember COCOMO?)</a:t>
            </a:r>
          </a:p>
          <a:p>
            <a:r>
              <a:rPr lang="en-US" dirty="0">
                <a:ea typeface="Calibri" panose="020F0502020204030204"/>
                <a:cs typeface="Calibri"/>
              </a:rPr>
              <a:t>Metrics, in short, turn subjective analysis into actionable insights</a:t>
            </a: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8211D77-B42F-6FE7-16EA-B44E91C832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CFF1682-42C9-40AA-4E63-4CA6B4B75599}"/>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F2622980-5097-E806-756E-1F8D6338EA1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12549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F0396-5A06-D89C-A406-F0B82ABCC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E37767-157F-5593-F1AD-6771934056DB}"/>
              </a:ext>
            </a:extLst>
          </p:cNvPr>
          <p:cNvSpPr>
            <a:spLocks noGrp="1"/>
          </p:cNvSpPr>
          <p:nvPr>
            <p:ph type="title"/>
          </p:nvPr>
        </p:nvSpPr>
        <p:spPr/>
        <p:txBody>
          <a:bodyPr/>
          <a:lstStyle/>
          <a:p>
            <a:r>
              <a:rPr lang="en-GB" dirty="0">
                <a:ea typeface="+mj-lt"/>
                <a:cs typeface="+mj-lt"/>
              </a:rPr>
              <a:t>Software Quality Metrics</a:t>
            </a:r>
            <a:endParaRPr lang="en-US" dirty="0"/>
          </a:p>
        </p:txBody>
      </p:sp>
      <p:sp>
        <p:nvSpPr>
          <p:cNvPr id="3" name="Content Placeholder 2">
            <a:extLst>
              <a:ext uri="{FF2B5EF4-FFF2-40B4-BE49-F238E27FC236}">
                <a16:creationId xmlns:a16="http://schemas.microsoft.com/office/drawing/2014/main" id="{A6F8F747-E1DB-4F4F-2B5F-0D09E400621E}"/>
              </a:ext>
            </a:extLst>
          </p:cNvPr>
          <p:cNvSpPr>
            <a:spLocks noGrp="1"/>
          </p:cNvSpPr>
          <p:nvPr>
            <p:ph idx="1"/>
          </p:nvPr>
        </p:nvSpPr>
        <p:spPr>
          <a:xfrm>
            <a:off x="838200" y="1510219"/>
            <a:ext cx="10501746" cy="5211256"/>
          </a:xfrm>
        </p:spPr>
        <p:txBody>
          <a:bodyPr vert="horz" lIns="91440" tIns="45720" rIns="91440" bIns="45720" rtlCol="0" anchor="t">
            <a:normAutofit fontScale="92500" lnSpcReduction="10000"/>
          </a:bodyPr>
          <a:lstStyle/>
          <a:p>
            <a:r>
              <a:rPr lang="en-US" dirty="0">
                <a:ea typeface="+mn-lt"/>
                <a:cs typeface="+mn-lt"/>
              </a:rPr>
              <a:t>These assess the overall quality of the software</a:t>
            </a:r>
          </a:p>
          <a:p>
            <a:pPr lvl="1"/>
            <a:r>
              <a:rPr lang="en-US" b="1" dirty="0">
                <a:ea typeface="+mn-lt"/>
                <a:cs typeface="+mn-lt"/>
              </a:rPr>
              <a:t>Functionality</a:t>
            </a:r>
            <a:r>
              <a:rPr lang="en-US" dirty="0">
                <a:ea typeface="+mn-lt"/>
                <a:cs typeface="+mn-lt"/>
              </a:rPr>
              <a:t>: Feature completeness, correctness, interoperability</a:t>
            </a:r>
            <a:endParaRPr lang="en-US" dirty="0">
              <a:ea typeface="Calibri" panose="020F0502020204030204"/>
              <a:cs typeface="Calibri"/>
            </a:endParaRPr>
          </a:p>
          <a:p>
            <a:pPr lvl="2">
              <a:buFont typeface="Wingdings" panose="020B0604020202020204" pitchFamily="34" charset="0"/>
              <a:buChar char="§"/>
            </a:pPr>
            <a:r>
              <a:rPr lang="en-US" dirty="0">
                <a:ea typeface="+mn-lt"/>
                <a:cs typeface="+mn-lt"/>
              </a:rPr>
              <a:t>Defined by ISO/IEC 25010</a:t>
            </a:r>
          </a:p>
          <a:p>
            <a:pPr lvl="2"/>
            <a:r>
              <a:rPr lang="en-US" dirty="0">
                <a:ea typeface="+mn-lt"/>
                <a:cs typeface="+mn-lt"/>
              </a:rPr>
              <a:t>Completeness – Requirements coverage (%); Correctness – Passed functional test cases (%); Interoperability – Interface Compatibility (%) = (Interfaces Working Correctly / Total Interfaces) × 100, Standards Compliance Rate (%) = (Supported Standards / Required Standards) × 100</a:t>
            </a:r>
          </a:p>
          <a:p>
            <a:pPr lvl="1"/>
            <a:r>
              <a:rPr lang="en-US" b="1" dirty="0">
                <a:ea typeface="+mn-lt"/>
                <a:cs typeface="+mn-lt"/>
              </a:rPr>
              <a:t>Reliability</a:t>
            </a:r>
            <a:r>
              <a:rPr lang="en-US" dirty="0">
                <a:ea typeface="+mn-lt"/>
                <a:cs typeface="+mn-lt"/>
              </a:rPr>
              <a:t>: Mean Time Between Failures (MTBF), failure rate, system uptime</a:t>
            </a:r>
            <a:endParaRPr lang="en-US" dirty="0"/>
          </a:p>
          <a:p>
            <a:pPr lvl="2">
              <a:buFont typeface="Wingdings" panose="020B0604020202020204" pitchFamily="34" charset="0"/>
              <a:buChar char="§"/>
            </a:pPr>
            <a:r>
              <a:rPr lang="en-US" dirty="0">
                <a:ea typeface="+mn-lt"/>
                <a:cs typeface="+mn-lt"/>
              </a:rPr>
              <a:t>MTBF = Total operating time / number of failures</a:t>
            </a:r>
          </a:p>
          <a:p>
            <a:pPr lvl="2">
              <a:buFont typeface="Wingdings" panose="020B0604020202020204" pitchFamily="34" charset="0"/>
              <a:buChar char="§"/>
            </a:pPr>
            <a:r>
              <a:rPr lang="en-US" dirty="0">
                <a:ea typeface="+mn-lt"/>
                <a:cs typeface="+mn-lt"/>
              </a:rPr>
              <a:t>Failure Rate = No. of failures / total time of operation (or system uptime)</a:t>
            </a:r>
            <a:endParaRPr lang="en-US" dirty="0"/>
          </a:p>
          <a:p>
            <a:pPr lvl="1"/>
            <a:r>
              <a:rPr lang="en-US" b="1" dirty="0">
                <a:ea typeface="+mn-lt"/>
                <a:cs typeface="+mn-lt"/>
              </a:rPr>
              <a:t>Usability</a:t>
            </a:r>
            <a:r>
              <a:rPr lang="en-US" dirty="0">
                <a:ea typeface="+mn-lt"/>
                <a:cs typeface="+mn-lt"/>
              </a:rPr>
              <a:t>: Time to learn, user error rate, user satisfaction score</a:t>
            </a:r>
            <a:endParaRPr lang="en-US" dirty="0">
              <a:ea typeface="Calibri"/>
              <a:cs typeface="Calibri"/>
            </a:endParaRPr>
          </a:p>
          <a:p>
            <a:pPr lvl="2">
              <a:buFont typeface="Wingdings" panose="020B0604020202020204" pitchFamily="34" charset="0"/>
              <a:buChar char="§"/>
            </a:pPr>
            <a:r>
              <a:rPr lang="en-US" dirty="0">
                <a:ea typeface="+mn-lt"/>
                <a:cs typeface="+mn-lt"/>
              </a:rPr>
              <a:t>Time to learn – how to make it objective?</a:t>
            </a:r>
          </a:p>
          <a:p>
            <a:pPr lvl="2">
              <a:buFont typeface="Wingdings" panose="020B0604020202020204" pitchFamily="34" charset="0"/>
              <a:buChar char="§"/>
            </a:pPr>
            <a:r>
              <a:rPr lang="en-US" dirty="0">
                <a:ea typeface="Calibri" panose="020F0502020204030204"/>
                <a:cs typeface="Calibri"/>
              </a:rPr>
              <a:t>Time to learn – define proficiency goal ("view Grades using JUNO"), select representative new users, use screen recordings and time tracking tools to see how much time users take for the task, calculate average time to perform task across all tested users</a:t>
            </a:r>
          </a:p>
          <a:p>
            <a:pPr lvl="2">
              <a:buFont typeface="Wingdings" panose="020B0604020202020204" pitchFamily="34" charset="0"/>
              <a:buChar char="§"/>
            </a:pPr>
            <a:r>
              <a:rPr lang="en-US" dirty="0">
                <a:ea typeface="Calibri" panose="020F0502020204030204"/>
                <a:cs typeface="Calibri"/>
              </a:rPr>
              <a:t>User Satisfaction Score – Use a </a:t>
            </a:r>
            <a:r>
              <a:rPr lang="en-US" err="1">
                <a:ea typeface="Calibri" panose="020F0502020204030204"/>
                <a:cs typeface="Calibri"/>
              </a:rPr>
              <a:t>likert</a:t>
            </a:r>
            <a:r>
              <a:rPr lang="en-US" dirty="0">
                <a:ea typeface="Calibri" panose="020F0502020204030204"/>
                <a:cs typeface="Calibri"/>
              </a:rPr>
              <a:t> scale (1 to 5) or Net promoter scale (0 to 10), measure ratings give across scale (example: In survey, 60 chose 5, 20 chose 4, 10 chose 3, 10 chose 2 and 0 chose 1 – then USS = (60+20)/100)</a:t>
            </a: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280FD71E-0192-3A58-8A1A-D287A10E1F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2350062-0CE9-29F5-8097-5B24E5E99C02}"/>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0AEC3816-5BA6-2368-8887-0778995D398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589826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30134-FE3A-1CE7-599F-A079BD3B88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D41B4D-B335-60C0-F11A-57B196A3669F}"/>
              </a:ext>
            </a:extLst>
          </p:cNvPr>
          <p:cNvSpPr>
            <a:spLocks noGrp="1"/>
          </p:cNvSpPr>
          <p:nvPr>
            <p:ph type="title"/>
          </p:nvPr>
        </p:nvSpPr>
        <p:spPr/>
        <p:txBody>
          <a:bodyPr/>
          <a:lstStyle/>
          <a:p>
            <a:r>
              <a:rPr lang="en-GB" dirty="0">
                <a:ea typeface="+mj-lt"/>
                <a:cs typeface="+mj-lt"/>
              </a:rPr>
              <a:t>Software Quality Metrics</a:t>
            </a:r>
            <a:endParaRPr lang="en-US" dirty="0"/>
          </a:p>
        </p:txBody>
      </p:sp>
      <p:sp>
        <p:nvSpPr>
          <p:cNvPr id="3" name="Content Placeholder 2">
            <a:extLst>
              <a:ext uri="{FF2B5EF4-FFF2-40B4-BE49-F238E27FC236}">
                <a16:creationId xmlns:a16="http://schemas.microsoft.com/office/drawing/2014/main" id="{6F6100A0-A480-8D65-FEF7-81E4B087D0A4}"/>
              </a:ext>
            </a:extLst>
          </p:cNvPr>
          <p:cNvSpPr>
            <a:spLocks noGrp="1"/>
          </p:cNvSpPr>
          <p:nvPr>
            <p:ph idx="1"/>
          </p:nvPr>
        </p:nvSpPr>
        <p:spPr>
          <a:xfrm>
            <a:off x="838200" y="1510219"/>
            <a:ext cx="10501746" cy="5211256"/>
          </a:xfrm>
        </p:spPr>
        <p:txBody>
          <a:bodyPr vert="horz" lIns="91440" tIns="45720" rIns="91440" bIns="45720" rtlCol="0" anchor="t">
            <a:normAutofit lnSpcReduction="10000"/>
          </a:bodyPr>
          <a:lstStyle/>
          <a:p>
            <a:r>
              <a:rPr lang="en-US" dirty="0">
                <a:ea typeface="+mn-lt"/>
                <a:cs typeface="+mn-lt"/>
              </a:rPr>
              <a:t>These assess the overall quality of the software</a:t>
            </a:r>
          </a:p>
          <a:p>
            <a:pPr lvl="1"/>
            <a:r>
              <a:rPr lang="en-US" b="1" dirty="0">
                <a:ea typeface="+mn-lt"/>
                <a:cs typeface="+mn-lt"/>
              </a:rPr>
              <a:t>Efficiency</a:t>
            </a:r>
            <a:r>
              <a:rPr lang="en-US" dirty="0">
                <a:ea typeface="+mn-lt"/>
                <a:cs typeface="+mn-lt"/>
              </a:rPr>
              <a:t>: Response time, throughput, CPU/memory usage</a:t>
            </a:r>
            <a:endParaRPr lang="en-US" dirty="0"/>
          </a:p>
          <a:p>
            <a:pPr lvl="2">
              <a:buFont typeface="Wingdings" panose="020B0604020202020204" pitchFamily="34" charset="0"/>
              <a:buChar char="§"/>
            </a:pPr>
            <a:r>
              <a:rPr lang="en-US" dirty="0">
                <a:ea typeface="+mn-lt"/>
                <a:cs typeface="+mn-lt"/>
              </a:rPr>
              <a:t>You have seen these in Operating Systems course</a:t>
            </a:r>
          </a:p>
          <a:p>
            <a:pPr lvl="1"/>
            <a:r>
              <a:rPr lang="en-US" b="1" dirty="0">
                <a:ea typeface="+mn-lt"/>
                <a:cs typeface="+mn-lt"/>
              </a:rPr>
              <a:t>Maintainability</a:t>
            </a:r>
            <a:r>
              <a:rPr lang="en-US" dirty="0">
                <a:ea typeface="+mn-lt"/>
                <a:cs typeface="+mn-lt"/>
              </a:rPr>
              <a:t>: Cyclomatic complexity, modularity, ease of change</a:t>
            </a:r>
            <a:endParaRPr lang="en-US" dirty="0"/>
          </a:p>
          <a:p>
            <a:pPr lvl="2">
              <a:buFont typeface="Wingdings" panose="020B0604020202020204" pitchFamily="34" charset="0"/>
              <a:buChar char="§"/>
            </a:pPr>
            <a:r>
              <a:rPr lang="en-US" dirty="0">
                <a:ea typeface="+mn-lt"/>
                <a:cs typeface="+mn-lt"/>
              </a:rPr>
              <a:t>Cyclometric complexity = E – N + 2  (or) number of decision nodes + 1</a:t>
            </a:r>
          </a:p>
          <a:p>
            <a:pPr lvl="2">
              <a:buFont typeface="Wingdings" panose="020B0604020202020204" pitchFamily="34" charset="0"/>
              <a:buChar char="§"/>
            </a:pPr>
            <a:r>
              <a:rPr lang="en-US" dirty="0">
                <a:ea typeface="+mn-lt"/>
                <a:cs typeface="+mn-lt"/>
              </a:rPr>
              <a:t>Modularity – number of modules, fan in and fan out</a:t>
            </a:r>
          </a:p>
          <a:p>
            <a:pPr lvl="2">
              <a:buFont typeface="Wingdings" panose="020B0604020202020204" pitchFamily="34" charset="0"/>
              <a:buChar char="§"/>
            </a:pPr>
            <a:r>
              <a:rPr lang="en-US" dirty="0">
                <a:ea typeface="+mn-lt"/>
                <a:cs typeface="+mn-lt"/>
              </a:rPr>
              <a:t>Fan in: Number of modules that call or depend on a particular module</a:t>
            </a:r>
          </a:p>
          <a:p>
            <a:pPr lvl="2">
              <a:buFont typeface="Wingdings" panose="020B0604020202020204" pitchFamily="34" charset="0"/>
              <a:buChar char="§"/>
            </a:pPr>
            <a:r>
              <a:rPr lang="en-US" dirty="0">
                <a:ea typeface="+mn-lt"/>
                <a:cs typeface="+mn-lt"/>
              </a:rPr>
              <a:t>Fan out: Number of modules that a given module calls (or depends on)</a:t>
            </a:r>
          </a:p>
          <a:p>
            <a:pPr lvl="1"/>
            <a:r>
              <a:rPr lang="en-US" b="1" dirty="0">
                <a:ea typeface="+mn-lt"/>
                <a:cs typeface="+mn-lt"/>
              </a:rPr>
              <a:t>Portability</a:t>
            </a:r>
            <a:r>
              <a:rPr lang="en-US" dirty="0">
                <a:ea typeface="+mn-lt"/>
                <a:cs typeface="+mn-lt"/>
              </a:rPr>
              <a:t>: Installation success rate, adaptability across platforms</a:t>
            </a:r>
            <a:endParaRPr lang="en-US" dirty="0"/>
          </a:p>
          <a:p>
            <a:pPr lvl="2">
              <a:buFont typeface="Wingdings" panose="020B0604020202020204" pitchFamily="34" charset="0"/>
              <a:buChar char="§"/>
            </a:pPr>
            <a:r>
              <a:rPr lang="en-US" dirty="0">
                <a:ea typeface="Calibri" panose="020F0502020204030204"/>
                <a:cs typeface="Calibri"/>
              </a:rPr>
              <a:t>Defined under ISO/IEC 25010</a:t>
            </a:r>
          </a:p>
          <a:p>
            <a:pPr lvl="2">
              <a:buFont typeface="Wingdings" panose="020B0604020202020204" pitchFamily="34" charset="0"/>
              <a:buChar char="§"/>
            </a:pPr>
            <a:r>
              <a:rPr lang="en-US" dirty="0">
                <a:ea typeface="Calibri" panose="020F0502020204030204"/>
                <a:cs typeface="Calibri"/>
              </a:rPr>
              <a:t>Success Rate = number of successful installations/total installation attempts</a:t>
            </a:r>
          </a:p>
          <a:p>
            <a:pPr lvl="2">
              <a:buFont typeface="Wingdings" panose="020B0604020202020204" pitchFamily="34" charset="0"/>
              <a:buChar char="§"/>
            </a:pPr>
            <a:r>
              <a:rPr lang="en-US" dirty="0">
                <a:ea typeface="Calibri" panose="020F0502020204030204"/>
                <a:cs typeface="Calibri"/>
              </a:rPr>
              <a:t>Adaptability across platforms = platforms successfully deployed on/targeted platforms</a:t>
            </a:r>
          </a:p>
          <a:p>
            <a:pPr lvl="2">
              <a:buFont typeface="Wingdings" panose="020B0604020202020204" pitchFamily="34" charset="0"/>
              <a:buChar char="§"/>
            </a:pPr>
            <a:r>
              <a:rPr lang="en-US" dirty="0">
                <a:ea typeface="Calibri" panose="020F0502020204030204"/>
                <a:cs typeface="Calibri"/>
              </a:rPr>
              <a:t>What is a platform? A combination of OS (Linux, Windows, …), device type (Laptop, Smartphone, …), architecture (x86, x64, ARM), browser environment (Chrome, Firefox, …), runtime environment (</a:t>
            </a:r>
            <a:r>
              <a:rPr lang="en-US" dirty="0" err="1">
                <a:ea typeface="Calibri" panose="020F0502020204030204"/>
                <a:cs typeface="Calibri"/>
              </a:rPr>
              <a:t>JavaVM</a:t>
            </a:r>
            <a:r>
              <a:rPr lang="en-US" dirty="0">
                <a:ea typeface="Calibri" panose="020F0502020204030204"/>
                <a:cs typeface="Calibri"/>
              </a:rPr>
              <a:t>, .NET, Node.js,…)</a:t>
            </a:r>
          </a:p>
          <a:p>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3F4288C2-1A37-CA22-5D46-174D8F9C7A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76E64F4-ABB9-C2BE-5914-B8CDEA877102}"/>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8312B2A9-E1C3-7E18-154F-7DA1D369E57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6661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F0BF2-A8AA-6CAA-3706-E15BC2A6F0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DF4163-C206-7612-24E2-53C28C869553}"/>
              </a:ext>
            </a:extLst>
          </p:cNvPr>
          <p:cNvSpPr>
            <a:spLocks noGrp="1"/>
          </p:cNvSpPr>
          <p:nvPr>
            <p:ph type="title"/>
          </p:nvPr>
        </p:nvSpPr>
        <p:spPr/>
        <p:txBody>
          <a:bodyPr/>
          <a:lstStyle/>
          <a:p>
            <a:r>
              <a:rPr lang="en-GB" dirty="0">
                <a:ea typeface="+mj-lt"/>
                <a:cs typeface="+mj-lt"/>
              </a:rPr>
              <a:t>Metrics for Analysis Models</a:t>
            </a:r>
            <a:endParaRPr lang="en-US" dirty="0"/>
          </a:p>
        </p:txBody>
      </p:sp>
      <p:sp>
        <p:nvSpPr>
          <p:cNvPr id="3" name="Content Placeholder 2">
            <a:extLst>
              <a:ext uri="{FF2B5EF4-FFF2-40B4-BE49-F238E27FC236}">
                <a16:creationId xmlns:a16="http://schemas.microsoft.com/office/drawing/2014/main" id="{6A6885E7-5C30-3D3D-2742-7711D7ABB554}"/>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Used during the requirements and analysis phase to measure complexity and correctness</a:t>
            </a:r>
          </a:p>
          <a:p>
            <a:pPr lvl="1"/>
            <a:r>
              <a:rPr lang="en-US" b="1" dirty="0">
                <a:ea typeface="+mn-lt"/>
                <a:cs typeface="+mn-lt"/>
              </a:rPr>
              <a:t>Function Points (FP)</a:t>
            </a:r>
            <a:r>
              <a:rPr lang="en-US" dirty="0">
                <a:ea typeface="+mn-lt"/>
                <a:cs typeface="+mn-lt"/>
              </a:rPr>
              <a:t>: Measures the size of software based on inputs, outputs, files (accessed to get the task done) - why am I showing a code based ex.?</a:t>
            </a:r>
          </a:p>
          <a:p>
            <a:pPr lvl="1"/>
            <a:endParaRPr lang="en-US" dirty="0">
              <a:ea typeface="+mn-lt"/>
              <a:cs typeface="+mn-lt"/>
            </a:endParaRPr>
          </a:p>
          <a:p>
            <a:pPr lvl="1"/>
            <a:endParaRPr lang="en-US" dirty="0">
              <a:ea typeface="Calibri" panose="020F0502020204030204"/>
              <a:cs typeface="Calibri"/>
            </a:endParaRPr>
          </a:p>
          <a:p>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1099B60-A590-B766-3D18-42D44E8BD4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EAC504A-26CE-3437-08D0-2D840E086CF0}"/>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B5456EAB-6588-7E17-C0B8-220B4FD195B9}"/>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5C8B3F52-C445-E148-DD9C-70A601473DC1}"/>
              </a:ext>
            </a:extLst>
          </p:cNvPr>
          <p:cNvSpPr txBox="1"/>
          <p:nvPr/>
        </p:nvSpPr>
        <p:spPr>
          <a:xfrm>
            <a:off x="138383" y="3105150"/>
            <a:ext cx="11876416" cy="1477328"/>
          </a:xfrm>
          <a:prstGeom prst="rect">
            <a:avLst/>
          </a:prstGeom>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 Simple login function</a:t>
            </a:r>
            <a:endParaRPr lang="en-US" dirty="0">
              <a:ea typeface="+mn-lt"/>
              <a:cs typeface="+mn-lt"/>
            </a:endParaRPr>
          </a:p>
          <a:p>
            <a:r>
              <a:rPr lang="en-GB" dirty="0">
                <a:ea typeface="+mn-lt"/>
                <a:cs typeface="+mn-lt"/>
              </a:rPr>
              <a:t>def login(username, password):</a:t>
            </a:r>
          </a:p>
          <a:p>
            <a:r>
              <a:rPr lang="en-GB" dirty="0">
                <a:ea typeface="+mn-lt"/>
                <a:cs typeface="+mn-lt"/>
              </a:rPr>
              <a:t>    </a:t>
            </a:r>
            <a:r>
              <a:rPr lang="en-GB" dirty="0" err="1">
                <a:ea typeface="+mn-lt"/>
                <a:cs typeface="+mn-lt"/>
              </a:rPr>
              <a:t>stored_users</a:t>
            </a:r>
            <a:r>
              <a:rPr lang="en-GB" dirty="0">
                <a:ea typeface="+mn-lt"/>
                <a:cs typeface="+mn-lt"/>
              </a:rPr>
              <a:t> = {"</a:t>
            </a:r>
            <a:r>
              <a:rPr lang="en-GB" dirty="0" err="1">
                <a:ea typeface="+mn-lt"/>
                <a:cs typeface="+mn-lt"/>
              </a:rPr>
              <a:t>alice</a:t>
            </a:r>
            <a:r>
              <a:rPr lang="en-GB" dirty="0">
                <a:ea typeface="+mn-lt"/>
                <a:cs typeface="+mn-lt"/>
              </a:rPr>
              <a:t>": "pass123", "bob": "qwerty"}</a:t>
            </a:r>
          </a:p>
          <a:p>
            <a:r>
              <a:rPr lang="en-GB" dirty="0">
                <a:ea typeface="+mn-lt"/>
                <a:cs typeface="+mn-lt"/>
              </a:rPr>
              <a:t>    if username in </a:t>
            </a:r>
            <a:r>
              <a:rPr lang="en-GB" dirty="0" err="1">
                <a:ea typeface="+mn-lt"/>
                <a:cs typeface="+mn-lt"/>
              </a:rPr>
              <a:t>stored_users</a:t>
            </a:r>
            <a:r>
              <a:rPr lang="en-GB" dirty="0">
                <a:ea typeface="+mn-lt"/>
                <a:cs typeface="+mn-lt"/>
              </a:rPr>
              <a:t> and </a:t>
            </a:r>
            <a:r>
              <a:rPr lang="en-GB" dirty="0" err="1">
                <a:ea typeface="+mn-lt"/>
                <a:cs typeface="+mn-lt"/>
              </a:rPr>
              <a:t>stored_users</a:t>
            </a:r>
            <a:r>
              <a:rPr lang="en-GB" dirty="0">
                <a:ea typeface="+mn-lt"/>
                <a:cs typeface="+mn-lt"/>
              </a:rPr>
              <a:t>[username] == password:   return "Login Successful"</a:t>
            </a:r>
          </a:p>
          <a:p>
            <a:r>
              <a:rPr lang="en-GB" dirty="0">
                <a:ea typeface="+mn-lt"/>
                <a:cs typeface="+mn-lt"/>
              </a:rPr>
              <a:t>    else:        return "Invalid Credentials"</a:t>
            </a:r>
          </a:p>
        </p:txBody>
      </p:sp>
      <p:sp>
        <p:nvSpPr>
          <p:cNvPr id="5" name="TextBox 4">
            <a:extLst>
              <a:ext uri="{FF2B5EF4-FFF2-40B4-BE49-F238E27FC236}">
                <a16:creationId xmlns:a16="http://schemas.microsoft.com/office/drawing/2014/main" id="{A160E454-5AAB-8800-54BF-C902D107DA67}"/>
              </a:ext>
            </a:extLst>
          </p:cNvPr>
          <p:cNvSpPr txBox="1"/>
          <p:nvPr/>
        </p:nvSpPr>
        <p:spPr>
          <a:xfrm>
            <a:off x="138382" y="4830432"/>
            <a:ext cx="11876416" cy="1754326"/>
          </a:xfrm>
          <a:prstGeom prst="rect">
            <a:avLst/>
          </a:prstGeom>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External Input (EI): Username and Password – Count (1); Complexity (Low); Weight (3)</a:t>
            </a:r>
          </a:p>
          <a:p>
            <a:r>
              <a:rPr lang="en-GB" dirty="0">
                <a:ea typeface="Calibri"/>
                <a:cs typeface="Calibri"/>
              </a:rPr>
              <a:t>External Output (EO): Messages returned – Count (1); Complexity (Low); Weight (4)</a:t>
            </a:r>
          </a:p>
          <a:p>
            <a:r>
              <a:rPr lang="en-GB" dirty="0">
                <a:ea typeface="Calibri"/>
                <a:cs typeface="Calibri"/>
              </a:rPr>
              <a:t>Internal logic file (ILF): Stored user credentials – Count (1); Complexity (Low); Weight (7)</a:t>
            </a:r>
          </a:p>
          <a:p>
            <a:br>
              <a:rPr lang="en-GB" dirty="0">
                <a:ea typeface="Calibri"/>
                <a:cs typeface="Calibri"/>
              </a:rPr>
            </a:br>
            <a:r>
              <a:rPr lang="en-GB" dirty="0">
                <a:ea typeface="Calibri"/>
                <a:cs typeface="Calibri"/>
              </a:rPr>
              <a:t>Unadjusted Function Points (UFP) = (1*3)+(1*4)+(1*7) = 14</a:t>
            </a:r>
          </a:p>
          <a:p>
            <a:r>
              <a:rPr lang="en-GB" dirty="0">
                <a:ea typeface="Calibri"/>
                <a:cs typeface="Calibri"/>
              </a:rPr>
              <a:t>Note: Weights are assigned on the basis of the type of component</a:t>
            </a:r>
          </a:p>
        </p:txBody>
      </p:sp>
    </p:spTree>
    <p:extLst>
      <p:ext uri="{BB962C8B-B14F-4D97-AF65-F5344CB8AC3E}">
        <p14:creationId xmlns:p14="http://schemas.microsoft.com/office/powerpoint/2010/main" val="4167683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0F019C-2752-6395-CE4D-EA9C8892B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99501-6834-D26A-410D-4A326C3F102B}"/>
              </a:ext>
            </a:extLst>
          </p:cNvPr>
          <p:cNvSpPr>
            <a:spLocks noGrp="1"/>
          </p:cNvSpPr>
          <p:nvPr>
            <p:ph type="title"/>
          </p:nvPr>
        </p:nvSpPr>
        <p:spPr/>
        <p:txBody>
          <a:bodyPr/>
          <a:lstStyle/>
          <a:p>
            <a:r>
              <a:rPr lang="en-GB" dirty="0">
                <a:ea typeface="+mj-lt"/>
                <a:cs typeface="+mj-lt"/>
              </a:rPr>
              <a:t>Metrics for Analysis Models</a:t>
            </a:r>
            <a:endParaRPr lang="en-US" dirty="0"/>
          </a:p>
        </p:txBody>
      </p:sp>
      <p:sp>
        <p:nvSpPr>
          <p:cNvPr id="3" name="Content Placeholder 2">
            <a:extLst>
              <a:ext uri="{FF2B5EF4-FFF2-40B4-BE49-F238E27FC236}">
                <a16:creationId xmlns:a16="http://schemas.microsoft.com/office/drawing/2014/main" id="{6E1A7FA7-48E0-7580-62E7-B30494C4073E}"/>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Used during the requirements and analysis phase to measure complexity and correctness</a:t>
            </a:r>
          </a:p>
          <a:p>
            <a:pPr lvl="1"/>
            <a:r>
              <a:rPr lang="en-US" b="1" dirty="0">
                <a:ea typeface="+mn-lt"/>
                <a:cs typeface="+mn-lt"/>
              </a:rPr>
              <a:t>Use Case Metrics</a:t>
            </a:r>
            <a:r>
              <a:rPr lang="en-US" dirty="0">
                <a:ea typeface="+mn-lt"/>
                <a:cs typeface="+mn-lt"/>
              </a:rPr>
              <a:t>: Estimate software size, effort and complexity based on use cases </a:t>
            </a:r>
            <a:endParaRPr lang="en-US">
              <a:ea typeface="Calibri"/>
              <a:cs typeface="Calibri"/>
            </a:endParaRPr>
          </a:p>
          <a:p>
            <a:pPr lvl="2">
              <a:buFont typeface="Wingdings" panose="020B0604020202020204" pitchFamily="34" charset="0"/>
              <a:buChar char="§"/>
            </a:pPr>
            <a:r>
              <a:rPr lang="en-US" dirty="0">
                <a:ea typeface="+mn-lt"/>
                <a:cs typeface="+mn-lt"/>
              </a:rPr>
              <a:t>Number of actors</a:t>
            </a:r>
            <a:endParaRPr lang="en-US">
              <a:ea typeface="Calibri"/>
              <a:cs typeface="Calibri"/>
            </a:endParaRPr>
          </a:p>
          <a:p>
            <a:pPr lvl="2">
              <a:buFont typeface="Wingdings" panose="020B0604020202020204" pitchFamily="34" charset="0"/>
              <a:buChar char="§"/>
            </a:pPr>
            <a:r>
              <a:rPr lang="en-US" dirty="0">
                <a:ea typeface="+mn-lt"/>
                <a:cs typeface="+mn-lt"/>
              </a:rPr>
              <a:t>Number of use cases</a:t>
            </a:r>
            <a:endParaRPr lang="en-US">
              <a:ea typeface="Calibri"/>
              <a:cs typeface="Calibri"/>
            </a:endParaRPr>
          </a:p>
          <a:p>
            <a:pPr lvl="2">
              <a:buFont typeface="Wingdings" panose="020B0604020202020204" pitchFamily="34" charset="0"/>
              <a:buChar char="§"/>
            </a:pPr>
            <a:r>
              <a:rPr lang="en-US" dirty="0">
                <a:ea typeface="+mn-lt"/>
                <a:cs typeface="+mn-lt"/>
              </a:rPr>
              <a:t>Number of interactions</a:t>
            </a:r>
            <a:endParaRPr lang="en-US" dirty="0">
              <a:ea typeface="Calibri"/>
              <a:cs typeface="Calibri"/>
            </a:endParaRPr>
          </a:p>
          <a:p>
            <a:pPr lvl="1"/>
            <a:r>
              <a:rPr lang="en-US" b="1" dirty="0">
                <a:ea typeface="+mn-lt"/>
                <a:cs typeface="+mn-lt"/>
              </a:rPr>
              <a:t>Requirements Stability Index</a:t>
            </a:r>
            <a:r>
              <a:rPr lang="en-US" dirty="0">
                <a:ea typeface="+mn-lt"/>
                <a:cs typeface="+mn-lt"/>
              </a:rPr>
              <a:t>: Measures how often requirements change over time</a:t>
            </a:r>
          </a:p>
          <a:p>
            <a:pPr lvl="1"/>
            <a:r>
              <a:rPr lang="en-US" b="1" dirty="0">
                <a:ea typeface="+mn-lt"/>
                <a:cs typeface="+mn-lt"/>
              </a:rPr>
              <a:t>Completeness and Consistency</a:t>
            </a:r>
            <a:r>
              <a:rPr lang="en-US" dirty="0">
                <a:ea typeface="+mn-lt"/>
                <a:cs typeface="+mn-lt"/>
              </a:rPr>
              <a:t>: Checks for missing, ambiguous, or contradictory requirements</a:t>
            </a:r>
          </a:p>
          <a:p>
            <a:pPr lvl="1"/>
            <a:endParaRPr lang="en-US" dirty="0">
              <a:ea typeface="Calibri" panose="020F0502020204030204"/>
              <a:cs typeface="Calibri"/>
            </a:endParaRPr>
          </a:p>
          <a:p>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FF2B37F-8C97-2825-34F5-CD25AA7C96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5D63375-71EC-8079-8713-780E5B1BEE38}"/>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B4F34859-DA3C-5BBC-1CFA-4651C232140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1713411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06027-2602-65A1-9DCC-5CBFB5B41A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4304C-CEB0-6A1C-614E-D020DE149D38}"/>
              </a:ext>
            </a:extLst>
          </p:cNvPr>
          <p:cNvSpPr>
            <a:spLocks noGrp="1"/>
          </p:cNvSpPr>
          <p:nvPr>
            <p:ph type="title"/>
          </p:nvPr>
        </p:nvSpPr>
        <p:spPr/>
        <p:txBody>
          <a:bodyPr/>
          <a:lstStyle/>
          <a:p>
            <a:r>
              <a:rPr lang="en-GB" dirty="0">
                <a:ea typeface="+mj-lt"/>
                <a:cs typeface="+mj-lt"/>
              </a:rPr>
              <a:t>Metrics for Design Models</a:t>
            </a:r>
            <a:endParaRPr lang="en-US" dirty="0"/>
          </a:p>
        </p:txBody>
      </p:sp>
      <p:sp>
        <p:nvSpPr>
          <p:cNvPr id="3" name="Content Placeholder 2">
            <a:extLst>
              <a:ext uri="{FF2B5EF4-FFF2-40B4-BE49-F238E27FC236}">
                <a16:creationId xmlns:a16="http://schemas.microsoft.com/office/drawing/2014/main" id="{2555C782-C65F-3D4A-1E3C-337B9BD75A75}"/>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These assess the quality of Software design (architecture and UML)</a:t>
            </a:r>
          </a:p>
          <a:p>
            <a:pPr lvl="1"/>
            <a:r>
              <a:rPr lang="en-US" b="1" dirty="0">
                <a:ea typeface="+mn-lt"/>
                <a:cs typeface="+mn-lt"/>
              </a:rPr>
              <a:t>Design Size</a:t>
            </a:r>
            <a:r>
              <a:rPr lang="en-US" dirty="0">
                <a:ea typeface="+mn-lt"/>
                <a:cs typeface="+mn-lt"/>
              </a:rPr>
              <a:t>: Total number of classes/modules</a:t>
            </a:r>
          </a:p>
          <a:p>
            <a:pPr lvl="1"/>
            <a:r>
              <a:rPr lang="en-US" b="1" dirty="0">
                <a:ea typeface="+mn-lt"/>
                <a:cs typeface="+mn-lt"/>
              </a:rPr>
              <a:t>Fan-In / Fan-Out</a:t>
            </a:r>
            <a:r>
              <a:rPr lang="en-US" dirty="0">
                <a:ea typeface="+mn-lt"/>
                <a:cs typeface="+mn-lt"/>
              </a:rPr>
              <a:t>: Number of modules calling (fan-in) and called by (fan-out) a given module</a:t>
            </a:r>
            <a:endParaRPr lang="en-US" dirty="0">
              <a:ea typeface="Calibri"/>
              <a:cs typeface="Calibri"/>
            </a:endParaRPr>
          </a:p>
          <a:p>
            <a:pPr lvl="1"/>
            <a:r>
              <a:rPr lang="en-US" b="1" dirty="0">
                <a:ea typeface="+mn-lt"/>
                <a:cs typeface="+mn-lt"/>
              </a:rPr>
              <a:t>Cohesion (LCOM - Lack of Cohesion of Methods)</a:t>
            </a:r>
            <a:r>
              <a:rPr lang="en-US" dirty="0">
                <a:ea typeface="+mn-lt"/>
                <a:cs typeface="+mn-lt"/>
              </a:rPr>
              <a:t>: Measures how related the methods of a class are</a:t>
            </a:r>
            <a:endParaRPr lang="en-US" dirty="0">
              <a:ea typeface="Calibri"/>
              <a:cs typeface="Calibri"/>
            </a:endParaRPr>
          </a:p>
          <a:p>
            <a:pPr lvl="2">
              <a:buFont typeface="Wingdings" panose="020B0604020202020204" pitchFamily="34" charset="0"/>
              <a:buChar char="§"/>
            </a:pPr>
            <a:r>
              <a:rPr lang="en-US" dirty="0">
                <a:ea typeface="+mn-lt"/>
                <a:cs typeface="+mn-lt"/>
              </a:rPr>
              <a:t>LCOM = No. of method pairs that do not share data – no. of method pairs that share data</a:t>
            </a:r>
          </a:p>
          <a:p>
            <a:pPr lvl="2">
              <a:buFont typeface="Wingdings" panose="020B0604020202020204" pitchFamily="34" charset="0"/>
              <a:buChar char="§"/>
            </a:pPr>
            <a:r>
              <a:rPr lang="en-US" dirty="0">
                <a:ea typeface="+mn-lt"/>
                <a:cs typeface="+mn-lt"/>
              </a:rPr>
              <a:t>Method pairs? Two methods are pairs if they operate on same set of attributes</a:t>
            </a:r>
          </a:p>
          <a:p>
            <a:pPr lvl="1"/>
            <a:r>
              <a:rPr lang="en-US" b="1" dirty="0">
                <a:ea typeface="+mn-lt"/>
                <a:cs typeface="+mn-lt"/>
              </a:rPr>
              <a:t>Coupling (CBO - Coupling Between Objects)</a:t>
            </a:r>
            <a:r>
              <a:rPr lang="en-US" dirty="0">
                <a:ea typeface="+mn-lt"/>
                <a:cs typeface="+mn-lt"/>
              </a:rPr>
              <a:t>: Indicates dependency between classes</a:t>
            </a:r>
            <a:endParaRPr lang="en-US" dirty="0"/>
          </a:p>
          <a:p>
            <a:pPr lvl="2">
              <a:buFont typeface="Wingdings" panose="020B0604020202020204" pitchFamily="34" charset="0"/>
              <a:buChar char="§"/>
            </a:pPr>
            <a:r>
              <a:rPr lang="en-US" dirty="0">
                <a:ea typeface="+mn-lt"/>
                <a:cs typeface="+mn-lt"/>
              </a:rPr>
              <a:t>CBO = Number of classes that a class is coupled with (coupled with? Means relies on other class)</a:t>
            </a:r>
          </a:p>
          <a:p>
            <a:pPr lvl="1"/>
            <a:r>
              <a:rPr lang="en-US" b="1" dirty="0">
                <a:ea typeface="+mn-lt"/>
                <a:cs typeface="+mn-lt"/>
              </a:rPr>
              <a:t>Depth of Inheritance Tree (DIT)</a:t>
            </a:r>
            <a:r>
              <a:rPr lang="en-US" dirty="0">
                <a:ea typeface="+mn-lt"/>
                <a:cs typeface="+mn-lt"/>
              </a:rPr>
              <a:t>: Measures the inheritance levels of a class</a:t>
            </a:r>
          </a:p>
          <a:p>
            <a:pPr lvl="1"/>
            <a:r>
              <a:rPr lang="en-US" b="1" dirty="0">
                <a:ea typeface="+mn-lt"/>
                <a:cs typeface="+mn-lt"/>
              </a:rPr>
              <a:t>Number of Children (NOC)</a:t>
            </a:r>
            <a:r>
              <a:rPr lang="en-US" dirty="0">
                <a:ea typeface="+mn-lt"/>
                <a:cs typeface="+mn-lt"/>
              </a:rPr>
              <a:t>: Measures the number of subclasses a class has</a:t>
            </a:r>
          </a:p>
          <a:p>
            <a:pPr lvl="1"/>
            <a:endParaRPr lang="en-US" dirty="0">
              <a:ea typeface="+mn-lt"/>
              <a:cs typeface="+mn-lt"/>
            </a:endParaRPr>
          </a:p>
          <a:p>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8E43F1D-E942-CB85-1E56-4CC4AA959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2061FDD-A63E-E31D-1CC2-A033E2304351}"/>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FA9812EB-11E6-7F1A-927C-4E61B3DBBB4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57443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D1D76-003D-88BC-45FF-4E5C73F55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2A55D-6037-BD62-8EBA-A860A5DD3D38}"/>
              </a:ext>
            </a:extLst>
          </p:cNvPr>
          <p:cNvSpPr>
            <a:spLocks noGrp="1"/>
          </p:cNvSpPr>
          <p:nvPr>
            <p:ph type="title"/>
          </p:nvPr>
        </p:nvSpPr>
        <p:spPr/>
        <p:txBody>
          <a:bodyPr/>
          <a:lstStyle/>
          <a:p>
            <a:r>
              <a:rPr lang="en-GB" dirty="0">
                <a:ea typeface="+mj-lt"/>
                <a:cs typeface="+mj-lt"/>
              </a:rPr>
              <a:t>Metrics for Source Code</a:t>
            </a:r>
            <a:endParaRPr lang="en-US" dirty="0"/>
          </a:p>
        </p:txBody>
      </p:sp>
      <p:sp>
        <p:nvSpPr>
          <p:cNvPr id="3" name="Content Placeholder 2">
            <a:extLst>
              <a:ext uri="{FF2B5EF4-FFF2-40B4-BE49-F238E27FC236}">
                <a16:creationId xmlns:a16="http://schemas.microsoft.com/office/drawing/2014/main" id="{649A9DEA-41B0-DDDB-0C0E-D72DC3B459FB}"/>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These evaluate the source code itself, post implementation</a:t>
            </a:r>
            <a:endParaRPr lang="en-US" dirty="0"/>
          </a:p>
          <a:p>
            <a:pPr lvl="1"/>
            <a:r>
              <a:rPr lang="en-US" b="1" dirty="0">
                <a:ea typeface="+mn-lt"/>
                <a:cs typeface="+mn-lt"/>
              </a:rPr>
              <a:t>Lines of Code (LOC)</a:t>
            </a:r>
            <a:r>
              <a:rPr lang="en-US" dirty="0">
                <a:ea typeface="+mn-lt"/>
                <a:cs typeface="+mn-lt"/>
              </a:rPr>
              <a:t>: Total number of lines in the source code.</a:t>
            </a:r>
          </a:p>
          <a:p>
            <a:pPr lvl="1"/>
            <a:r>
              <a:rPr lang="en-US" b="1" dirty="0">
                <a:ea typeface="+mn-lt"/>
                <a:cs typeface="+mn-lt"/>
              </a:rPr>
              <a:t>Comment Density</a:t>
            </a:r>
            <a:r>
              <a:rPr lang="en-US" dirty="0">
                <a:ea typeface="+mn-lt"/>
                <a:cs typeface="+mn-lt"/>
              </a:rPr>
              <a:t>: Ratio of comment lines to total code lines.</a:t>
            </a:r>
          </a:p>
          <a:p>
            <a:pPr lvl="1"/>
            <a:r>
              <a:rPr lang="en-US" b="1" dirty="0">
                <a:ea typeface="+mn-lt"/>
                <a:cs typeface="+mn-lt"/>
              </a:rPr>
              <a:t>Cyclomatic Complexity</a:t>
            </a:r>
            <a:r>
              <a:rPr lang="en-US" dirty="0">
                <a:ea typeface="+mn-lt"/>
                <a:cs typeface="+mn-lt"/>
              </a:rPr>
              <a:t>: Number of independent paths through the code (lower is better)</a:t>
            </a:r>
            <a:endParaRPr lang="en-US" dirty="0">
              <a:ea typeface="Calibri"/>
              <a:cs typeface="Calibri"/>
            </a:endParaRPr>
          </a:p>
          <a:p>
            <a:pPr lvl="1"/>
            <a:r>
              <a:rPr lang="en-US" b="1" dirty="0">
                <a:ea typeface="+mn-lt"/>
                <a:cs typeface="+mn-lt"/>
              </a:rPr>
              <a:t>Halstead Metrics</a:t>
            </a:r>
            <a:r>
              <a:rPr lang="en-US" dirty="0">
                <a:ea typeface="+mn-lt"/>
                <a:cs typeface="+mn-lt"/>
              </a:rPr>
              <a:t>:</a:t>
            </a:r>
            <a:endParaRPr lang="en-US">
              <a:ea typeface="Calibri"/>
              <a:cs typeface="Calibri"/>
            </a:endParaRPr>
          </a:p>
          <a:p>
            <a:pPr lvl="2">
              <a:buFont typeface="Wingdings" panose="020B0604020202020204" pitchFamily="34" charset="0"/>
              <a:buChar char="§"/>
            </a:pPr>
            <a:r>
              <a:rPr lang="en-US" dirty="0">
                <a:ea typeface="+mn-lt"/>
                <a:cs typeface="+mn-lt"/>
              </a:rPr>
              <a:t>Program length</a:t>
            </a:r>
            <a:endParaRPr lang="en-US">
              <a:ea typeface="Calibri"/>
              <a:cs typeface="Calibri"/>
            </a:endParaRPr>
          </a:p>
          <a:p>
            <a:pPr lvl="2">
              <a:buFont typeface="Wingdings" panose="020B0604020202020204" pitchFamily="34" charset="0"/>
              <a:buChar char="§"/>
            </a:pPr>
            <a:r>
              <a:rPr lang="en-US" dirty="0">
                <a:ea typeface="+mn-lt"/>
                <a:cs typeface="+mn-lt"/>
              </a:rPr>
              <a:t>Vocabulary</a:t>
            </a:r>
            <a:endParaRPr lang="en-US">
              <a:ea typeface="Calibri"/>
              <a:cs typeface="Calibri"/>
            </a:endParaRPr>
          </a:p>
          <a:p>
            <a:pPr lvl="2">
              <a:buFont typeface="Wingdings" panose="020B0604020202020204" pitchFamily="34" charset="0"/>
              <a:buChar char="§"/>
            </a:pPr>
            <a:r>
              <a:rPr lang="en-US" dirty="0">
                <a:ea typeface="+mn-lt"/>
                <a:cs typeface="+mn-lt"/>
              </a:rPr>
              <a:t>Volume</a:t>
            </a:r>
            <a:endParaRPr lang="en-US">
              <a:ea typeface="Calibri"/>
              <a:cs typeface="Calibri"/>
            </a:endParaRPr>
          </a:p>
          <a:p>
            <a:pPr lvl="2">
              <a:buFont typeface="Wingdings" panose="020B0604020202020204" pitchFamily="34" charset="0"/>
              <a:buChar char="§"/>
            </a:pPr>
            <a:r>
              <a:rPr lang="en-US" dirty="0">
                <a:ea typeface="+mn-lt"/>
                <a:cs typeface="+mn-lt"/>
              </a:rPr>
              <a:t>Effort</a:t>
            </a:r>
            <a:endParaRPr lang="en-US">
              <a:ea typeface="Calibri"/>
              <a:cs typeface="Calibri"/>
            </a:endParaRPr>
          </a:p>
          <a:p>
            <a:pPr lvl="1"/>
            <a:r>
              <a:rPr lang="en-US" b="1" dirty="0">
                <a:ea typeface="+mn-lt"/>
                <a:cs typeface="+mn-lt"/>
              </a:rPr>
              <a:t>Code Churn</a:t>
            </a:r>
            <a:r>
              <a:rPr lang="en-US" dirty="0">
                <a:ea typeface="+mn-lt"/>
                <a:cs typeface="+mn-lt"/>
              </a:rPr>
              <a:t>: Number of lines added, changed, or deleted over time</a:t>
            </a:r>
            <a:endParaRPr lang="en-US" dirty="0">
              <a:ea typeface="Calibri"/>
              <a:cs typeface="Calibri"/>
            </a:endParaRPr>
          </a:p>
          <a:p>
            <a:pPr lvl="1"/>
            <a:endParaRPr lang="en-US" dirty="0">
              <a:ea typeface="+mn-lt"/>
              <a:cs typeface="+mn-lt"/>
            </a:endParaRPr>
          </a:p>
          <a:p>
            <a:endParaRPr lang="en-US" dirty="0">
              <a:ea typeface="+mn-lt"/>
              <a:cs typeface="+mn-lt"/>
            </a:endParaRPr>
          </a:p>
          <a:p>
            <a:pPr lvl="1"/>
            <a:endParaRPr lang="en-US" dirty="0">
              <a:ea typeface="+mn-lt"/>
              <a:cs typeface="+mn-lt"/>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681098D-86B6-02E2-0B13-7EBF380FBC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00FB929-F48F-A27D-DF8B-A24ADBDF8924}"/>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F473068D-4AD5-395E-0BB6-D47FDD760D5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58467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EE9AA-EF9A-F435-3B64-FACF8F11FA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7B667-377E-6B5A-FAAC-C88DEBB5CFD1}"/>
              </a:ext>
            </a:extLst>
          </p:cNvPr>
          <p:cNvSpPr>
            <a:spLocks noGrp="1"/>
          </p:cNvSpPr>
          <p:nvPr>
            <p:ph type="title"/>
          </p:nvPr>
        </p:nvSpPr>
        <p:spPr/>
        <p:txBody>
          <a:bodyPr/>
          <a:lstStyle/>
          <a:p>
            <a:r>
              <a:rPr lang="en-GB" dirty="0">
                <a:ea typeface="+mj-lt"/>
                <a:cs typeface="+mj-lt"/>
              </a:rPr>
              <a:t>Metrics for Source Code</a:t>
            </a:r>
            <a:endParaRPr lang="en-US" dirty="0"/>
          </a:p>
        </p:txBody>
      </p:sp>
      <p:sp>
        <p:nvSpPr>
          <p:cNvPr id="3" name="Content Placeholder 2">
            <a:extLst>
              <a:ext uri="{FF2B5EF4-FFF2-40B4-BE49-F238E27FC236}">
                <a16:creationId xmlns:a16="http://schemas.microsoft.com/office/drawing/2014/main" id="{7053E07A-2A54-C3B6-093E-E62149E96A05}"/>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These evaluate the source code itself, post implementation</a:t>
            </a:r>
            <a:endParaRPr lang="en-US" dirty="0"/>
          </a:p>
          <a:p>
            <a:pPr lvl="1"/>
            <a:r>
              <a:rPr lang="en-US" dirty="0">
                <a:ea typeface="+mn-lt"/>
                <a:cs typeface="+mn-lt"/>
              </a:rPr>
              <a:t>Halstead Metrics (example)</a:t>
            </a:r>
            <a:endParaRPr lang="en-US" dirty="0">
              <a:ea typeface="Calibri"/>
              <a:cs typeface="Calibri"/>
            </a:endParaRPr>
          </a:p>
          <a:p>
            <a:pPr lvl="1"/>
            <a:endParaRPr lang="en-US" dirty="0">
              <a:ea typeface="+mn-lt"/>
              <a:cs typeface="+mn-lt"/>
            </a:endParaRPr>
          </a:p>
          <a:p>
            <a:endParaRPr lang="en-US" dirty="0">
              <a:ea typeface="+mn-lt"/>
              <a:cs typeface="+mn-lt"/>
            </a:endParaRPr>
          </a:p>
          <a:p>
            <a:pPr lvl="1"/>
            <a:endParaRPr lang="en-US" dirty="0">
              <a:ea typeface="+mn-lt"/>
              <a:cs typeface="+mn-lt"/>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577AB69-E911-D79B-ACEA-8BEC862DC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AB2979C-7B0E-68EA-E4CC-6ED402522070}"/>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8C69C92B-D75F-EA79-659C-46591CB8C739}"/>
              </a:ext>
            </a:extLst>
          </p:cNvPr>
          <p:cNvSpPr>
            <a:spLocks noGrp="1"/>
          </p:cNvSpPr>
          <p:nvPr>
            <p:ph type="ftr" sz="quarter" idx="11"/>
          </p:nvPr>
        </p:nvSpPr>
        <p:spPr/>
        <p:txBody>
          <a:bodyPr/>
          <a:lstStyle/>
          <a:p>
            <a:r>
              <a:rPr lang="en-US"/>
              <a:t>Software Engineering</a:t>
            </a:r>
          </a:p>
        </p:txBody>
      </p:sp>
      <p:sp>
        <p:nvSpPr>
          <p:cNvPr id="5" name="TextBox 4">
            <a:extLst>
              <a:ext uri="{FF2B5EF4-FFF2-40B4-BE49-F238E27FC236}">
                <a16:creationId xmlns:a16="http://schemas.microsoft.com/office/drawing/2014/main" id="{58121BFE-30E6-A8D8-D4C3-C9F2C3C7D1F8}"/>
              </a:ext>
            </a:extLst>
          </p:cNvPr>
          <p:cNvSpPr txBox="1"/>
          <p:nvPr/>
        </p:nvSpPr>
        <p:spPr>
          <a:xfrm>
            <a:off x="167137" y="2415036"/>
            <a:ext cx="11876416" cy="4247317"/>
          </a:xfrm>
          <a:prstGeom prst="rect">
            <a:avLst/>
          </a:prstGeom>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 Sample code snippet</a:t>
            </a:r>
          </a:p>
          <a:p>
            <a:r>
              <a:rPr lang="en-GB" dirty="0">
                <a:ea typeface="+mn-lt"/>
                <a:cs typeface="+mn-lt"/>
              </a:rPr>
              <a:t>x = 10;  y = 20;</a:t>
            </a:r>
            <a:endParaRPr lang="en-GB" dirty="0">
              <a:ea typeface="Calibri" panose="020F0502020204030204"/>
              <a:cs typeface="Calibri" panose="020F0502020204030204"/>
            </a:endParaRPr>
          </a:p>
          <a:p>
            <a:r>
              <a:rPr lang="en-GB" dirty="0">
                <a:ea typeface="+mn-lt"/>
                <a:cs typeface="+mn-lt"/>
              </a:rPr>
              <a:t>sum = x + y;</a:t>
            </a:r>
          </a:p>
          <a:p>
            <a:endParaRPr lang="en-GB" dirty="0">
              <a:ea typeface="Calibri"/>
              <a:cs typeface="Calibri"/>
            </a:endParaRPr>
          </a:p>
          <a:p>
            <a:r>
              <a:rPr lang="en-GB" dirty="0">
                <a:ea typeface="Calibri"/>
                <a:cs typeface="Calibri"/>
              </a:rPr>
              <a:t>// </a:t>
            </a:r>
            <a:r>
              <a:rPr lang="en-GB" b="1" dirty="0">
                <a:ea typeface="+mn-lt"/>
                <a:cs typeface="+mn-lt"/>
              </a:rPr>
              <a:t>Operators</a:t>
            </a:r>
            <a:r>
              <a:rPr lang="en-GB" dirty="0">
                <a:ea typeface="+mn-lt"/>
                <a:cs typeface="+mn-lt"/>
              </a:rPr>
              <a:t>: </a:t>
            </a:r>
            <a:r>
              <a:rPr lang="en-GB" dirty="0">
                <a:latin typeface="Consolas"/>
                <a:ea typeface="Calibri"/>
                <a:cs typeface="Calibri"/>
              </a:rPr>
              <a:t>=</a:t>
            </a:r>
            <a:r>
              <a:rPr lang="en-GB" dirty="0">
                <a:ea typeface="+mn-lt"/>
                <a:cs typeface="+mn-lt"/>
              </a:rPr>
              <a:t>, </a:t>
            </a:r>
            <a:r>
              <a:rPr lang="en-GB" dirty="0">
                <a:latin typeface="Consolas"/>
                <a:ea typeface="Calibri"/>
                <a:cs typeface="Calibri"/>
              </a:rPr>
              <a:t>+</a:t>
            </a:r>
            <a:endParaRPr lang="en-GB" dirty="0">
              <a:ea typeface="Calibri"/>
              <a:cs typeface="Calibri"/>
            </a:endParaRPr>
          </a:p>
          <a:p>
            <a:r>
              <a:rPr lang="en-GB" b="1" dirty="0">
                <a:ea typeface="+mn-lt"/>
                <a:cs typeface="+mn-lt"/>
              </a:rPr>
              <a:t>// Operands</a:t>
            </a:r>
            <a:r>
              <a:rPr lang="en-GB" dirty="0">
                <a:ea typeface="+mn-lt"/>
                <a:cs typeface="+mn-lt"/>
              </a:rPr>
              <a:t>: </a:t>
            </a:r>
            <a:r>
              <a:rPr lang="en-GB" dirty="0">
                <a:latin typeface="Consolas"/>
                <a:ea typeface="Calibri"/>
                <a:cs typeface="Calibri"/>
              </a:rPr>
              <a:t>x</a:t>
            </a:r>
            <a:r>
              <a:rPr lang="en-GB" dirty="0">
                <a:ea typeface="+mn-lt"/>
                <a:cs typeface="+mn-lt"/>
              </a:rPr>
              <a:t>, </a:t>
            </a:r>
            <a:r>
              <a:rPr lang="en-GB" dirty="0">
                <a:latin typeface="Consolas"/>
                <a:ea typeface="Calibri"/>
                <a:cs typeface="Calibri"/>
              </a:rPr>
              <a:t>10</a:t>
            </a:r>
            <a:r>
              <a:rPr lang="en-GB" dirty="0">
                <a:ea typeface="+mn-lt"/>
                <a:cs typeface="+mn-lt"/>
              </a:rPr>
              <a:t>, </a:t>
            </a:r>
            <a:r>
              <a:rPr lang="en-GB" dirty="0">
                <a:latin typeface="Consolas"/>
                <a:ea typeface="Calibri"/>
                <a:cs typeface="Calibri"/>
              </a:rPr>
              <a:t>y</a:t>
            </a:r>
            <a:r>
              <a:rPr lang="en-GB" dirty="0">
                <a:ea typeface="+mn-lt"/>
                <a:cs typeface="+mn-lt"/>
              </a:rPr>
              <a:t>, </a:t>
            </a:r>
            <a:r>
              <a:rPr lang="en-GB" dirty="0">
                <a:latin typeface="Consolas"/>
                <a:ea typeface="Calibri"/>
                <a:cs typeface="Calibri"/>
              </a:rPr>
              <a:t>20</a:t>
            </a:r>
            <a:r>
              <a:rPr lang="en-GB" dirty="0">
                <a:ea typeface="+mn-lt"/>
                <a:cs typeface="+mn-lt"/>
              </a:rPr>
              <a:t>, </a:t>
            </a:r>
            <a:r>
              <a:rPr lang="en-GB" dirty="0">
                <a:latin typeface="Consolas"/>
                <a:ea typeface="Calibri"/>
                <a:cs typeface="Calibri"/>
              </a:rPr>
              <a:t>sum</a:t>
            </a:r>
            <a:endParaRPr lang="en-GB" dirty="0">
              <a:ea typeface="Calibri"/>
              <a:cs typeface="Calibri"/>
            </a:endParaRPr>
          </a:p>
          <a:p>
            <a:endParaRPr lang="en-GB" dirty="0">
              <a:latin typeface="Consolas"/>
              <a:ea typeface="Calibri"/>
              <a:cs typeface="Calibri"/>
            </a:endParaRPr>
          </a:p>
          <a:p>
            <a:r>
              <a:rPr lang="en-GB" b="1" dirty="0">
                <a:ea typeface="+mn-lt"/>
                <a:cs typeface="+mn-lt"/>
              </a:rPr>
              <a:t>// nₒ</a:t>
            </a:r>
            <a:r>
              <a:rPr lang="en-GB" dirty="0">
                <a:ea typeface="+mn-lt"/>
                <a:cs typeface="+mn-lt"/>
              </a:rPr>
              <a:t> (Unique Operators) = 2 (</a:t>
            </a:r>
            <a:r>
              <a:rPr lang="en-GB" dirty="0">
                <a:latin typeface="Consolas"/>
                <a:ea typeface="Calibri"/>
                <a:cs typeface="Calibri"/>
              </a:rPr>
              <a:t>=</a:t>
            </a:r>
            <a:r>
              <a:rPr lang="en-GB" dirty="0">
                <a:ea typeface="+mn-lt"/>
                <a:cs typeface="+mn-lt"/>
              </a:rPr>
              <a:t>, </a:t>
            </a:r>
            <a:r>
              <a:rPr lang="en-GB" dirty="0">
                <a:latin typeface="Consolas"/>
                <a:ea typeface="Calibri"/>
                <a:cs typeface="Calibri"/>
              </a:rPr>
              <a:t>+</a:t>
            </a:r>
            <a:r>
              <a:rPr lang="en-GB" dirty="0">
                <a:ea typeface="+mn-lt"/>
                <a:cs typeface="+mn-lt"/>
              </a:rPr>
              <a:t>)</a:t>
            </a:r>
            <a:endParaRPr lang="en-GB" dirty="0">
              <a:ea typeface="Calibri" panose="020F0502020204030204"/>
              <a:cs typeface="Calibri" panose="020F0502020204030204"/>
            </a:endParaRPr>
          </a:p>
          <a:p>
            <a:r>
              <a:rPr lang="en-GB" b="1" dirty="0">
                <a:ea typeface="+mn-lt"/>
                <a:cs typeface="+mn-lt"/>
              </a:rPr>
              <a:t>// nₑ</a:t>
            </a:r>
            <a:r>
              <a:rPr lang="en-GB" dirty="0">
                <a:ea typeface="+mn-lt"/>
                <a:cs typeface="+mn-lt"/>
              </a:rPr>
              <a:t> (Unique Operands) = 5 (</a:t>
            </a:r>
            <a:r>
              <a:rPr lang="en-GB" dirty="0">
                <a:latin typeface="Consolas"/>
                <a:ea typeface="Calibri"/>
                <a:cs typeface="Calibri"/>
              </a:rPr>
              <a:t>x</a:t>
            </a:r>
            <a:r>
              <a:rPr lang="en-GB" dirty="0">
                <a:ea typeface="+mn-lt"/>
                <a:cs typeface="+mn-lt"/>
              </a:rPr>
              <a:t>, </a:t>
            </a:r>
            <a:r>
              <a:rPr lang="en-GB" dirty="0">
                <a:latin typeface="Consolas"/>
                <a:ea typeface="Calibri"/>
                <a:cs typeface="Calibri"/>
              </a:rPr>
              <a:t>10</a:t>
            </a:r>
            <a:r>
              <a:rPr lang="en-GB" dirty="0">
                <a:ea typeface="+mn-lt"/>
                <a:cs typeface="+mn-lt"/>
              </a:rPr>
              <a:t>, </a:t>
            </a:r>
            <a:r>
              <a:rPr lang="en-GB" dirty="0">
                <a:latin typeface="Consolas"/>
                <a:ea typeface="Calibri"/>
                <a:cs typeface="Calibri"/>
              </a:rPr>
              <a:t>y</a:t>
            </a:r>
            <a:r>
              <a:rPr lang="en-GB" dirty="0">
                <a:ea typeface="+mn-lt"/>
                <a:cs typeface="+mn-lt"/>
              </a:rPr>
              <a:t>, </a:t>
            </a:r>
            <a:r>
              <a:rPr lang="en-GB" dirty="0">
                <a:latin typeface="Calibri"/>
                <a:ea typeface="Calibri"/>
                <a:cs typeface="Calibri"/>
              </a:rPr>
              <a:t>20, </a:t>
            </a:r>
            <a:r>
              <a:rPr lang="en-GB" dirty="0">
                <a:latin typeface="Consolas"/>
                <a:ea typeface="Calibri"/>
                <a:cs typeface="Calibri"/>
              </a:rPr>
              <a:t>sum</a:t>
            </a:r>
            <a:r>
              <a:rPr lang="en-GB" dirty="0">
                <a:ea typeface="+mn-lt"/>
                <a:cs typeface="+mn-lt"/>
              </a:rPr>
              <a:t>)</a:t>
            </a:r>
            <a:endParaRPr lang="en-GB">
              <a:ea typeface="Calibri" panose="020F0502020204030204"/>
              <a:cs typeface="Calibri" panose="020F0502020204030204"/>
            </a:endParaRPr>
          </a:p>
          <a:p>
            <a:r>
              <a:rPr lang="en-GB" b="1" dirty="0">
                <a:ea typeface="+mn-lt"/>
                <a:cs typeface="+mn-lt"/>
              </a:rPr>
              <a:t>// Nₒ</a:t>
            </a:r>
            <a:r>
              <a:rPr lang="en-GB" dirty="0">
                <a:ea typeface="+mn-lt"/>
                <a:cs typeface="+mn-lt"/>
              </a:rPr>
              <a:t> (Total Operators) = 4 (</a:t>
            </a:r>
            <a:r>
              <a:rPr lang="en-GB" dirty="0">
                <a:latin typeface="Consolas"/>
                <a:ea typeface="Calibri"/>
                <a:cs typeface="Calibri"/>
              </a:rPr>
              <a:t>=</a:t>
            </a:r>
            <a:r>
              <a:rPr lang="en-GB" dirty="0">
                <a:ea typeface="+mn-lt"/>
                <a:cs typeface="+mn-lt"/>
              </a:rPr>
              <a:t>, </a:t>
            </a:r>
            <a:r>
              <a:rPr lang="en-GB" dirty="0">
                <a:latin typeface="Calibri"/>
                <a:ea typeface="Calibri"/>
                <a:cs typeface="Calibri"/>
              </a:rPr>
              <a:t>=, </a:t>
            </a:r>
            <a:r>
              <a:rPr lang="en-GB" dirty="0">
                <a:latin typeface="Consolas"/>
                <a:ea typeface="+mn-lt"/>
                <a:cs typeface="+mn-lt"/>
              </a:rPr>
              <a:t>+</a:t>
            </a:r>
            <a:r>
              <a:rPr lang="en-GB" dirty="0">
                <a:latin typeface="Calibri"/>
                <a:ea typeface="Calibri"/>
                <a:cs typeface="Calibri"/>
              </a:rPr>
              <a:t>,</a:t>
            </a:r>
            <a:r>
              <a:rPr lang="en-GB" dirty="0">
                <a:ea typeface="+mn-lt"/>
                <a:cs typeface="+mn-lt"/>
              </a:rPr>
              <a:t> </a:t>
            </a:r>
            <a:r>
              <a:rPr lang="en-GB" dirty="0">
                <a:latin typeface="Consolas"/>
                <a:ea typeface="Calibri"/>
                <a:cs typeface="Calibri"/>
              </a:rPr>
              <a:t>=</a:t>
            </a:r>
            <a:r>
              <a:rPr lang="en-GB" dirty="0">
                <a:ea typeface="+mn-lt"/>
                <a:cs typeface="+mn-lt"/>
              </a:rPr>
              <a:t>)</a:t>
            </a:r>
            <a:endParaRPr lang="en-GB">
              <a:ea typeface="Calibri" panose="020F0502020204030204"/>
              <a:cs typeface="Calibri" panose="020F0502020204030204"/>
            </a:endParaRPr>
          </a:p>
          <a:p>
            <a:r>
              <a:rPr lang="en-GB" b="1" dirty="0">
                <a:ea typeface="+mn-lt"/>
                <a:cs typeface="+mn-lt"/>
              </a:rPr>
              <a:t>// Nₑ</a:t>
            </a:r>
            <a:r>
              <a:rPr lang="en-GB" dirty="0">
                <a:ea typeface="+mn-lt"/>
                <a:cs typeface="+mn-lt"/>
              </a:rPr>
              <a:t> (Total Operands) = 7 (</a:t>
            </a:r>
            <a:r>
              <a:rPr lang="en-GB" dirty="0">
                <a:latin typeface="Consolas"/>
                <a:ea typeface="Calibri"/>
                <a:cs typeface="Calibri"/>
              </a:rPr>
              <a:t>x</a:t>
            </a:r>
            <a:r>
              <a:rPr lang="en-GB" dirty="0">
                <a:ea typeface="+mn-lt"/>
                <a:cs typeface="+mn-lt"/>
              </a:rPr>
              <a:t>, </a:t>
            </a:r>
            <a:r>
              <a:rPr lang="en-GB" dirty="0">
                <a:latin typeface="Consolas"/>
                <a:ea typeface="Calibri"/>
                <a:cs typeface="Calibri"/>
              </a:rPr>
              <a:t>10</a:t>
            </a:r>
            <a:r>
              <a:rPr lang="en-GB" dirty="0">
                <a:ea typeface="+mn-lt"/>
                <a:cs typeface="+mn-lt"/>
              </a:rPr>
              <a:t>, </a:t>
            </a:r>
            <a:r>
              <a:rPr lang="en-GB" dirty="0">
                <a:latin typeface="Consolas"/>
                <a:ea typeface="Calibri"/>
                <a:cs typeface="Calibri"/>
              </a:rPr>
              <a:t>y</a:t>
            </a:r>
            <a:r>
              <a:rPr lang="en-GB" dirty="0">
                <a:ea typeface="+mn-lt"/>
                <a:cs typeface="+mn-lt"/>
              </a:rPr>
              <a:t>, </a:t>
            </a:r>
            <a:r>
              <a:rPr lang="en-GB" dirty="0">
                <a:latin typeface="Consolas"/>
                <a:ea typeface="Calibri"/>
                <a:cs typeface="Calibri"/>
              </a:rPr>
              <a:t>20</a:t>
            </a:r>
            <a:r>
              <a:rPr lang="en-GB" dirty="0">
                <a:ea typeface="+mn-lt"/>
                <a:cs typeface="+mn-lt"/>
              </a:rPr>
              <a:t>, </a:t>
            </a:r>
            <a:r>
              <a:rPr lang="en-GB" dirty="0">
                <a:latin typeface="Consolas"/>
                <a:ea typeface="Calibri"/>
                <a:cs typeface="Calibri"/>
              </a:rPr>
              <a:t>sum</a:t>
            </a:r>
            <a:r>
              <a:rPr lang="en-GB" dirty="0">
                <a:latin typeface="Consolas"/>
                <a:ea typeface="+mn-lt"/>
                <a:cs typeface="+mn-lt"/>
              </a:rPr>
              <a:t>, x, y</a:t>
            </a:r>
            <a:r>
              <a:rPr lang="en-GB" dirty="0">
                <a:ea typeface="+mn-lt"/>
                <a:cs typeface="+mn-lt"/>
              </a:rPr>
              <a:t>)</a:t>
            </a:r>
            <a:endParaRPr lang="en-GB" dirty="0">
              <a:ea typeface="Calibri" panose="020F0502020204030204"/>
              <a:cs typeface="Calibri" panose="020F0502020204030204"/>
            </a:endParaRPr>
          </a:p>
          <a:p>
            <a:endParaRPr lang="en-GB" dirty="0">
              <a:latin typeface="Calibri" panose="020F0502020204030204"/>
              <a:ea typeface="Calibri"/>
              <a:cs typeface="Calibri"/>
            </a:endParaRPr>
          </a:p>
          <a:p>
            <a:r>
              <a:rPr lang="en-GB" dirty="0">
                <a:latin typeface="Calibri" panose="020F0502020204030204"/>
                <a:ea typeface="Calibri"/>
                <a:cs typeface="Calibri"/>
              </a:rPr>
              <a:t>// Now, based on these values, calculate things like program length = total operators + total operands, vocabulary = unique operators + unique operands, volume = program length * log</a:t>
            </a:r>
            <a:r>
              <a:rPr lang="en-GB" baseline="-25000" dirty="0">
                <a:latin typeface="Calibri" panose="020F0502020204030204"/>
                <a:ea typeface="Calibri"/>
                <a:cs typeface="Calibri"/>
              </a:rPr>
              <a:t>2</a:t>
            </a:r>
            <a:r>
              <a:rPr lang="en-GB" dirty="0">
                <a:latin typeface="Calibri" panose="020F0502020204030204"/>
                <a:ea typeface="Calibri"/>
                <a:cs typeface="Calibri"/>
              </a:rPr>
              <a:t>(vocabulary), difficulty = n</a:t>
            </a:r>
            <a:r>
              <a:rPr lang="en-GB" baseline="-25000" dirty="0">
                <a:latin typeface="Calibri" panose="020F0502020204030204"/>
                <a:ea typeface="Calibri"/>
                <a:cs typeface="Calibri"/>
              </a:rPr>
              <a:t>0</a:t>
            </a:r>
            <a:r>
              <a:rPr lang="en-GB" dirty="0">
                <a:latin typeface="Calibri" panose="020F0502020204030204"/>
                <a:ea typeface="Calibri"/>
                <a:cs typeface="Calibri"/>
              </a:rPr>
              <a:t>/2 * N</a:t>
            </a:r>
            <a:r>
              <a:rPr lang="en-GB" baseline="-25000" dirty="0">
                <a:latin typeface="Calibri" panose="020F0502020204030204"/>
                <a:ea typeface="Calibri"/>
                <a:cs typeface="Calibri"/>
              </a:rPr>
              <a:t>e</a:t>
            </a:r>
            <a:r>
              <a:rPr lang="en-GB" dirty="0">
                <a:latin typeface="Calibri" panose="020F0502020204030204"/>
                <a:ea typeface="Calibri"/>
                <a:cs typeface="Calibri"/>
              </a:rPr>
              <a:t>/n</a:t>
            </a:r>
            <a:r>
              <a:rPr lang="en-GB" baseline="-25000" dirty="0">
                <a:latin typeface="Calibri" panose="020F0502020204030204"/>
                <a:ea typeface="Calibri"/>
                <a:cs typeface="Calibri"/>
              </a:rPr>
              <a:t>e</a:t>
            </a:r>
            <a:r>
              <a:rPr lang="en-GB" dirty="0">
                <a:latin typeface="Calibri" panose="020F0502020204030204"/>
                <a:ea typeface="Calibri"/>
                <a:cs typeface="Calibri"/>
              </a:rPr>
              <a:t>, Effort = volume * difficulty, time = effort/18</a:t>
            </a:r>
          </a:p>
        </p:txBody>
      </p:sp>
    </p:spTree>
    <p:extLst>
      <p:ext uri="{BB962C8B-B14F-4D97-AF65-F5344CB8AC3E}">
        <p14:creationId xmlns:p14="http://schemas.microsoft.com/office/powerpoint/2010/main" val="3517260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8ADA9-AE99-E210-92A3-EC7AED0259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CD54F-F086-0167-7E7B-0FEB781C63D0}"/>
              </a:ext>
            </a:extLst>
          </p:cNvPr>
          <p:cNvSpPr>
            <a:spLocks noGrp="1"/>
          </p:cNvSpPr>
          <p:nvPr>
            <p:ph type="title"/>
          </p:nvPr>
        </p:nvSpPr>
        <p:spPr/>
        <p:txBody>
          <a:bodyPr/>
          <a:lstStyle/>
          <a:p>
            <a:r>
              <a:rPr lang="en-GB" dirty="0">
                <a:ea typeface="+mj-lt"/>
                <a:cs typeface="+mj-lt"/>
              </a:rPr>
              <a:t>Metrics for Testing</a:t>
            </a:r>
            <a:endParaRPr lang="en-US" dirty="0"/>
          </a:p>
        </p:txBody>
      </p:sp>
      <p:sp>
        <p:nvSpPr>
          <p:cNvPr id="3" name="Content Placeholder 2">
            <a:extLst>
              <a:ext uri="{FF2B5EF4-FFF2-40B4-BE49-F238E27FC236}">
                <a16:creationId xmlns:a16="http://schemas.microsoft.com/office/drawing/2014/main" id="{6E719393-CE87-8E2E-AB9D-5E3776C6ECE3}"/>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Used to assess the quality and effectiveness of testing process</a:t>
            </a:r>
          </a:p>
          <a:p>
            <a:pPr lvl="1"/>
            <a:r>
              <a:rPr lang="en-US" b="1" dirty="0">
                <a:ea typeface="+mn-lt"/>
                <a:cs typeface="+mn-lt"/>
              </a:rPr>
              <a:t>Test Coverage</a:t>
            </a:r>
            <a:r>
              <a:rPr lang="en-US" dirty="0">
                <a:ea typeface="+mn-lt"/>
                <a:cs typeface="+mn-lt"/>
              </a:rPr>
              <a:t>:</a:t>
            </a:r>
          </a:p>
          <a:p>
            <a:pPr lvl="2">
              <a:buFont typeface="Wingdings" panose="020B0604020202020204" pitchFamily="34" charset="0"/>
              <a:buChar char="§"/>
            </a:pPr>
            <a:r>
              <a:rPr lang="en-US" dirty="0">
                <a:ea typeface="+mn-lt"/>
                <a:cs typeface="+mn-lt"/>
              </a:rPr>
              <a:t>Statement coverage</a:t>
            </a:r>
            <a:endParaRPr lang="en-US" dirty="0">
              <a:ea typeface="Calibri"/>
              <a:cs typeface="Calibri"/>
            </a:endParaRPr>
          </a:p>
          <a:p>
            <a:pPr lvl="2">
              <a:buFont typeface="Wingdings" panose="020B0604020202020204" pitchFamily="34" charset="0"/>
              <a:buChar char="§"/>
            </a:pPr>
            <a:r>
              <a:rPr lang="en-US" dirty="0">
                <a:ea typeface="+mn-lt"/>
                <a:cs typeface="+mn-lt"/>
              </a:rPr>
              <a:t>Branch coverage</a:t>
            </a:r>
            <a:endParaRPr lang="en-US" dirty="0">
              <a:ea typeface="Calibri" panose="020F0502020204030204"/>
              <a:cs typeface="Calibri" panose="020F0502020204030204"/>
            </a:endParaRPr>
          </a:p>
          <a:p>
            <a:pPr lvl="2">
              <a:buFont typeface="Wingdings" panose="020B0604020202020204" pitchFamily="34" charset="0"/>
              <a:buChar char="§"/>
            </a:pPr>
            <a:r>
              <a:rPr lang="en-US" dirty="0">
                <a:ea typeface="+mn-lt"/>
                <a:cs typeface="+mn-lt"/>
              </a:rPr>
              <a:t>Path coverage</a:t>
            </a:r>
            <a:endParaRPr lang="en-US" dirty="0">
              <a:ea typeface="Calibri" panose="020F0502020204030204"/>
              <a:cs typeface="Calibri" panose="020F0502020204030204"/>
            </a:endParaRPr>
          </a:p>
          <a:p>
            <a:pPr lvl="1"/>
            <a:r>
              <a:rPr lang="en-US" b="1" dirty="0">
                <a:ea typeface="+mn-lt"/>
                <a:cs typeface="+mn-lt"/>
              </a:rPr>
              <a:t>Defect Density</a:t>
            </a:r>
            <a:r>
              <a:rPr lang="en-US" dirty="0">
                <a:ea typeface="+mn-lt"/>
                <a:cs typeface="+mn-lt"/>
              </a:rPr>
              <a:t>: Number of defects per 1,000 lines of code (KLOC)</a:t>
            </a:r>
          </a:p>
          <a:p>
            <a:pPr lvl="1"/>
            <a:r>
              <a:rPr lang="en-US" b="1" dirty="0">
                <a:ea typeface="+mn-lt"/>
                <a:cs typeface="+mn-lt"/>
              </a:rPr>
              <a:t>Defect Removal Efficiency (DRE)</a:t>
            </a:r>
            <a:r>
              <a:rPr lang="en-US" dirty="0">
                <a:ea typeface="+mn-lt"/>
                <a:cs typeface="+mn-lt"/>
              </a:rPr>
              <a:t>: Bugs fixed before release / Total bugs (pre + post release)</a:t>
            </a:r>
            <a:endParaRPr lang="en-US" dirty="0">
              <a:ea typeface="Calibri"/>
              <a:cs typeface="Calibri"/>
            </a:endParaRPr>
          </a:p>
          <a:p>
            <a:pPr lvl="1"/>
            <a:r>
              <a:rPr lang="en-US" b="1" dirty="0">
                <a:ea typeface="+mn-lt"/>
                <a:cs typeface="+mn-lt"/>
              </a:rPr>
              <a:t>Test Case Effectiveness</a:t>
            </a:r>
            <a:r>
              <a:rPr lang="en-US" dirty="0">
                <a:ea typeface="+mn-lt"/>
                <a:cs typeface="+mn-lt"/>
              </a:rPr>
              <a:t>: % of test cases that successfully detect defects</a:t>
            </a:r>
            <a:endParaRPr lang="en-US" dirty="0">
              <a:ea typeface="Calibri"/>
              <a:cs typeface="Calibri"/>
            </a:endParaRPr>
          </a:p>
          <a:p>
            <a:pPr lvl="1"/>
            <a:r>
              <a:rPr lang="en-US" b="1" dirty="0">
                <a:ea typeface="+mn-lt"/>
                <a:cs typeface="+mn-lt"/>
              </a:rPr>
              <a:t>Mean Time to Detect (MTTD)</a:t>
            </a:r>
            <a:r>
              <a:rPr lang="en-US" dirty="0">
                <a:ea typeface="+mn-lt"/>
                <a:cs typeface="+mn-lt"/>
              </a:rPr>
              <a:t>: Average time to discover a defect after code deployment</a:t>
            </a:r>
          </a:p>
          <a:p>
            <a:pPr lvl="2">
              <a:buFont typeface="Wingdings" panose="020B0604020202020204" pitchFamily="34" charset="0"/>
              <a:buChar char="§"/>
            </a:pPr>
            <a:r>
              <a:rPr lang="en-US" dirty="0">
                <a:ea typeface="+mn-lt"/>
                <a:cs typeface="+mn-lt"/>
              </a:rPr>
              <a:t>Time deployed / defects discovered post deployment</a:t>
            </a:r>
          </a:p>
          <a:p>
            <a:pPr lvl="1"/>
            <a:r>
              <a:rPr lang="en-US" b="1" dirty="0">
                <a:ea typeface="+mn-lt"/>
                <a:cs typeface="+mn-lt"/>
              </a:rPr>
              <a:t>Mean Time to Repair (MTTR)</a:t>
            </a:r>
            <a:r>
              <a:rPr lang="en-US" dirty="0">
                <a:ea typeface="+mn-lt"/>
                <a:cs typeface="+mn-lt"/>
              </a:rPr>
              <a:t>: Average time taken to fix a defect</a:t>
            </a:r>
          </a:p>
          <a:p>
            <a:pPr lvl="2">
              <a:buFont typeface="Wingdings" panose="020B0604020202020204" pitchFamily="34" charset="0"/>
              <a:buChar char="§"/>
            </a:pPr>
            <a:r>
              <a:rPr lang="en-US" dirty="0">
                <a:ea typeface="+mn-lt"/>
                <a:cs typeface="+mn-lt"/>
              </a:rPr>
              <a:t>Total downtime / total software failures</a:t>
            </a:r>
          </a:p>
          <a:p>
            <a:pPr lvl="2">
              <a:buFont typeface="Wingdings" panose="020B0604020202020204" pitchFamily="34" charset="0"/>
              <a:buChar char="§"/>
            </a:pPr>
            <a:endParaRPr lang="en-US" dirty="0">
              <a:ea typeface="+mn-lt"/>
              <a:cs typeface="+mn-lt"/>
            </a:endParaRPr>
          </a:p>
          <a:p>
            <a:pPr lvl="1"/>
            <a:endParaRPr lang="en-US" dirty="0">
              <a:ea typeface="+mn-lt"/>
              <a:cs typeface="+mn-lt"/>
            </a:endParaRPr>
          </a:p>
          <a:p>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AE6F4918-F607-29DF-0684-6DD94952E4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C3762A1-72B9-6A0A-24EE-3ED6500E0B87}"/>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FA75DB3E-8948-357E-A1F6-EDB1FCA39D1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8781653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329A3-CEE1-880A-3582-4D76FE2B6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EA1B8-37D4-1B59-DEA0-5F0D698D6743}"/>
              </a:ext>
            </a:extLst>
          </p:cNvPr>
          <p:cNvSpPr>
            <a:spLocks noGrp="1"/>
          </p:cNvSpPr>
          <p:nvPr>
            <p:ph type="title"/>
          </p:nvPr>
        </p:nvSpPr>
        <p:spPr/>
        <p:txBody>
          <a:bodyPr/>
          <a:lstStyle/>
          <a:p>
            <a:r>
              <a:rPr lang="en-GB" dirty="0">
                <a:ea typeface="+mj-lt"/>
                <a:cs typeface="+mj-lt"/>
              </a:rPr>
              <a:t>Metrics for Maintenance</a:t>
            </a:r>
            <a:endParaRPr lang="en-US" dirty="0"/>
          </a:p>
        </p:txBody>
      </p:sp>
      <p:sp>
        <p:nvSpPr>
          <p:cNvPr id="3" name="Content Placeholder 2">
            <a:extLst>
              <a:ext uri="{FF2B5EF4-FFF2-40B4-BE49-F238E27FC236}">
                <a16:creationId xmlns:a16="http://schemas.microsoft.com/office/drawing/2014/main" id="{A0BCE137-E5E9-BADC-B79F-F8A71F99FB14}"/>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a:cs typeface="Calibri"/>
              </a:rPr>
              <a:t>These help track the maintainability and performance of the system post deployment</a:t>
            </a:r>
            <a:endParaRPr lang="en-US" dirty="0"/>
          </a:p>
          <a:p>
            <a:pPr lvl="1"/>
            <a:r>
              <a:rPr lang="en-US" b="1" dirty="0">
                <a:ea typeface="+mn-lt"/>
                <a:cs typeface="+mn-lt"/>
              </a:rPr>
              <a:t>Mean Time Between Failures </a:t>
            </a:r>
            <a:r>
              <a:rPr lang="en-US" sz="2000" b="1" dirty="0">
                <a:ea typeface="+mn-lt"/>
                <a:cs typeface="+mn-lt"/>
              </a:rPr>
              <a:t>(MTBF)</a:t>
            </a:r>
            <a:r>
              <a:rPr lang="en-US" sz="2000" dirty="0">
                <a:ea typeface="+mn-lt"/>
                <a:cs typeface="+mn-lt"/>
              </a:rPr>
              <a:t>: Average time between failures</a:t>
            </a:r>
          </a:p>
          <a:p>
            <a:pPr lvl="1"/>
            <a:r>
              <a:rPr lang="en-US" b="1" dirty="0">
                <a:ea typeface="+mn-lt"/>
                <a:cs typeface="+mn-lt"/>
              </a:rPr>
              <a:t>Change Request Frequency</a:t>
            </a:r>
            <a:r>
              <a:rPr lang="en-US" dirty="0">
                <a:ea typeface="+mn-lt"/>
                <a:cs typeface="+mn-lt"/>
              </a:rPr>
              <a:t>: Number of change requests received over time</a:t>
            </a:r>
            <a:endParaRPr lang="en-US" dirty="0"/>
          </a:p>
          <a:p>
            <a:pPr lvl="1"/>
            <a:r>
              <a:rPr lang="en-US" b="1" dirty="0">
                <a:ea typeface="+mn-lt"/>
                <a:cs typeface="+mn-lt"/>
              </a:rPr>
              <a:t>Maintenance Effort</a:t>
            </a:r>
            <a:r>
              <a:rPr lang="en-US" dirty="0">
                <a:ea typeface="+mn-lt"/>
                <a:cs typeface="+mn-lt"/>
              </a:rPr>
              <a:t>: Total person-hours spent on bug fixes and updates</a:t>
            </a:r>
            <a:endParaRPr lang="en-US" dirty="0"/>
          </a:p>
          <a:p>
            <a:pPr lvl="1"/>
            <a:r>
              <a:rPr lang="en-US" b="1" dirty="0">
                <a:ea typeface="+mn-lt"/>
                <a:cs typeface="+mn-lt"/>
              </a:rPr>
              <a:t>Rework Percentage</a:t>
            </a:r>
            <a:r>
              <a:rPr lang="en-US" dirty="0">
                <a:ea typeface="+mn-lt"/>
                <a:cs typeface="+mn-lt"/>
              </a:rPr>
              <a:t>: Proportion of total effort spent on redoing faulty code</a:t>
            </a:r>
            <a:endParaRPr lang="en-US" dirty="0"/>
          </a:p>
          <a:p>
            <a:pPr lvl="2">
              <a:buFont typeface="Wingdings" panose="020B0604020202020204" pitchFamily="34" charset="0"/>
              <a:buChar char="§"/>
            </a:pPr>
            <a:endParaRPr lang="en-US" dirty="0">
              <a:ea typeface="+mn-lt"/>
              <a:cs typeface="+mn-lt"/>
            </a:endParaRPr>
          </a:p>
          <a:p>
            <a:pPr lvl="1"/>
            <a:endParaRPr lang="en-US" dirty="0">
              <a:ea typeface="+mn-lt"/>
              <a:cs typeface="+mn-lt"/>
            </a:endParaRPr>
          </a:p>
          <a:p>
            <a:endParaRPr lang="en-US" dirty="0">
              <a:ea typeface="+mn-lt"/>
              <a:cs typeface="+mn-lt"/>
            </a:endParaRPr>
          </a:p>
          <a:p>
            <a:pPr lvl="1"/>
            <a:endParaRPr lang="en-US" dirty="0">
              <a:ea typeface="+mn-lt"/>
              <a:cs typeface="+mn-lt"/>
            </a:endParaRPr>
          </a:p>
          <a:p>
            <a:pPr lvl="1"/>
            <a:endParaRPr lang="en-GB">
              <a:ea typeface="+mn-lt"/>
              <a:cs typeface="+mn-lt"/>
            </a:endParaRPr>
          </a:p>
        </p:txBody>
      </p:sp>
      <p:pic>
        <p:nvPicPr>
          <p:cNvPr id="6" name="Picture 5" descr="A black and white logo&#10;&#10;Description automatically generated">
            <a:extLst>
              <a:ext uri="{FF2B5EF4-FFF2-40B4-BE49-F238E27FC236}">
                <a16:creationId xmlns:a16="http://schemas.microsoft.com/office/drawing/2014/main" id="{34D8E509-EA62-6FBD-3704-D90D60759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4ED2D20-5B74-E9C5-0775-39F8CBBBFF73}"/>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E6E7FD45-6377-7025-2A3D-0DC92A47823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96867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18DC7-B21B-F408-E12C-4908300E0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5678F-9235-7421-E75F-B260EAD95293}"/>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4BB39804-68F7-B0EE-40FD-6F4BB47F89CE}"/>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a:cs typeface="Calibri"/>
              </a:rPr>
              <a:t>Process Metrics</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0D940EE8-F166-C970-33BC-D5CBC3F87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7C7B091-1235-8E43-B7A9-4C0EEC1A41AA}"/>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DE5B11E7-B06D-1760-BBA8-801FDBFA92F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203670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3EE23-6C68-6941-CB1C-270C745EF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091FD8-5807-6487-BDE9-F36185169274}"/>
              </a:ext>
            </a:extLst>
          </p:cNvPr>
          <p:cNvSpPr>
            <a:spLocks noGrp="1"/>
          </p:cNvSpPr>
          <p:nvPr>
            <p:ph type="title"/>
          </p:nvPr>
        </p:nvSpPr>
        <p:spPr/>
        <p:txBody>
          <a:bodyPr/>
          <a:lstStyle/>
          <a:p>
            <a:r>
              <a:rPr lang="en-GB" dirty="0">
                <a:ea typeface="Calibri Light"/>
                <a:cs typeface="Calibri Light"/>
              </a:rPr>
              <a:t>Introduction</a:t>
            </a:r>
          </a:p>
        </p:txBody>
      </p:sp>
      <p:sp>
        <p:nvSpPr>
          <p:cNvPr id="3" name="Content Placeholder 2">
            <a:extLst>
              <a:ext uri="{FF2B5EF4-FFF2-40B4-BE49-F238E27FC236}">
                <a16:creationId xmlns:a16="http://schemas.microsoft.com/office/drawing/2014/main" id="{CD773F14-3C2F-6772-56D1-5DE6DAD98013}"/>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mn-lt"/>
                <a:cs typeface="+mn-lt"/>
              </a:rPr>
              <a:t>Process metrics are </a:t>
            </a:r>
            <a:r>
              <a:rPr lang="en-US" b="1" dirty="0">
                <a:ea typeface="+mn-lt"/>
                <a:cs typeface="+mn-lt"/>
              </a:rPr>
              <a:t>quantitative measures</a:t>
            </a:r>
            <a:r>
              <a:rPr lang="en-US" dirty="0">
                <a:ea typeface="+mn-lt"/>
                <a:cs typeface="+mn-lt"/>
              </a:rPr>
              <a:t> used to evaluate how well the </a:t>
            </a:r>
            <a:r>
              <a:rPr lang="en-US" b="1" dirty="0">
                <a:ea typeface="+mn-lt"/>
                <a:cs typeface="+mn-lt"/>
              </a:rPr>
              <a:t>software development process</a:t>
            </a:r>
            <a:r>
              <a:rPr lang="en-US" dirty="0">
                <a:ea typeface="+mn-lt"/>
                <a:cs typeface="+mn-lt"/>
              </a:rPr>
              <a:t> is performing. They provide insights into productivity, quality, effort, time, and efficiency of the development activities</a:t>
            </a:r>
            <a:endParaRPr lang="en-US" dirty="0"/>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817C8D6-C8CE-09DA-0F8A-87647A546D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21FADC2-8EFF-ED15-716F-FF83A5B62F43}"/>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2D1616C5-65B0-9BFD-0DB8-2BEB51DBD17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247245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94679-43A4-3C04-B983-77E5ECEDD9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14083-7C12-96AC-978E-060074E8C85B}"/>
              </a:ext>
            </a:extLst>
          </p:cNvPr>
          <p:cNvSpPr>
            <a:spLocks noGrp="1"/>
          </p:cNvSpPr>
          <p:nvPr>
            <p:ph type="title"/>
          </p:nvPr>
        </p:nvSpPr>
        <p:spPr/>
        <p:txBody>
          <a:bodyPr/>
          <a:lstStyle/>
          <a:p>
            <a:r>
              <a:rPr lang="en-GB" dirty="0">
                <a:ea typeface="Calibri Light"/>
                <a:cs typeface="Calibri Light"/>
              </a:rPr>
              <a:t>Importance</a:t>
            </a:r>
            <a:endParaRPr lang="en-US" dirty="0"/>
          </a:p>
        </p:txBody>
      </p:sp>
      <p:sp>
        <p:nvSpPr>
          <p:cNvPr id="3" name="Content Placeholder 2">
            <a:extLst>
              <a:ext uri="{FF2B5EF4-FFF2-40B4-BE49-F238E27FC236}">
                <a16:creationId xmlns:a16="http://schemas.microsoft.com/office/drawing/2014/main" id="{E54AFECC-F38E-F901-EAB0-B61D38F34D5A}"/>
              </a:ext>
            </a:extLst>
          </p:cNvPr>
          <p:cNvSpPr>
            <a:spLocks noGrp="1"/>
          </p:cNvSpPr>
          <p:nvPr>
            <p:ph idx="1"/>
          </p:nvPr>
        </p:nvSpPr>
        <p:spPr>
          <a:xfrm>
            <a:off x="838200" y="1510219"/>
            <a:ext cx="10501746" cy="5211256"/>
          </a:xfrm>
        </p:spPr>
        <p:txBody>
          <a:bodyPr vert="horz" lIns="91440" tIns="45720" rIns="91440" bIns="45720" rtlCol="0" anchor="t">
            <a:normAutofit lnSpcReduction="10000"/>
          </a:bodyPr>
          <a:lstStyle/>
          <a:p>
            <a:r>
              <a:rPr lang="en-US" b="1" dirty="0">
                <a:ea typeface="+mn-lt"/>
                <a:cs typeface="+mn-lt"/>
              </a:rPr>
              <a:t>Process Improvement</a:t>
            </a:r>
            <a:r>
              <a:rPr lang="en-US" dirty="0">
                <a:ea typeface="+mn-lt"/>
                <a:cs typeface="+mn-lt"/>
              </a:rPr>
              <a:t>: Identify bottlenecks and inefficiencies in workflows (e.g., excessive rework or delays)</a:t>
            </a:r>
          </a:p>
          <a:p>
            <a:r>
              <a:rPr lang="en-US" b="1" dirty="0">
                <a:ea typeface="+mn-lt"/>
                <a:cs typeface="+mn-lt"/>
              </a:rPr>
              <a:t>Predictability</a:t>
            </a:r>
            <a:r>
              <a:rPr lang="en-US" dirty="0">
                <a:ea typeface="+mn-lt"/>
                <a:cs typeface="+mn-lt"/>
              </a:rPr>
              <a:t>: Enable better </a:t>
            </a:r>
            <a:r>
              <a:rPr lang="en-US" b="1" dirty="0">
                <a:ea typeface="+mn-lt"/>
                <a:cs typeface="+mn-lt"/>
              </a:rPr>
              <a:t>estimations of time, cost, and resources</a:t>
            </a:r>
            <a:r>
              <a:rPr lang="en-US" dirty="0">
                <a:ea typeface="+mn-lt"/>
                <a:cs typeface="+mn-lt"/>
              </a:rPr>
              <a:t> in future projects</a:t>
            </a:r>
            <a:endParaRPr lang="en-US" dirty="0">
              <a:ea typeface="Calibri" panose="020F0502020204030204"/>
              <a:cs typeface="Calibri" panose="020F0502020204030204"/>
            </a:endParaRPr>
          </a:p>
          <a:p>
            <a:r>
              <a:rPr lang="en-US" b="1" dirty="0">
                <a:ea typeface="+mn-lt"/>
                <a:cs typeface="+mn-lt"/>
              </a:rPr>
              <a:t>Quality Assurance and continuous improvement</a:t>
            </a:r>
            <a:r>
              <a:rPr lang="en-US" dirty="0">
                <a:ea typeface="+mn-lt"/>
                <a:cs typeface="+mn-lt"/>
              </a:rPr>
              <a:t>: Early tracking of process performance helps find issues and optimize specific development phases</a:t>
            </a:r>
            <a:endParaRPr lang="en-US" dirty="0">
              <a:ea typeface="Calibri" panose="020F0502020204030204"/>
              <a:cs typeface="Calibri" panose="020F0502020204030204"/>
            </a:endParaRPr>
          </a:p>
          <a:p>
            <a:r>
              <a:rPr lang="en-US" b="1" dirty="0">
                <a:ea typeface="+mn-lt"/>
                <a:cs typeface="+mn-lt"/>
              </a:rPr>
              <a:t>Risk Management</a:t>
            </a:r>
            <a:r>
              <a:rPr lang="en-US" dirty="0">
                <a:ea typeface="+mn-lt"/>
                <a:cs typeface="+mn-lt"/>
              </a:rPr>
              <a:t>: Reveal high-risk areas (e.g., volatile requirements)</a:t>
            </a:r>
            <a:endParaRPr lang="en-US" dirty="0">
              <a:ea typeface="Calibri" panose="020F0502020204030204"/>
              <a:cs typeface="Calibri" panose="020F0502020204030204"/>
            </a:endParaRPr>
          </a:p>
          <a:p>
            <a:r>
              <a:rPr lang="en-US" b="1" dirty="0">
                <a:ea typeface="+mn-lt"/>
                <a:cs typeface="+mn-lt"/>
              </a:rPr>
              <a:t>Accountability and Transparency</a:t>
            </a:r>
            <a:r>
              <a:rPr lang="en-US" dirty="0">
                <a:ea typeface="+mn-lt"/>
                <a:cs typeface="+mn-lt"/>
              </a:rPr>
              <a:t>: Provide objective evidence of process performance, thereby track performance of different stakeholders working on software development</a:t>
            </a:r>
          </a:p>
          <a:p>
            <a:r>
              <a:rPr lang="en-US" b="1" dirty="0">
                <a:ea typeface="Calibri"/>
                <a:cs typeface="Calibri"/>
              </a:rPr>
              <a:t>Enhances customer satisfaction</a:t>
            </a: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64794E7-CF49-296E-2729-747C83AB8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7E746D-1114-D3B4-C839-0FEFE246FA63}"/>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4813E15B-D008-1E62-08D4-BAB5B157A31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2286850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ED2DE-BF43-9002-A37C-E227B14D9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EE35F-2C20-D307-7F3D-8C502C71770C}"/>
              </a:ext>
            </a:extLst>
          </p:cNvPr>
          <p:cNvSpPr>
            <a:spLocks noGrp="1"/>
          </p:cNvSpPr>
          <p:nvPr>
            <p:ph type="title"/>
          </p:nvPr>
        </p:nvSpPr>
        <p:spPr>
          <a:xfrm>
            <a:off x="1859" y="-313241"/>
            <a:ext cx="10515600" cy="1325563"/>
          </a:xfrm>
        </p:spPr>
        <p:txBody>
          <a:bodyPr/>
          <a:lstStyle/>
          <a:p>
            <a:r>
              <a:rPr lang="en-GB" dirty="0">
                <a:ea typeface="Calibri Light"/>
                <a:cs typeface="Calibri Light"/>
              </a:rPr>
              <a:t>A few examples</a:t>
            </a:r>
          </a:p>
        </p:txBody>
      </p:sp>
      <p:sp>
        <p:nvSpPr>
          <p:cNvPr id="3" name="Content Placeholder 2">
            <a:extLst>
              <a:ext uri="{FF2B5EF4-FFF2-40B4-BE49-F238E27FC236}">
                <a16:creationId xmlns:a16="http://schemas.microsoft.com/office/drawing/2014/main" id="{7C9287AA-7FAC-A322-230B-178624549307}"/>
              </a:ext>
            </a:extLst>
          </p:cNvPr>
          <p:cNvSpPr>
            <a:spLocks noGrp="1"/>
          </p:cNvSpPr>
          <p:nvPr>
            <p:ph idx="1"/>
          </p:nvPr>
        </p:nvSpPr>
        <p:spPr>
          <a:xfrm>
            <a:off x="838200" y="1510219"/>
            <a:ext cx="10501746" cy="5211256"/>
          </a:xfrm>
        </p:spPr>
        <p:txBody>
          <a:bodyPr vert="horz" lIns="91440" tIns="45720" rIns="91440" bIns="45720" rtlCol="0" anchor="t">
            <a:normAutofit/>
          </a:bodyPr>
          <a:lstStyle/>
          <a:p>
            <a:endParaRPr lang="en-US" dirty="0"/>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9FCEF7-FC4B-AB22-F713-7662FC95B6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8067446-BB71-E10B-79F6-1418C2AD6B04}"/>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53B83C7E-596C-2C3C-C8BD-303C10554919}"/>
              </a:ext>
            </a:extLst>
          </p:cNvPr>
          <p:cNvSpPr>
            <a:spLocks noGrp="1"/>
          </p:cNvSpPr>
          <p:nvPr>
            <p:ph type="ftr" sz="quarter" idx="11"/>
          </p:nvPr>
        </p:nvSpPr>
        <p:spPr/>
        <p:txBody>
          <a:bodyPr/>
          <a:lstStyle/>
          <a:p>
            <a:r>
              <a:rPr lang="en-US"/>
              <a:t>Software Engineering</a:t>
            </a:r>
          </a:p>
        </p:txBody>
      </p:sp>
      <p:graphicFrame>
        <p:nvGraphicFramePr>
          <p:cNvPr id="5" name="Table 4">
            <a:extLst>
              <a:ext uri="{FF2B5EF4-FFF2-40B4-BE49-F238E27FC236}">
                <a16:creationId xmlns:a16="http://schemas.microsoft.com/office/drawing/2014/main" id="{6B9B41FA-EAE1-6B6D-5130-AFE234650B12}"/>
              </a:ext>
            </a:extLst>
          </p:cNvPr>
          <p:cNvGraphicFramePr>
            <a:graphicFrameLocks noGrp="1"/>
          </p:cNvGraphicFramePr>
          <p:nvPr>
            <p:extLst>
              <p:ext uri="{D42A27DB-BD31-4B8C-83A1-F6EECF244321}">
                <p14:modId xmlns:p14="http://schemas.microsoft.com/office/powerpoint/2010/main" val="109504460"/>
              </p:ext>
            </p:extLst>
          </p:nvPr>
        </p:nvGraphicFramePr>
        <p:xfrm>
          <a:off x="0" y="669444"/>
          <a:ext cx="12192000" cy="576072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26136890"/>
                    </a:ext>
                  </a:extLst>
                </a:gridCol>
                <a:gridCol w="6096000">
                  <a:extLst>
                    <a:ext uri="{9D8B030D-6E8A-4147-A177-3AD203B41FA5}">
                      <a16:colId xmlns:a16="http://schemas.microsoft.com/office/drawing/2014/main" val="3001109293"/>
                    </a:ext>
                  </a:extLst>
                </a:gridCol>
              </a:tblGrid>
              <a:tr h="0">
                <a:tc>
                  <a:txBody>
                    <a:bodyPr/>
                    <a:lstStyle/>
                    <a:p>
                      <a:r>
                        <a:rPr lang="en-GB" b="1" dirty="0"/>
                        <a:t>Metric</a:t>
                      </a:r>
                      <a:endParaRPr lang="en-GB" dirty="0"/>
                    </a:p>
                  </a:txBody>
                  <a:tcPr anchor="ctr">
                    <a:lnL>
                      <a:noFill/>
                    </a:lnL>
                    <a:lnR>
                      <a:noFill/>
                    </a:lnR>
                    <a:lnT>
                      <a:noFill/>
                    </a:lnT>
                    <a:lnB>
                      <a:noFill/>
                    </a:lnB>
                    <a:noFill/>
                  </a:tcPr>
                </a:tc>
                <a:tc>
                  <a:txBody>
                    <a:bodyPr/>
                    <a:lstStyle/>
                    <a:p>
                      <a:r>
                        <a:rPr lang="en-GB" b="1" dirty="0"/>
                        <a:t>Description</a:t>
                      </a:r>
                      <a:endParaRPr lang="en-GB" dirty="0"/>
                    </a:p>
                  </a:txBody>
                  <a:tcPr anchor="ctr">
                    <a:lnL>
                      <a:noFill/>
                    </a:lnL>
                    <a:lnR>
                      <a:noFill/>
                    </a:lnR>
                    <a:lnT>
                      <a:noFill/>
                    </a:lnT>
                    <a:lnB>
                      <a:noFill/>
                    </a:lnB>
                    <a:noFill/>
                  </a:tcPr>
                </a:tc>
                <a:extLst>
                  <a:ext uri="{0D108BD9-81ED-4DB2-BD59-A6C34878D82A}">
                    <a16:rowId xmlns:a16="http://schemas.microsoft.com/office/drawing/2014/main" val="2902469911"/>
                  </a:ext>
                </a:extLst>
              </a:tr>
              <a:tr h="0">
                <a:tc>
                  <a:txBody>
                    <a:bodyPr/>
                    <a:lstStyle/>
                    <a:p>
                      <a:r>
                        <a:rPr lang="en-GB" b="1" dirty="0"/>
                        <a:t>Effort (Person-Hours/Person-Days)</a:t>
                      </a:r>
                      <a:endParaRPr lang="en-GB" dirty="0"/>
                    </a:p>
                  </a:txBody>
                  <a:tcPr anchor="ctr">
                    <a:lnL>
                      <a:noFill/>
                    </a:lnL>
                    <a:lnR>
                      <a:noFill/>
                    </a:lnR>
                    <a:lnT>
                      <a:noFill/>
                    </a:lnT>
                    <a:lnB>
                      <a:noFill/>
                    </a:lnB>
                    <a:noFill/>
                  </a:tcPr>
                </a:tc>
                <a:tc>
                  <a:txBody>
                    <a:bodyPr/>
                    <a:lstStyle/>
                    <a:p>
                      <a:r>
                        <a:rPr lang="en-GB" dirty="0"/>
                        <a:t>Total effort spent during development activities.</a:t>
                      </a:r>
                    </a:p>
                  </a:txBody>
                  <a:tcPr anchor="ctr">
                    <a:lnL>
                      <a:noFill/>
                    </a:lnL>
                    <a:lnR>
                      <a:noFill/>
                    </a:lnR>
                    <a:lnT>
                      <a:noFill/>
                    </a:lnT>
                    <a:lnB>
                      <a:noFill/>
                    </a:lnB>
                    <a:noFill/>
                  </a:tcPr>
                </a:tc>
                <a:extLst>
                  <a:ext uri="{0D108BD9-81ED-4DB2-BD59-A6C34878D82A}">
                    <a16:rowId xmlns:a16="http://schemas.microsoft.com/office/drawing/2014/main" val="1690982089"/>
                  </a:ext>
                </a:extLst>
              </a:tr>
              <a:tr h="0">
                <a:tc>
                  <a:txBody>
                    <a:bodyPr/>
                    <a:lstStyle/>
                    <a:p>
                      <a:r>
                        <a:rPr lang="en-GB" b="1" dirty="0"/>
                        <a:t>Cycle Time / Lead Time</a:t>
                      </a:r>
                      <a:endParaRPr lang="en-GB" dirty="0"/>
                    </a:p>
                  </a:txBody>
                  <a:tcPr anchor="ctr">
                    <a:lnL>
                      <a:noFill/>
                    </a:lnL>
                    <a:lnR>
                      <a:noFill/>
                    </a:lnR>
                    <a:lnT>
                      <a:noFill/>
                    </a:lnT>
                    <a:lnB>
                      <a:noFill/>
                    </a:lnB>
                    <a:noFill/>
                  </a:tcPr>
                </a:tc>
                <a:tc>
                  <a:txBody>
                    <a:bodyPr/>
                    <a:lstStyle/>
                    <a:p>
                      <a:r>
                        <a:rPr lang="en-GB" dirty="0"/>
                        <a:t>Time taken from the start to the end of a process (e.g., from coding to deployment).</a:t>
                      </a:r>
                    </a:p>
                  </a:txBody>
                  <a:tcPr anchor="ctr">
                    <a:lnL>
                      <a:noFill/>
                    </a:lnL>
                    <a:lnR>
                      <a:noFill/>
                    </a:lnR>
                    <a:lnT>
                      <a:noFill/>
                    </a:lnT>
                    <a:lnB>
                      <a:noFill/>
                    </a:lnB>
                    <a:noFill/>
                  </a:tcPr>
                </a:tc>
                <a:extLst>
                  <a:ext uri="{0D108BD9-81ED-4DB2-BD59-A6C34878D82A}">
                    <a16:rowId xmlns:a16="http://schemas.microsoft.com/office/drawing/2014/main" val="1325389847"/>
                  </a:ext>
                </a:extLst>
              </a:tr>
              <a:tr h="0">
                <a:tc>
                  <a:txBody>
                    <a:bodyPr/>
                    <a:lstStyle/>
                    <a:p>
                      <a:r>
                        <a:rPr lang="en-GB" b="1" dirty="0"/>
                        <a:t>Defect Injection Rate</a:t>
                      </a:r>
                      <a:endParaRPr lang="en-GB" dirty="0"/>
                    </a:p>
                  </a:txBody>
                  <a:tcPr anchor="ctr">
                    <a:lnL>
                      <a:noFill/>
                    </a:lnL>
                    <a:lnR>
                      <a:noFill/>
                    </a:lnR>
                    <a:lnT>
                      <a:noFill/>
                    </a:lnT>
                    <a:lnB>
                      <a:noFill/>
                    </a:lnB>
                    <a:noFill/>
                  </a:tcPr>
                </a:tc>
                <a:tc>
                  <a:txBody>
                    <a:bodyPr/>
                    <a:lstStyle/>
                    <a:p>
                      <a:r>
                        <a:rPr lang="en-GB" dirty="0"/>
                        <a:t>Number of defects introduced per development phase.</a:t>
                      </a:r>
                    </a:p>
                  </a:txBody>
                  <a:tcPr anchor="ctr">
                    <a:lnL>
                      <a:noFill/>
                    </a:lnL>
                    <a:lnR>
                      <a:noFill/>
                    </a:lnR>
                    <a:lnT>
                      <a:noFill/>
                    </a:lnT>
                    <a:lnB>
                      <a:noFill/>
                    </a:lnB>
                    <a:noFill/>
                  </a:tcPr>
                </a:tc>
                <a:extLst>
                  <a:ext uri="{0D108BD9-81ED-4DB2-BD59-A6C34878D82A}">
                    <a16:rowId xmlns:a16="http://schemas.microsoft.com/office/drawing/2014/main" val="3198453467"/>
                  </a:ext>
                </a:extLst>
              </a:tr>
              <a:tr h="0">
                <a:tc>
                  <a:txBody>
                    <a:bodyPr/>
                    <a:lstStyle/>
                    <a:p>
                      <a:r>
                        <a:rPr lang="en-GB" b="1" dirty="0"/>
                        <a:t>Defect Removal Efficiency (DRE)</a:t>
                      </a:r>
                      <a:endParaRPr lang="en-GB" dirty="0"/>
                    </a:p>
                  </a:txBody>
                  <a:tcPr anchor="ctr">
                    <a:lnL>
                      <a:noFill/>
                    </a:lnL>
                    <a:lnR>
                      <a:noFill/>
                    </a:lnR>
                    <a:lnT>
                      <a:noFill/>
                    </a:lnT>
                    <a:lnB>
                      <a:noFill/>
                    </a:lnB>
                    <a:noFill/>
                  </a:tcPr>
                </a:tc>
                <a:tc>
                  <a:txBody>
                    <a:bodyPr/>
                    <a:lstStyle/>
                    <a:p>
                      <a:r>
                        <a:rPr lang="en-GB" dirty="0"/>
                        <a:t>Percentage of defects found and removed before release: DRE = (Defects removed / Total defects) × 100.</a:t>
                      </a:r>
                    </a:p>
                  </a:txBody>
                  <a:tcPr anchor="ctr">
                    <a:lnL>
                      <a:noFill/>
                    </a:lnL>
                    <a:lnR>
                      <a:noFill/>
                    </a:lnR>
                    <a:lnT>
                      <a:noFill/>
                    </a:lnT>
                    <a:lnB>
                      <a:noFill/>
                    </a:lnB>
                    <a:noFill/>
                  </a:tcPr>
                </a:tc>
                <a:extLst>
                  <a:ext uri="{0D108BD9-81ED-4DB2-BD59-A6C34878D82A}">
                    <a16:rowId xmlns:a16="http://schemas.microsoft.com/office/drawing/2014/main" val="490633275"/>
                  </a:ext>
                </a:extLst>
              </a:tr>
              <a:tr h="0">
                <a:tc>
                  <a:txBody>
                    <a:bodyPr/>
                    <a:lstStyle/>
                    <a:p>
                      <a:r>
                        <a:rPr lang="en-GB" b="1" dirty="0"/>
                        <a:t>Rework Percentage</a:t>
                      </a:r>
                      <a:endParaRPr lang="en-GB" dirty="0"/>
                    </a:p>
                  </a:txBody>
                  <a:tcPr anchor="ctr">
                    <a:lnL>
                      <a:noFill/>
                    </a:lnL>
                    <a:lnR>
                      <a:noFill/>
                    </a:lnR>
                    <a:lnT>
                      <a:noFill/>
                    </a:lnT>
                    <a:lnB>
                      <a:noFill/>
                    </a:lnB>
                    <a:noFill/>
                  </a:tcPr>
                </a:tc>
                <a:tc>
                  <a:txBody>
                    <a:bodyPr/>
                    <a:lstStyle/>
                    <a:p>
                      <a:r>
                        <a:rPr lang="en-GB" dirty="0"/>
                        <a:t>Time spent redoing work due to poor quality or changing requirements.</a:t>
                      </a:r>
                    </a:p>
                  </a:txBody>
                  <a:tcPr anchor="ctr">
                    <a:lnL>
                      <a:noFill/>
                    </a:lnL>
                    <a:lnR>
                      <a:noFill/>
                    </a:lnR>
                    <a:lnT>
                      <a:noFill/>
                    </a:lnT>
                    <a:lnB>
                      <a:noFill/>
                    </a:lnB>
                    <a:noFill/>
                  </a:tcPr>
                </a:tc>
                <a:extLst>
                  <a:ext uri="{0D108BD9-81ED-4DB2-BD59-A6C34878D82A}">
                    <a16:rowId xmlns:a16="http://schemas.microsoft.com/office/drawing/2014/main" val="228610061"/>
                  </a:ext>
                </a:extLst>
              </a:tr>
              <a:tr h="0">
                <a:tc>
                  <a:txBody>
                    <a:bodyPr/>
                    <a:lstStyle/>
                    <a:p>
                      <a:endParaRPr lang="en-GB" b="1" dirty="0"/>
                    </a:p>
                  </a:txBody>
                  <a:tcPr anchor="ctr">
                    <a:lnL>
                      <a:noFill/>
                    </a:lnL>
                    <a:lnR>
                      <a:noFill/>
                    </a:lnR>
                    <a:lnT>
                      <a:noFill/>
                    </a:lnT>
                    <a:lnB>
                      <a:noFill/>
                    </a:lnB>
                    <a:noFill/>
                  </a:tcPr>
                </a:tc>
                <a:tc>
                  <a:txBody>
                    <a:bodyPr/>
                    <a:lstStyle/>
                    <a:p>
                      <a:endParaRPr lang="en-GB" dirty="0"/>
                    </a:p>
                  </a:txBody>
                  <a:tcPr anchor="ctr">
                    <a:lnL>
                      <a:noFill/>
                    </a:lnL>
                    <a:lnR>
                      <a:noFill/>
                    </a:lnR>
                    <a:lnT>
                      <a:noFill/>
                    </a:lnT>
                    <a:lnB>
                      <a:noFill/>
                    </a:lnB>
                    <a:noFill/>
                  </a:tcPr>
                </a:tc>
                <a:extLst>
                  <a:ext uri="{0D108BD9-81ED-4DB2-BD59-A6C34878D82A}">
                    <a16:rowId xmlns:a16="http://schemas.microsoft.com/office/drawing/2014/main" val="2151346664"/>
                  </a:ext>
                </a:extLst>
              </a:tr>
              <a:tr h="0">
                <a:tc>
                  <a:txBody>
                    <a:bodyPr/>
                    <a:lstStyle/>
                    <a:p>
                      <a:r>
                        <a:rPr lang="en-GB" b="1" dirty="0"/>
                        <a:t>Requirements Volatility</a:t>
                      </a:r>
                      <a:endParaRPr lang="en-GB" dirty="0"/>
                    </a:p>
                  </a:txBody>
                  <a:tcPr anchor="ctr">
                    <a:lnL>
                      <a:noFill/>
                    </a:lnL>
                    <a:lnR>
                      <a:noFill/>
                    </a:lnR>
                    <a:lnT>
                      <a:noFill/>
                    </a:lnT>
                    <a:lnB>
                      <a:noFill/>
                    </a:lnB>
                    <a:noFill/>
                  </a:tcPr>
                </a:tc>
                <a:tc>
                  <a:txBody>
                    <a:bodyPr/>
                    <a:lstStyle/>
                    <a:p>
                      <a:r>
                        <a:rPr lang="en-GB" dirty="0"/>
                        <a:t>Frequency and magnitude of changes to requirements over time.</a:t>
                      </a:r>
                    </a:p>
                  </a:txBody>
                  <a:tcPr anchor="ctr">
                    <a:lnL>
                      <a:noFill/>
                    </a:lnL>
                    <a:lnR>
                      <a:noFill/>
                    </a:lnR>
                    <a:lnT>
                      <a:noFill/>
                    </a:lnT>
                    <a:lnB>
                      <a:noFill/>
                    </a:lnB>
                    <a:noFill/>
                  </a:tcPr>
                </a:tc>
                <a:extLst>
                  <a:ext uri="{0D108BD9-81ED-4DB2-BD59-A6C34878D82A}">
                    <a16:rowId xmlns:a16="http://schemas.microsoft.com/office/drawing/2014/main" val="2292247531"/>
                  </a:ext>
                </a:extLst>
              </a:tr>
              <a:tr h="0">
                <a:tc>
                  <a:txBody>
                    <a:bodyPr/>
                    <a:lstStyle/>
                    <a:p>
                      <a:r>
                        <a:rPr lang="en-GB" b="1" dirty="0"/>
                        <a:t>Review Efficiency</a:t>
                      </a:r>
                      <a:endParaRPr lang="en-GB" dirty="0"/>
                    </a:p>
                  </a:txBody>
                  <a:tcPr anchor="ctr">
                    <a:lnL>
                      <a:noFill/>
                    </a:lnL>
                    <a:lnR>
                      <a:noFill/>
                    </a:lnR>
                    <a:lnT>
                      <a:noFill/>
                    </a:lnT>
                    <a:lnB>
                      <a:noFill/>
                    </a:lnB>
                    <a:noFill/>
                  </a:tcPr>
                </a:tc>
                <a:tc>
                  <a:txBody>
                    <a:bodyPr/>
                    <a:lstStyle/>
                    <a:p>
                      <a:r>
                        <a:rPr lang="en-GB" dirty="0"/>
                        <a:t>Number of defects found per hour during code/design reviews.</a:t>
                      </a:r>
                    </a:p>
                  </a:txBody>
                  <a:tcPr anchor="ctr">
                    <a:lnL>
                      <a:noFill/>
                    </a:lnL>
                    <a:lnR>
                      <a:noFill/>
                    </a:lnR>
                    <a:lnT>
                      <a:noFill/>
                    </a:lnT>
                    <a:lnB>
                      <a:noFill/>
                    </a:lnB>
                    <a:noFill/>
                  </a:tcPr>
                </a:tc>
                <a:extLst>
                  <a:ext uri="{0D108BD9-81ED-4DB2-BD59-A6C34878D82A}">
                    <a16:rowId xmlns:a16="http://schemas.microsoft.com/office/drawing/2014/main" val="601431350"/>
                  </a:ext>
                </a:extLst>
              </a:tr>
              <a:tr h="0">
                <a:tc>
                  <a:txBody>
                    <a:bodyPr/>
                    <a:lstStyle/>
                    <a:p>
                      <a:r>
                        <a:rPr lang="en-GB" b="1" dirty="0"/>
                        <a:t>Test Efficiency</a:t>
                      </a:r>
                      <a:endParaRPr lang="en-GB" dirty="0"/>
                    </a:p>
                  </a:txBody>
                  <a:tcPr anchor="ctr">
                    <a:lnL>
                      <a:noFill/>
                    </a:lnL>
                    <a:lnR>
                      <a:noFill/>
                    </a:lnR>
                    <a:lnT>
                      <a:noFill/>
                    </a:lnT>
                    <a:lnB>
                      <a:noFill/>
                    </a:lnB>
                    <a:noFill/>
                  </a:tcPr>
                </a:tc>
                <a:tc>
                  <a:txBody>
                    <a:bodyPr/>
                    <a:lstStyle/>
                    <a:p>
                      <a:r>
                        <a:rPr lang="en-GB" dirty="0"/>
                        <a:t>Percentage of total defects detected during testing.</a:t>
                      </a:r>
                    </a:p>
                  </a:txBody>
                  <a:tcPr anchor="ctr">
                    <a:lnL>
                      <a:noFill/>
                    </a:lnL>
                    <a:lnR>
                      <a:noFill/>
                    </a:lnR>
                    <a:lnT>
                      <a:noFill/>
                    </a:lnT>
                    <a:lnB>
                      <a:noFill/>
                    </a:lnB>
                    <a:noFill/>
                  </a:tcPr>
                </a:tc>
                <a:extLst>
                  <a:ext uri="{0D108BD9-81ED-4DB2-BD59-A6C34878D82A}">
                    <a16:rowId xmlns:a16="http://schemas.microsoft.com/office/drawing/2014/main" val="3147570537"/>
                  </a:ext>
                </a:extLst>
              </a:tr>
              <a:tr h="0">
                <a:tc>
                  <a:txBody>
                    <a:bodyPr/>
                    <a:lstStyle/>
                    <a:p>
                      <a:r>
                        <a:rPr lang="en-GB" b="1" dirty="0"/>
                        <a:t>Process Compliance Rate</a:t>
                      </a:r>
                      <a:endParaRPr lang="en-GB" dirty="0"/>
                    </a:p>
                  </a:txBody>
                  <a:tcPr anchor="ctr">
                    <a:lnL>
                      <a:noFill/>
                    </a:lnL>
                    <a:lnR>
                      <a:noFill/>
                    </a:lnR>
                    <a:lnT>
                      <a:noFill/>
                    </a:lnT>
                    <a:lnB>
                      <a:noFill/>
                    </a:lnB>
                    <a:noFill/>
                  </a:tcPr>
                </a:tc>
                <a:tc>
                  <a:txBody>
                    <a:bodyPr/>
                    <a:lstStyle/>
                    <a:p>
                      <a:r>
                        <a:rPr lang="en-GB" dirty="0"/>
                        <a:t>Degree to which development processes follow organizational or industry standards.</a:t>
                      </a:r>
                    </a:p>
                  </a:txBody>
                  <a:tcPr anchor="ctr">
                    <a:lnL>
                      <a:noFill/>
                    </a:lnL>
                    <a:lnR>
                      <a:noFill/>
                    </a:lnR>
                    <a:lnT>
                      <a:noFill/>
                    </a:lnT>
                    <a:lnB>
                      <a:noFill/>
                    </a:lnB>
                    <a:noFill/>
                  </a:tcPr>
                </a:tc>
                <a:extLst>
                  <a:ext uri="{0D108BD9-81ED-4DB2-BD59-A6C34878D82A}">
                    <a16:rowId xmlns:a16="http://schemas.microsoft.com/office/drawing/2014/main" val="939801408"/>
                  </a:ext>
                </a:extLst>
              </a:tr>
              <a:tr h="0">
                <a:tc>
                  <a:txBody>
                    <a:bodyPr/>
                    <a:lstStyle/>
                    <a:p>
                      <a:r>
                        <a:rPr lang="en-GB" b="1" dirty="0"/>
                        <a:t>Build Success Rate</a:t>
                      </a:r>
                      <a:endParaRPr lang="en-GB" dirty="0"/>
                    </a:p>
                  </a:txBody>
                  <a:tcPr anchor="ctr">
                    <a:lnL>
                      <a:noFill/>
                    </a:lnL>
                    <a:lnR>
                      <a:noFill/>
                    </a:lnR>
                    <a:lnT>
                      <a:noFill/>
                    </a:lnT>
                    <a:lnB>
                      <a:noFill/>
                    </a:lnB>
                    <a:noFill/>
                  </a:tcPr>
                </a:tc>
                <a:tc>
                  <a:txBody>
                    <a:bodyPr/>
                    <a:lstStyle/>
                    <a:p>
                      <a:r>
                        <a:rPr lang="en-GB" dirty="0"/>
                        <a:t>Ratio of successful builds to total builds in a given time period.</a:t>
                      </a:r>
                    </a:p>
                  </a:txBody>
                  <a:tcPr anchor="ctr">
                    <a:lnL>
                      <a:noFill/>
                    </a:lnL>
                    <a:lnR>
                      <a:noFill/>
                    </a:lnR>
                    <a:lnT>
                      <a:noFill/>
                    </a:lnT>
                    <a:lnB>
                      <a:noFill/>
                    </a:lnB>
                    <a:noFill/>
                  </a:tcPr>
                </a:tc>
                <a:extLst>
                  <a:ext uri="{0D108BD9-81ED-4DB2-BD59-A6C34878D82A}">
                    <a16:rowId xmlns:a16="http://schemas.microsoft.com/office/drawing/2014/main" val="4148369503"/>
                  </a:ext>
                </a:extLst>
              </a:tr>
            </a:tbl>
          </a:graphicData>
        </a:graphic>
      </p:graphicFrame>
    </p:spTree>
    <p:extLst>
      <p:ext uri="{BB962C8B-B14F-4D97-AF65-F5344CB8AC3E}">
        <p14:creationId xmlns:p14="http://schemas.microsoft.com/office/powerpoint/2010/main" val="28660716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TotalTime>
  <Words>3716</Words>
  <Application>Microsoft Office PowerPoint</Application>
  <PresentationFormat>Widescreen</PresentationFormat>
  <Paragraphs>485</Paragraphs>
  <Slides>17</Slides>
  <Notes>16</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Software Engineering (CS3201) Product and Process Metrics </vt:lpstr>
      <vt:lpstr>Objectives</vt:lpstr>
      <vt:lpstr> </vt:lpstr>
      <vt:lpstr>Introduction</vt:lpstr>
      <vt:lpstr>Software Quality Metrics</vt:lpstr>
      <vt:lpstr>Software Quality Metrics</vt:lpstr>
      <vt:lpstr>Metrics for Analysis Models</vt:lpstr>
      <vt:lpstr>Metrics for Analysis Models</vt:lpstr>
      <vt:lpstr>Metrics for Design Models</vt:lpstr>
      <vt:lpstr>Metrics for Source Code</vt:lpstr>
      <vt:lpstr>Metrics for Source Code</vt:lpstr>
      <vt:lpstr>Metrics for Testing</vt:lpstr>
      <vt:lpstr>Metrics for Maintenance</vt:lpstr>
      <vt:lpstr> </vt:lpstr>
      <vt:lpstr>Introduction</vt:lpstr>
      <vt:lpstr>Importance</vt:lpstr>
      <vt:lpstr>A few examples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lastModifiedBy>Avinash Arun Chauhan</cp:lastModifiedBy>
  <cp:revision>4173</cp:revision>
  <dcterms:created xsi:type="dcterms:W3CDTF">2022-08-02T06:42:39Z</dcterms:created>
  <dcterms:modified xsi:type="dcterms:W3CDTF">2025-05-05T08:41:53Z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