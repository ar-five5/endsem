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5"/>
  </p:notesMasterIdLst>
  <p:sldIdLst>
    <p:sldId id="256" r:id="rId5"/>
    <p:sldId id="505" r:id="rId6"/>
    <p:sldId id="603" r:id="rId7"/>
    <p:sldId id="609" r:id="rId8"/>
    <p:sldId id="610" r:id="rId9"/>
    <p:sldId id="611" r:id="rId10"/>
    <p:sldId id="612" r:id="rId11"/>
    <p:sldId id="613" r:id="rId12"/>
    <p:sldId id="614" r:id="rId13"/>
    <p:sldId id="615" r:id="rId14"/>
    <p:sldId id="617" r:id="rId15"/>
    <p:sldId id="616" r:id="rId16"/>
    <p:sldId id="618" r:id="rId17"/>
    <p:sldId id="619" r:id="rId18"/>
    <p:sldId id="620" r:id="rId19"/>
    <p:sldId id="621" r:id="rId20"/>
    <p:sldId id="622" r:id="rId21"/>
    <p:sldId id="623" r:id="rId22"/>
    <p:sldId id="624" r:id="rId23"/>
    <p:sldId id="62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B93A27-30BF-3042-C8D6-464C15BD8EA2}" v="26" dt="2026-04-24T13:42:38.8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inash Arun Chauhan" userId="S::avinash.chauhan@mahindrauniversity.edu.in::241b5f3e-36f4-4c61-9553-90e6a1c1b8a6" providerId="AD" clId="Web-{E2B93A27-30BF-3042-C8D6-464C15BD8EA2}"/>
    <pc:docChg chg="modSld">
      <pc:chgData name="Avinash Arun Chauhan" userId="S::avinash.chauhan@mahindrauniversity.edu.in::241b5f3e-36f4-4c61-9553-90e6a1c1b8a6" providerId="AD" clId="Web-{E2B93A27-30BF-3042-C8D6-464C15BD8EA2}" dt="2026-04-24T13:42:38.895" v="25" actId="20577"/>
      <pc:docMkLst>
        <pc:docMk/>
      </pc:docMkLst>
      <pc:sldChg chg="modSp">
        <pc:chgData name="Avinash Arun Chauhan" userId="S::avinash.chauhan@mahindrauniversity.edu.in::241b5f3e-36f4-4c61-9553-90e6a1c1b8a6" providerId="AD" clId="Web-{E2B93A27-30BF-3042-C8D6-464C15BD8EA2}" dt="2026-04-24T13:31:25.452" v="22" actId="20577"/>
        <pc:sldMkLst>
          <pc:docMk/>
          <pc:sldMk cId="883900188" sldId="505"/>
        </pc:sldMkLst>
        <pc:spChg chg="mod">
          <ac:chgData name="Avinash Arun Chauhan" userId="S::avinash.chauhan@mahindrauniversity.edu.in::241b5f3e-36f4-4c61-9553-90e6a1c1b8a6" providerId="AD" clId="Web-{E2B93A27-30BF-3042-C8D6-464C15BD8EA2}" dt="2026-04-24T13:31:25.452" v="22" actId="20577"/>
          <ac:spMkLst>
            <pc:docMk/>
            <pc:sldMk cId="883900188" sldId="505"/>
            <ac:spMk id="3" creationId="{29BD426B-01FE-6A79-FB41-404DC71E5937}"/>
          </ac:spMkLst>
        </pc:spChg>
      </pc:sldChg>
      <pc:sldChg chg="modSp">
        <pc:chgData name="Avinash Arun Chauhan" userId="S::avinash.chauhan@mahindrauniversity.edu.in::241b5f3e-36f4-4c61-9553-90e6a1c1b8a6" providerId="AD" clId="Web-{E2B93A27-30BF-3042-C8D6-464C15BD8EA2}" dt="2026-04-24T13:33:36.828" v="23" actId="20577"/>
        <pc:sldMkLst>
          <pc:docMk/>
          <pc:sldMk cId="2303245119" sldId="610"/>
        </pc:sldMkLst>
        <pc:spChg chg="mod">
          <ac:chgData name="Avinash Arun Chauhan" userId="S::avinash.chauhan@mahindrauniversity.edu.in::241b5f3e-36f4-4c61-9553-90e6a1c1b8a6" providerId="AD" clId="Web-{E2B93A27-30BF-3042-C8D6-464C15BD8EA2}" dt="2026-04-24T13:33:36.828" v="23" actId="20577"/>
          <ac:spMkLst>
            <pc:docMk/>
            <pc:sldMk cId="2303245119" sldId="610"/>
            <ac:spMk id="3" creationId="{BA4829C2-AA66-E46A-2FCB-AB7671C785A5}"/>
          </ac:spMkLst>
        </pc:spChg>
      </pc:sldChg>
      <pc:sldChg chg="modSp">
        <pc:chgData name="Avinash Arun Chauhan" userId="S::avinash.chauhan@mahindrauniversity.edu.in::241b5f3e-36f4-4c61-9553-90e6a1c1b8a6" providerId="AD" clId="Web-{E2B93A27-30BF-3042-C8D6-464C15BD8EA2}" dt="2026-04-24T13:34:42.755" v="24" actId="20577"/>
        <pc:sldMkLst>
          <pc:docMk/>
          <pc:sldMk cId="2209809018" sldId="612"/>
        </pc:sldMkLst>
        <pc:spChg chg="mod">
          <ac:chgData name="Avinash Arun Chauhan" userId="S::avinash.chauhan@mahindrauniversity.edu.in::241b5f3e-36f4-4c61-9553-90e6a1c1b8a6" providerId="AD" clId="Web-{E2B93A27-30BF-3042-C8D6-464C15BD8EA2}" dt="2026-04-24T13:34:42.755" v="24" actId="20577"/>
          <ac:spMkLst>
            <pc:docMk/>
            <pc:sldMk cId="2209809018" sldId="612"/>
            <ac:spMk id="3" creationId="{D6AC1F0B-711B-C2AD-B75C-8509E03969C4}"/>
          </ac:spMkLst>
        </pc:spChg>
      </pc:sldChg>
      <pc:sldChg chg="modSp">
        <pc:chgData name="Avinash Arun Chauhan" userId="S::avinash.chauhan@mahindrauniversity.edu.in::241b5f3e-36f4-4c61-9553-90e6a1c1b8a6" providerId="AD" clId="Web-{E2B93A27-30BF-3042-C8D6-464C15BD8EA2}" dt="2026-04-24T13:42:38.895" v="25" actId="20577"/>
        <pc:sldMkLst>
          <pc:docMk/>
          <pc:sldMk cId="3747720711" sldId="621"/>
        </pc:sldMkLst>
        <pc:spChg chg="mod">
          <ac:chgData name="Avinash Arun Chauhan" userId="S::avinash.chauhan@mahindrauniversity.edu.in::241b5f3e-36f4-4c61-9553-90e6a1c1b8a6" providerId="AD" clId="Web-{E2B93A27-30BF-3042-C8D6-464C15BD8EA2}" dt="2026-04-24T13:42:38.895" v="25" actId="20577"/>
          <ac:spMkLst>
            <pc:docMk/>
            <pc:sldMk cId="3747720711" sldId="621"/>
            <ac:spMk id="3" creationId="{AFACBCE3-2FE3-3742-2122-46EEAC4B5CD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28A5F4-8A54-40B7-994C-7C13036E170D}"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A36BE-6307-4311-8670-04B167AD63B7}" type="slidenum">
              <a:rPr lang="en-US" smtClean="0"/>
              <a:t>‹#›</a:t>
            </a:fld>
            <a:endParaRPr lang="en-US"/>
          </a:p>
        </p:txBody>
      </p:sp>
    </p:spTree>
    <p:extLst>
      <p:ext uri="{BB962C8B-B14F-4D97-AF65-F5344CB8AC3E}">
        <p14:creationId xmlns:p14="http://schemas.microsoft.com/office/powerpoint/2010/main" val="210185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5CE37-4634-B3BF-E0F9-59144EF805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6487F-0E4A-3B99-88FD-7BE6A5D9F5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D48EE2-3BD7-1BF8-25A6-2B888F0E2B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2D5C3C-57AB-3F5A-ADA4-18E50C4965D1}"/>
              </a:ext>
            </a:extLst>
          </p:cNvPr>
          <p:cNvSpPr>
            <a:spLocks noGrp="1"/>
          </p:cNvSpPr>
          <p:nvPr>
            <p:ph type="sldNum" sz="quarter" idx="5"/>
          </p:nvPr>
        </p:nvSpPr>
        <p:spPr/>
        <p:txBody>
          <a:bodyPr/>
          <a:lstStyle/>
          <a:p>
            <a:fld id="{2E5A36BE-6307-4311-8670-04B167AD63B7}" type="slidenum">
              <a:rPr lang="en-US" smtClean="0"/>
              <a:t>2</a:t>
            </a:fld>
            <a:endParaRPr lang="en-US"/>
          </a:p>
        </p:txBody>
      </p:sp>
    </p:spTree>
    <p:extLst>
      <p:ext uri="{BB962C8B-B14F-4D97-AF65-F5344CB8AC3E}">
        <p14:creationId xmlns:p14="http://schemas.microsoft.com/office/powerpoint/2010/main" val="3209819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8B35C-D1CB-C463-589E-63018B2AF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481F84-09FE-8668-12C8-E4B1C0A11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59C6D9-D3A3-3B26-3692-C142BDF6D7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F652D3-3278-90CE-F069-67FD594912BF}"/>
              </a:ext>
            </a:extLst>
          </p:cNvPr>
          <p:cNvSpPr>
            <a:spLocks noGrp="1"/>
          </p:cNvSpPr>
          <p:nvPr>
            <p:ph type="sldNum" sz="quarter" idx="5"/>
          </p:nvPr>
        </p:nvSpPr>
        <p:spPr/>
        <p:txBody>
          <a:bodyPr/>
          <a:lstStyle/>
          <a:p>
            <a:fld id="{2E5A36BE-6307-4311-8670-04B167AD63B7}" type="slidenum">
              <a:rPr lang="en-US" smtClean="0"/>
              <a:t>3</a:t>
            </a:fld>
            <a:endParaRPr lang="en-US"/>
          </a:p>
        </p:txBody>
      </p:sp>
    </p:spTree>
    <p:extLst>
      <p:ext uri="{BB962C8B-B14F-4D97-AF65-F5344CB8AC3E}">
        <p14:creationId xmlns:p14="http://schemas.microsoft.com/office/powerpoint/2010/main" val="2750545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DD53D-E37D-DF57-DBB3-3A1E9E658F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A3E3E-82AA-AD90-F7E5-9174EB3E9B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174AE5-E68D-9FF7-9AA4-988C93BF405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A19F6AF-533F-1AE7-3637-0CC352F74286}"/>
              </a:ext>
            </a:extLst>
          </p:cNvPr>
          <p:cNvSpPr>
            <a:spLocks noGrp="1"/>
          </p:cNvSpPr>
          <p:nvPr>
            <p:ph type="sldNum" sz="quarter" idx="5"/>
          </p:nvPr>
        </p:nvSpPr>
        <p:spPr/>
        <p:txBody>
          <a:bodyPr/>
          <a:lstStyle/>
          <a:p>
            <a:fld id="{2E5A36BE-6307-4311-8670-04B167AD63B7}" type="slidenum">
              <a:rPr lang="en-US" smtClean="0"/>
              <a:t>4</a:t>
            </a:fld>
            <a:endParaRPr lang="en-US"/>
          </a:p>
        </p:txBody>
      </p:sp>
    </p:spTree>
    <p:extLst>
      <p:ext uri="{BB962C8B-B14F-4D97-AF65-F5344CB8AC3E}">
        <p14:creationId xmlns:p14="http://schemas.microsoft.com/office/powerpoint/2010/main" val="396637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B48EB-BE53-DD6B-B7C2-8B03FD8C2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706678-7424-BA63-B677-7642C9A941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419578-84A1-739B-611F-FAFC4C17FBD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960C9A3-2EF6-5604-3C47-49DA071DC00E}"/>
              </a:ext>
            </a:extLst>
          </p:cNvPr>
          <p:cNvSpPr>
            <a:spLocks noGrp="1"/>
          </p:cNvSpPr>
          <p:nvPr>
            <p:ph type="sldNum" sz="quarter" idx="5"/>
          </p:nvPr>
        </p:nvSpPr>
        <p:spPr/>
        <p:txBody>
          <a:bodyPr/>
          <a:lstStyle/>
          <a:p>
            <a:fld id="{2E5A36BE-6307-4311-8670-04B167AD63B7}" type="slidenum">
              <a:rPr lang="en-US" smtClean="0"/>
              <a:t>5</a:t>
            </a:fld>
            <a:endParaRPr lang="en-US"/>
          </a:p>
        </p:txBody>
      </p:sp>
    </p:spTree>
    <p:extLst>
      <p:ext uri="{BB962C8B-B14F-4D97-AF65-F5344CB8AC3E}">
        <p14:creationId xmlns:p14="http://schemas.microsoft.com/office/powerpoint/2010/main" val="26065250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D3F87-7FDD-7ADD-C14C-96D8F1945F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A3E72-7E5F-E83B-ACBF-9C58CFD62C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0DEFD-5BE6-0631-9C9C-9EC43C22CF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0297368-880D-44EB-6A84-C05E39E1CECA}"/>
              </a:ext>
            </a:extLst>
          </p:cNvPr>
          <p:cNvSpPr>
            <a:spLocks noGrp="1"/>
          </p:cNvSpPr>
          <p:nvPr>
            <p:ph type="sldNum" sz="quarter" idx="5"/>
          </p:nvPr>
        </p:nvSpPr>
        <p:spPr/>
        <p:txBody>
          <a:bodyPr/>
          <a:lstStyle/>
          <a:p>
            <a:fld id="{2E5A36BE-6307-4311-8670-04B167AD63B7}" type="slidenum">
              <a:rPr lang="en-US" smtClean="0"/>
              <a:t>6</a:t>
            </a:fld>
            <a:endParaRPr lang="en-US"/>
          </a:p>
        </p:txBody>
      </p:sp>
    </p:spTree>
    <p:extLst>
      <p:ext uri="{BB962C8B-B14F-4D97-AF65-F5344CB8AC3E}">
        <p14:creationId xmlns:p14="http://schemas.microsoft.com/office/powerpoint/2010/main" val="229135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A2221-5EF8-7B69-F804-32BFDAF396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56CB9-D545-3EF7-D0F0-B40C130D86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643950-623E-EEE2-B8B6-06CBD7201AA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0A2857B-46AB-0635-47E4-8615022040E3}"/>
              </a:ext>
            </a:extLst>
          </p:cNvPr>
          <p:cNvSpPr>
            <a:spLocks noGrp="1"/>
          </p:cNvSpPr>
          <p:nvPr>
            <p:ph type="sldNum" sz="quarter" idx="5"/>
          </p:nvPr>
        </p:nvSpPr>
        <p:spPr/>
        <p:txBody>
          <a:bodyPr/>
          <a:lstStyle/>
          <a:p>
            <a:fld id="{2E5A36BE-6307-4311-8670-04B167AD63B7}" type="slidenum">
              <a:rPr lang="en-US" smtClean="0"/>
              <a:t>7</a:t>
            </a:fld>
            <a:endParaRPr lang="en-US"/>
          </a:p>
        </p:txBody>
      </p:sp>
    </p:spTree>
    <p:extLst>
      <p:ext uri="{BB962C8B-B14F-4D97-AF65-F5344CB8AC3E}">
        <p14:creationId xmlns:p14="http://schemas.microsoft.com/office/powerpoint/2010/main" val="3023787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935D2-F727-E4F6-7EC7-66F57889F4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60448-6B2A-C552-53A3-441F20016C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D429DE-9278-BAFC-D557-98774EE4055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64B69C0-9D63-1265-F3FD-4C8491117FFF}"/>
              </a:ext>
            </a:extLst>
          </p:cNvPr>
          <p:cNvSpPr>
            <a:spLocks noGrp="1"/>
          </p:cNvSpPr>
          <p:nvPr>
            <p:ph type="sldNum" sz="quarter" idx="5"/>
          </p:nvPr>
        </p:nvSpPr>
        <p:spPr/>
        <p:txBody>
          <a:bodyPr/>
          <a:lstStyle/>
          <a:p>
            <a:fld id="{2E5A36BE-6307-4311-8670-04B167AD63B7}" type="slidenum">
              <a:rPr lang="en-US" smtClean="0"/>
              <a:t>8</a:t>
            </a:fld>
            <a:endParaRPr lang="en-US"/>
          </a:p>
        </p:txBody>
      </p:sp>
    </p:spTree>
    <p:extLst>
      <p:ext uri="{BB962C8B-B14F-4D97-AF65-F5344CB8AC3E}">
        <p14:creationId xmlns:p14="http://schemas.microsoft.com/office/powerpoint/2010/main" val="1001141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6C5DC-CE9C-BA82-A276-C85FCF618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BDA56F-57AB-14E6-03B3-A991BE3B4C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ABCDBB-F787-15D5-213E-404EB55E64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80E58CC-A16B-A067-DD8E-7E86DACBFABF}"/>
              </a:ext>
            </a:extLst>
          </p:cNvPr>
          <p:cNvSpPr>
            <a:spLocks noGrp="1"/>
          </p:cNvSpPr>
          <p:nvPr>
            <p:ph type="sldNum" sz="quarter" idx="5"/>
          </p:nvPr>
        </p:nvSpPr>
        <p:spPr/>
        <p:txBody>
          <a:bodyPr/>
          <a:lstStyle/>
          <a:p>
            <a:fld id="{2E5A36BE-6307-4311-8670-04B167AD63B7}" type="slidenum">
              <a:rPr lang="en-US" smtClean="0"/>
              <a:t>9</a:t>
            </a:fld>
            <a:endParaRPr lang="en-US"/>
          </a:p>
        </p:txBody>
      </p:sp>
    </p:spTree>
    <p:extLst>
      <p:ext uri="{BB962C8B-B14F-4D97-AF65-F5344CB8AC3E}">
        <p14:creationId xmlns:p14="http://schemas.microsoft.com/office/powerpoint/2010/main" val="19169642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A18FB-3693-2B6A-A5B1-93541EF96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8A6753-707F-CA70-4F99-AFC91FE08C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5737C-35C8-8154-8D6C-00E7DB0825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640524-DAD4-7488-94BB-B0F43FEB50DC}"/>
              </a:ext>
            </a:extLst>
          </p:cNvPr>
          <p:cNvSpPr>
            <a:spLocks noGrp="1"/>
          </p:cNvSpPr>
          <p:nvPr>
            <p:ph type="sldNum" sz="quarter" idx="5"/>
          </p:nvPr>
        </p:nvSpPr>
        <p:spPr/>
        <p:txBody>
          <a:bodyPr/>
          <a:lstStyle/>
          <a:p>
            <a:fld id="{2E5A36BE-6307-4311-8670-04B167AD63B7}" type="slidenum">
              <a:rPr lang="en-US" smtClean="0"/>
              <a:t>10</a:t>
            </a:fld>
            <a:endParaRPr lang="en-US"/>
          </a:p>
        </p:txBody>
      </p:sp>
    </p:spTree>
    <p:extLst>
      <p:ext uri="{BB962C8B-B14F-4D97-AF65-F5344CB8AC3E}">
        <p14:creationId xmlns:p14="http://schemas.microsoft.com/office/powerpoint/2010/main" val="10873951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799EF-3238-AA36-F0C5-E59D6DF8CE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8187CF-589D-749F-FDE4-73F04DC5E2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21F85F-934E-5C60-8696-9C4EF19769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9726544-626A-B3A5-8450-C8BC826AD8C1}"/>
              </a:ext>
            </a:extLst>
          </p:cNvPr>
          <p:cNvSpPr>
            <a:spLocks noGrp="1"/>
          </p:cNvSpPr>
          <p:nvPr>
            <p:ph type="sldNum" sz="quarter" idx="5"/>
          </p:nvPr>
        </p:nvSpPr>
        <p:spPr/>
        <p:txBody>
          <a:bodyPr/>
          <a:lstStyle/>
          <a:p>
            <a:fld id="{2E5A36BE-6307-4311-8670-04B167AD63B7}" type="slidenum">
              <a:rPr lang="en-US" smtClean="0"/>
              <a:t>11</a:t>
            </a:fld>
            <a:endParaRPr lang="en-US"/>
          </a:p>
        </p:txBody>
      </p:sp>
    </p:spTree>
    <p:extLst>
      <p:ext uri="{BB962C8B-B14F-4D97-AF65-F5344CB8AC3E}">
        <p14:creationId xmlns:p14="http://schemas.microsoft.com/office/powerpoint/2010/main" val="1149716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B3D36-ECFF-33CC-35AE-9BBEBE6415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8E9EF4-4B1A-C143-BEFE-E48DBEAC5D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52AA79-B76E-9972-DC41-F688C7ECDFF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CFA5E3-5453-F4AA-E715-65FCD0F3FE8A}"/>
              </a:ext>
            </a:extLst>
          </p:cNvPr>
          <p:cNvSpPr>
            <a:spLocks noGrp="1"/>
          </p:cNvSpPr>
          <p:nvPr>
            <p:ph type="sldNum" sz="quarter" idx="5"/>
          </p:nvPr>
        </p:nvSpPr>
        <p:spPr/>
        <p:txBody>
          <a:bodyPr/>
          <a:lstStyle/>
          <a:p>
            <a:fld id="{2E5A36BE-6307-4311-8670-04B167AD63B7}" type="slidenum">
              <a:rPr lang="en-US" smtClean="0"/>
              <a:t>12</a:t>
            </a:fld>
            <a:endParaRPr lang="en-US"/>
          </a:p>
        </p:txBody>
      </p:sp>
    </p:spTree>
    <p:extLst>
      <p:ext uri="{BB962C8B-B14F-4D97-AF65-F5344CB8AC3E}">
        <p14:creationId xmlns:p14="http://schemas.microsoft.com/office/powerpoint/2010/main" val="16734909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2FF0E-0279-3DFD-0D83-B22BBBE985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881233-DE7C-E74A-0B76-F72DD32011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DE4054-3ECC-319B-546E-59C59EB5E13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FBF904-710B-BF86-67BE-484A700437FA}"/>
              </a:ext>
            </a:extLst>
          </p:cNvPr>
          <p:cNvSpPr>
            <a:spLocks noGrp="1"/>
          </p:cNvSpPr>
          <p:nvPr>
            <p:ph type="sldNum" sz="quarter" idx="5"/>
          </p:nvPr>
        </p:nvSpPr>
        <p:spPr/>
        <p:txBody>
          <a:bodyPr/>
          <a:lstStyle/>
          <a:p>
            <a:fld id="{2E5A36BE-6307-4311-8670-04B167AD63B7}" type="slidenum">
              <a:rPr lang="en-US" smtClean="0"/>
              <a:t>13</a:t>
            </a:fld>
            <a:endParaRPr lang="en-US"/>
          </a:p>
        </p:txBody>
      </p:sp>
    </p:spTree>
    <p:extLst>
      <p:ext uri="{BB962C8B-B14F-4D97-AF65-F5344CB8AC3E}">
        <p14:creationId xmlns:p14="http://schemas.microsoft.com/office/powerpoint/2010/main" val="8921986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FC9EA-F199-F56A-F905-D089E745B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AE01B-8E2D-D89D-1D2D-4C59F2D861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1B3D0F-49FF-5902-EECC-6F9C62925E6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A3CC61-82A5-9118-9031-0E89D52FA8BE}"/>
              </a:ext>
            </a:extLst>
          </p:cNvPr>
          <p:cNvSpPr>
            <a:spLocks noGrp="1"/>
          </p:cNvSpPr>
          <p:nvPr>
            <p:ph type="sldNum" sz="quarter" idx="5"/>
          </p:nvPr>
        </p:nvSpPr>
        <p:spPr/>
        <p:txBody>
          <a:bodyPr/>
          <a:lstStyle/>
          <a:p>
            <a:fld id="{2E5A36BE-6307-4311-8670-04B167AD63B7}" type="slidenum">
              <a:rPr lang="en-US" smtClean="0"/>
              <a:t>14</a:t>
            </a:fld>
            <a:endParaRPr lang="en-US"/>
          </a:p>
        </p:txBody>
      </p:sp>
    </p:spTree>
    <p:extLst>
      <p:ext uri="{BB962C8B-B14F-4D97-AF65-F5344CB8AC3E}">
        <p14:creationId xmlns:p14="http://schemas.microsoft.com/office/powerpoint/2010/main" val="7971066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432F8-9BDF-ACC1-CB55-F00BB2C2F5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FAC0C-A150-C05D-28F4-F5105CD74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C942CA-0EE1-FB40-5716-BAEEF1D0D4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42C8AB0-1C7F-D1FB-248F-C71370634F47}"/>
              </a:ext>
            </a:extLst>
          </p:cNvPr>
          <p:cNvSpPr>
            <a:spLocks noGrp="1"/>
          </p:cNvSpPr>
          <p:nvPr>
            <p:ph type="sldNum" sz="quarter" idx="5"/>
          </p:nvPr>
        </p:nvSpPr>
        <p:spPr/>
        <p:txBody>
          <a:bodyPr/>
          <a:lstStyle/>
          <a:p>
            <a:fld id="{2E5A36BE-6307-4311-8670-04B167AD63B7}" type="slidenum">
              <a:rPr lang="en-US" smtClean="0"/>
              <a:t>15</a:t>
            </a:fld>
            <a:endParaRPr lang="en-US"/>
          </a:p>
        </p:txBody>
      </p:sp>
    </p:spTree>
    <p:extLst>
      <p:ext uri="{BB962C8B-B14F-4D97-AF65-F5344CB8AC3E}">
        <p14:creationId xmlns:p14="http://schemas.microsoft.com/office/powerpoint/2010/main" val="3646743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855D3-0D32-C483-1A9F-DE2CBC8772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BD824-9542-54F4-815C-C85E7F59BF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761BE5-E140-9E5E-A59D-3DD8B09018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E716AC-7A7E-4ABA-AAE2-9E3195728686}"/>
              </a:ext>
            </a:extLst>
          </p:cNvPr>
          <p:cNvSpPr>
            <a:spLocks noGrp="1"/>
          </p:cNvSpPr>
          <p:nvPr>
            <p:ph type="sldNum" sz="quarter" idx="5"/>
          </p:nvPr>
        </p:nvSpPr>
        <p:spPr/>
        <p:txBody>
          <a:bodyPr/>
          <a:lstStyle/>
          <a:p>
            <a:fld id="{2E5A36BE-6307-4311-8670-04B167AD63B7}" type="slidenum">
              <a:rPr lang="en-US" smtClean="0"/>
              <a:t>16</a:t>
            </a:fld>
            <a:endParaRPr lang="en-US"/>
          </a:p>
        </p:txBody>
      </p:sp>
    </p:spTree>
    <p:extLst>
      <p:ext uri="{BB962C8B-B14F-4D97-AF65-F5344CB8AC3E}">
        <p14:creationId xmlns:p14="http://schemas.microsoft.com/office/powerpoint/2010/main" val="8872732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163AB-70CD-02C5-987C-6714EEFBC2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F42F4E-F8F2-BE6F-D717-CF761DBA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D6B79F-1A3C-870E-BAD5-8A855457B5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C717845-6C01-06E7-286A-DC3FA81E136E}"/>
              </a:ext>
            </a:extLst>
          </p:cNvPr>
          <p:cNvSpPr>
            <a:spLocks noGrp="1"/>
          </p:cNvSpPr>
          <p:nvPr>
            <p:ph type="sldNum" sz="quarter" idx="5"/>
          </p:nvPr>
        </p:nvSpPr>
        <p:spPr/>
        <p:txBody>
          <a:bodyPr/>
          <a:lstStyle/>
          <a:p>
            <a:fld id="{2E5A36BE-6307-4311-8670-04B167AD63B7}" type="slidenum">
              <a:rPr lang="en-US" smtClean="0"/>
              <a:t>17</a:t>
            </a:fld>
            <a:endParaRPr lang="en-US"/>
          </a:p>
        </p:txBody>
      </p:sp>
    </p:spTree>
    <p:extLst>
      <p:ext uri="{BB962C8B-B14F-4D97-AF65-F5344CB8AC3E}">
        <p14:creationId xmlns:p14="http://schemas.microsoft.com/office/powerpoint/2010/main" val="21497871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D92F7-8661-2E19-8509-3638998416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01021C-5128-0E24-DF39-62E9020D0D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0699FA-1D0C-4F3D-B6ED-6802E9FDDA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30C952-642C-664E-0D8E-EA9197244EEE}"/>
              </a:ext>
            </a:extLst>
          </p:cNvPr>
          <p:cNvSpPr>
            <a:spLocks noGrp="1"/>
          </p:cNvSpPr>
          <p:nvPr>
            <p:ph type="sldNum" sz="quarter" idx="5"/>
          </p:nvPr>
        </p:nvSpPr>
        <p:spPr/>
        <p:txBody>
          <a:bodyPr/>
          <a:lstStyle/>
          <a:p>
            <a:fld id="{2E5A36BE-6307-4311-8670-04B167AD63B7}" type="slidenum">
              <a:rPr lang="en-US" smtClean="0"/>
              <a:t>18</a:t>
            </a:fld>
            <a:endParaRPr lang="en-US"/>
          </a:p>
        </p:txBody>
      </p:sp>
    </p:spTree>
    <p:extLst>
      <p:ext uri="{BB962C8B-B14F-4D97-AF65-F5344CB8AC3E}">
        <p14:creationId xmlns:p14="http://schemas.microsoft.com/office/powerpoint/2010/main" val="13183889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198D5-66D8-E89A-21DA-ACC8CF98B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9A93A-658F-E94C-057C-755087552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6929FA-3FC5-05B9-6E6A-3433277DAAF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9F55DBC-9394-5ED6-3BD7-CAF1C3E06024}"/>
              </a:ext>
            </a:extLst>
          </p:cNvPr>
          <p:cNvSpPr>
            <a:spLocks noGrp="1"/>
          </p:cNvSpPr>
          <p:nvPr>
            <p:ph type="sldNum" sz="quarter" idx="5"/>
          </p:nvPr>
        </p:nvSpPr>
        <p:spPr/>
        <p:txBody>
          <a:bodyPr/>
          <a:lstStyle/>
          <a:p>
            <a:fld id="{2E5A36BE-6307-4311-8670-04B167AD63B7}" type="slidenum">
              <a:rPr lang="en-US" smtClean="0"/>
              <a:t>19</a:t>
            </a:fld>
            <a:endParaRPr lang="en-US"/>
          </a:p>
        </p:txBody>
      </p:sp>
    </p:spTree>
    <p:extLst>
      <p:ext uri="{BB962C8B-B14F-4D97-AF65-F5344CB8AC3E}">
        <p14:creationId xmlns:p14="http://schemas.microsoft.com/office/powerpoint/2010/main" val="13977125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2F907-7527-4F2B-E091-D98425BE0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7A8B68-2432-CE9C-1461-16D8CAC2DC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0F03FF-F581-3151-DFA0-C05D76A156D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AC50112-563A-68E9-648D-AFCB8EC71DF7}"/>
              </a:ext>
            </a:extLst>
          </p:cNvPr>
          <p:cNvSpPr>
            <a:spLocks noGrp="1"/>
          </p:cNvSpPr>
          <p:nvPr>
            <p:ph type="sldNum" sz="quarter" idx="5"/>
          </p:nvPr>
        </p:nvSpPr>
        <p:spPr/>
        <p:txBody>
          <a:bodyPr/>
          <a:lstStyle/>
          <a:p>
            <a:fld id="{2E5A36BE-6307-4311-8670-04B167AD63B7}" type="slidenum">
              <a:rPr lang="en-US" smtClean="0"/>
              <a:t>20</a:t>
            </a:fld>
            <a:endParaRPr lang="en-US"/>
          </a:p>
        </p:txBody>
      </p:sp>
    </p:spTree>
    <p:extLst>
      <p:ext uri="{BB962C8B-B14F-4D97-AF65-F5344CB8AC3E}">
        <p14:creationId xmlns:p14="http://schemas.microsoft.com/office/powerpoint/2010/main" val="681216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59E9-470B-4B8D-A9EB-CE8AF5FBB5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AB98EB-266D-4DF3-A1C8-8FFFE70454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3AD7FD-8146-4C92-B9C4-ABE3EDEB16D9}"/>
              </a:ext>
            </a:extLst>
          </p:cNvPr>
          <p:cNvSpPr>
            <a:spLocks noGrp="1"/>
          </p:cNvSpPr>
          <p:nvPr>
            <p:ph type="dt" sz="half" idx="10"/>
          </p:nvPr>
        </p:nvSpPr>
        <p:spPr/>
        <p:txBody>
          <a:bodyPr/>
          <a:lstStyle/>
          <a:p>
            <a:fld id="{9C4DCD19-635A-4F0C-A4D6-DCB11EE4711D}" type="datetime1">
              <a:rPr lang="en-US" smtClean="0"/>
              <a:t>4/24/2026</a:t>
            </a:fld>
            <a:endParaRPr lang="en-US"/>
          </a:p>
        </p:txBody>
      </p:sp>
      <p:sp>
        <p:nvSpPr>
          <p:cNvPr id="5" name="Footer Placeholder 4">
            <a:extLst>
              <a:ext uri="{FF2B5EF4-FFF2-40B4-BE49-F238E27FC236}">
                <a16:creationId xmlns:a16="http://schemas.microsoft.com/office/drawing/2014/main" id="{559E42B6-D644-4AA7-B4E2-53DBAD7EFAFB}"/>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C07AC68A-C2CE-47FA-BD3B-6AD5EDA234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879593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0891-51D6-4C6E-8AB0-50690D5D43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3F29A5-AEEE-446F-B62D-BD46C6B0CC4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43C36-C898-4C6E-97BC-0AE2998EBA25}"/>
              </a:ext>
            </a:extLst>
          </p:cNvPr>
          <p:cNvSpPr>
            <a:spLocks noGrp="1"/>
          </p:cNvSpPr>
          <p:nvPr>
            <p:ph type="dt" sz="half" idx="10"/>
          </p:nvPr>
        </p:nvSpPr>
        <p:spPr/>
        <p:txBody>
          <a:bodyPr/>
          <a:lstStyle/>
          <a:p>
            <a:fld id="{645470BA-D41E-437D-A225-B0D8986DE2C4}" type="datetime1">
              <a:rPr lang="en-US" smtClean="0"/>
              <a:t>4/24/2026</a:t>
            </a:fld>
            <a:endParaRPr lang="en-US"/>
          </a:p>
        </p:txBody>
      </p:sp>
      <p:sp>
        <p:nvSpPr>
          <p:cNvPr id="5" name="Footer Placeholder 4">
            <a:extLst>
              <a:ext uri="{FF2B5EF4-FFF2-40B4-BE49-F238E27FC236}">
                <a16:creationId xmlns:a16="http://schemas.microsoft.com/office/drawing/2014/main" id="{44AE89BF-AA6A-4CD1-AA42-45937EB05802}"/>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ECB5DC2B-9622-4D9B-A836-9C9CE22A7DB9}"/>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537992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0BC1F-CD2C-49A7-870C-07CC917605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9C7702-4100-4CC3-A19F-474F035648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C59C34D-B46E-470D-AD50-B9B038ABFFAD}"/>
              </a:ext>
            </a:extLst>
          </p:cNvPr>
          <p:cNvSpPr>
            <a:spLocks noGrp="1"/>
          </p:cNvSpPr>
          <p:nvPr>
            <p:ph type="dt" sz="half" idx="10"/>
          </p:nvPr>
        </p:nvSpPr>
        <p:spPr/>
        <p:txBody>
          <a:bodyPr/>
          <a:lstStyle/>
          <a:p>
            <a:fld id="{20878E2B-208F-4B34-9A15-6955A3621029}" type="datetime1">
              <a:rPr lang="en-US" smtClean="0"/>
              <a:t>4/24/2026</a:t>
            </a:fld>
            <a:endParaRPr lang="en-US"/>
          </a:p>
        </p:txBody>
      </p:sp>
      <p:sp>
        <p:nvSpPr>
          <p:cNvPr id="5" name="Footer Placeholder 4">
            <a:extLst>
              <a:ext uri="{FF2B5EF4-FFF2-40B4-BE49-F238E27FC236}">
                <a16:creationId xmlns:a16="http://schemas.microsoft.com/office/drawing/2014/main" id="{8D0D28AE-EBFC-4649-8128-2B57674BC3DC}"/>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852C87D2-79FD-40C2-B5D3-73BEFDD63BD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003285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F8DF4-CC57-4331-BAB2-274B7F4FD1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D4484E-6336-4F19-9BD1-3B91D85B75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92305B-61F6-40D5-8511-22A203F9B23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A3351C-4BD8-4A76-A84D-D27D42D70EB2}"/>
              </a:ext>
            </a:extLst>
          </p:cNvPr>
          <p:cNvSpPr>
            <a:spLocks noGrp="1"/>
          </p:cNvSpPr>
          <p:nvPr>
            <p:ph type="dt" sz="half" idx="10"/>
          </p:nvPr>
        </p:nvSpPr>
        <p:spPr/>
        <p:txBody>
          <a:bodyPr/>
          <a:lstStyle/>
          <a:p>
            <a:fld id="{A35B34A0-0F7C-4A42-A80B-69A32453D234}" type="datetime1">
              <a:rPr lang="en-US" smtClean="0"/>
              <a:t>4/24/2026</a:t>
            </a:fld>
            <a:endParaRPr lang="en-US"/>
          </a:p>
        </p:txBody>
      </p:sp>
      <p:sp>
        <p:nvSpPr>
          <p:cNvPr id="6" name="Footer Placeholder 5">
            <a:extLst>
              <a:ext uri="{FF2B5EF4-FFF2-40B4-BE49-F238E27FC236}">
                <a16:creationId xmlns:a16="http://schemas.microsoft.com/office/drawing/2014/main" id="{4456FA23-7C56-4373-97A9-C1E426909D83}"/>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7FB55C23-B74E-4564-83EB-E0801197213B}"/>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218285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EF3C4-0090-4478-811F-9CEEEDF30C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F55BC3-728A-4215-938B-9F1E55DDA7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39E5F37-172D-4DDD-8695-70423D07916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6C32F7-387C-48A9-8ED2-88A2E7CD45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3A15BBF-7552-4D05-B395-22949E22337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03D83-2EA3-43C4-8C34-C2EEB16DB25B}"/>
              </a:ext>
            </a:extLst>
          </p:cNvPr>
          <p:cNvSpPr>
            <a:spLocks noGrp="1"/>
          </p:cNvSpPr>
          <p:nvPr>
            <p:ph type="dt" sz="half" idx="10"/>
          </p:nvPr>
        </p:nvSpPr>
        <p:spPr/>
        <p:txBody>
          <a:bodyPr/>
          <a:lstStyle/>
          <a:p>
            <a:fld id="{9C05126E-3B88-4036-9F2D-FB7969B45F4A}" type="datetime1">
              <a:rPr lang="en-US" smtClean="0"/>
              <a:t>4/24/2026</a:t>
            </a:fld>
            <a:endParaRPr lang="en-US"/>
          </a:p>
        </p:txBody>
      </p:sp>
      <p:sp>
        <p:nvSpPr>
          <p:cNvPr id="8" name="Footer Placeholder 7">
            <a:extLst>
              <a:ext uri="{FF2B5EF4-FFF2-40B4-BE49-F238E27FC236}">
                <a16:creationId xmlns:a16="http://schemas.microsoft.com/office/drawing/2014/main" id="{7AED1FE8-F889-4A72-BCC1-50806FA11DFF}"/>
              </a:ext>
            </a:extLst>
          </p:cNvPr>
          <p:cNvSpPr>
            <a:spLocks noGrp="1"/>
          </p:cNvSpPr>
          <p:nvPr>
            <p:ph type="ftr" sz="quarter" idx="11"/>
          </p:nvPr>
        </p:nvSpPr>
        <p:spPr/>
        <p:txBody>
          <a:bodyPr/>
          <a:lstStyle/>
          <a:p>
            <a:r>
              <a:rPr lang="en-US"/>
              <a:t>Operating Systems</a:t>
            </a:r>
          </a:p>
        </p:txBody>
      </p:sp>
      <p:sp>
        <p:nvSpPr>
          <p:cNvPr id="9" name="Slide Number Placeholder 8">
            <a:extLst>
              <a:ext uri="{FF2B5EF4-FFF2-40B4-BE49-F238E27FC236}">
                <a16:creationId xmlns:a16="http://schemas.microsoft.com/office/drawing/2014/main" id="{7C3B86BC-226A-4A98-951A-01BC13DB05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146176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1E2B-54B4-4FD9-BC1F-9E86C9F08C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BDDD7E-C2A1-425A-9C02-69453F7A5E87}"/>
              </a:ext>
            </a:extLst>
          </p:cNvPr>
          <p:cNvSpPr>
            <a:spLocks noGrp="1"/>
          </p:cNvSpPr>
          <p:nvPr>
            <p:ph type="dt" sz="half" idx="10"/>
          </p:nvPr>
        </p:nvSpPr>
        <p:spPr/>
        <p:txBody>
          <a:bodyPr/>
          <a:lstStyle/>
          <a:p>
            <a:fld id="{046584BB-C434-4F3E-BD0C-56FCD0B24816}" type="datetime1">
              <a:rPr lang="en-US" smtClean="0"/>
              <a:t>4/24/2026</a:t>
            </a:fld>
            <a:endParaRPr lang="en-US"/>
          </a:p>
        </p:txBody>
      </p:sp>
      <p:sp>
        <p:nvSpPr>
          <p:cNvPr id="4" name="Footer Placeholder 3">
            <a:extLst>
              <a:ext uri="{FF2B5EF4-FFF2-40B4-BE49-F238E27FC236}">
                <a16:creationId xmlns:a16="http://schemas.microsoft.com/office/drawing/2014/main" id="{A32E4A64-28DA-4BCB-903B-0C2AB5DD43F0}"/>
              </a:ext>
            </a:extLst>
          </p:cNvPr>
          <p:cNvSpPr>
            <a:spLocks noGrp="1"/>
          </p:cNvSpPr>
          <p:nvPr>
            <p:ph type="ftr" sz="quarter" idx="11"/>
          </p:nvPr>
        </p:nvSpPr>
        <p:spPr/>
        <p:txBody>
          <a:bodyPr/>
          <a:lstStyle/>
          <a:p>
            <a:r>
              <a:rPr lang="en-US"/>
              <a:t>Operating Systems</a:t>
            </a:r>
          </a:p>
        </p:txBody>
      </p:sp>
      <p:sp>
        <p:nvSpPr>
          <p:cNvPr id="5" name="Slide Number Placeholder 4">
            <a:extLst>
              <a:ext uri="{FF2B5EF4-FFF2-40B4-BE49-F238E27FC236}">
                <a16:creationId xmlns:a16="http://schemas.microsoft.com/office/drawing/2014/main" id="{1362EF47-4BAF-438E-BFF8-6C806F186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976790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42DD21-4658-405D-B2C3-9B85D3D77813}"/>
              </a:ext>
            </a:extLst>
          </p:cNvPr>
          <p:cNvSpPr>
            <a:spLocks noGrp="1"/>
          </p:cNvSpPr>
          <p:nvPr>
            <p:ph type="dt" sz="half" idx="10"/>
          </p:nvPr>
        </p:nvSpPr>
        <p:spPr/>
        <p:txBody>
          <a:bodyPr/>
          <a:lstStyle/>
          <a:p>
            <a:fld id="{E76BBA68-3361-4BBC-8467-F2FA7738ABD3}" type="datetime1">
              <a:rPr lang="en-US" smtClean="0"/>
              <a:t>4/24/2026</a:t>
            </a:fld>
            <a:endParaRPr lang="en-US"/>
          </a:p>
        </p:txBody>
      </p:sp>
      <p:sp>
        <p:nvSpPr>
          <p:cNvPr id="3" name="Footer Placeholder 2">
            <a:extLst>
              <a:ext uri="{FF2B5EF4-FFF2-40B4-BE49-F238E27FC236}">
                <a16:creationId xmlns:a16="http://schemas.microsoft.com/office/drawing/2014/main" id="{0B8F90DF-D196-4982-9379-A12FD1999FB9}"/>
              </a:ext>
            </a:extLst>
          </p:cNvPr>
          <p:cNvSpPr>
            <a:spLocks noGrp="1"/>
          </p:cNvSpPr>
          <p:nvPr>
            <p:ph type="ftr" sz="quarter" idx="11"/>
          </p:nvPr>
        </p:nvSpPr>
        <p:spPr/>
        <p:txBody>
          <a:bodyPr/>
          <a:lstStyle/>
          <a:p>
            <a:r>
              <a:rPr lang="en-US"/>
              <a:t>Operating Systems</a:t>
            </a:r>
          </a:p>
        </p:txBody>
      </p:sp>
      <p:sp>
        <p:nvSpPr>
          <p:cNvPr id="4" name="Slide Number Placeholder 3">
            <a:extLst>
              <a:ext uri="{FF2B5EF4-FFF2-40B4-BE49-F238E27FC236}">
                <a16:creationId xmlns:a16="http://schemas.microsoft.com/office/drawing/2014/main" id="{D9CC7654-80F7-4116-966D-2D3D2BC2A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27915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29B0E-9BD9-44D9-9399-CB449D112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4051D0-651F-4845-8890-5B610674DD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582CB8-8E30-4092-BCE6-75EE6CE567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78DC2B3-BBD0-4E62-99CD-DCB9D3F5E479}"/>
              </a:ext>
            </a:extLst>
          </p:cNvPr>
          <p:cNvSpPr>
            <a:spLocks noGrp="1"/>
          </p:cNvSpPr>
          <p:nvPr>
            <p:ph type="dt" sz="half" idx="10"/>
          </p:nvPr>
        </p:nvSpPr>
        <p:spPr/>
        <p:txBody>
          <a:bodyPr/>
          <a:lstStyle/>
          <a:p>
            <a:fld id="{91E3D98D-6704-4670-8FDC-09111D656BD4}" type="datetime1">
              <a:rPr lang="en-US" smtClean="0"/>
              <a:t>4/24/2026</a:t>
            </a:fld>
            <a:endParaRPr lang="en-US"/>
          </a:p>
        </p:txBody>
      </p:sp>
      <p:sp>
        <p:nvSpPr>
          <p:cNvPr id="6" name="Footer Placeholder 5">
            <a:extLst>
              <a:ext uri="{FF2B5EF4-FFF2-40B4-BE49-F238E27FC236}">
                <a16:creationId xmlns:a16="http://schemas.microsoft.com/office/drawing/2014/main" id="{D21A16E1-26F2-4022-9090-75A0FEB23F99}"/>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99AF83AA-1CE6-4EEA-8163-A440E285C78D}"/>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31479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22C12-A56B-46B7-9523-4E7765EBAF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818F4B-7FBD-449C-9D81-7D29213753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D3098B-08EB-4860-ACC2-E8D7BEB693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AAD0008-6CA4-4B93-8BDC-7B7AA42F6380}"/>
              </a:ext>
            </a:extLst>
          </p:cNvPr>
          <p:cNvSpPr>
            <a:spLocks noGrp="1"/>
          </p:cNvSpPr>
          <p:nvPr>
            <p:ph type="dt" sz="half" idx="10"/>
          </p:nvPr>
        </p:nvSpPr>
        <p:spPr/>
        <p:txBody>
          <a:bodyPr/>
          <a:lstStyle/>
          <a:p>
            <a:fld id="{04EA7458-5FA4-458B-AACF-1E599ACFA24A}" type="datetime1">
              <a:rPr lang="en-US" smtClean="0"/>
              <a:t>4/24/2026</a:t>
            </a:fld>
            <a:endParaRPr lang="en-US"/>
          </a:p>
        </p:txBody>
      </p:sp>
      <p:sp>
        <p:nvSpPr>
          <p:cNvPr id="6" name="Footer Placeholder 5">
            <a:extLst>
              <a:ext uri="{FF2B5EF4-FFF2-40B4-BE49-F238E27FC236}">
                <a16:creationId xmlns:a16="http://schemas.microsoft.com/office/drawing/2014/main" id="{19E3AF11-361E-4FC8-B142-5CFE9169A0FA}"/>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4BA3C41B-7EB8-4600-BEBB-0A45CF654E5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540128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7D78-2A6F-4D0E-822D-7539139C55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D071C0-3DC6-4B14-9F13-2FB2DD4268F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B5082-8A34-496B-8055-45C8486F18A9}"/>
              </a:ext>
            </a:extLst>
          </p:cNvPr>
          <p:cNvSpPr>
            <a:spLocks noGrp="1"/>
          </p:cNvSpPr>
          <p:nvPr>
            <p:ph type="dt" sz="half" idx="10"/>
          </p:nvPr>
        </p:nvSpPr>
        <p:spPr/>
        <p:txBody>
          <a:bodyPr/>
          <a:lstStyle/>
          <a:p>
            <a:fld id="{99A94FA3-AC9C-4633-82C6-62F4B42E9A78}" type="datetime1">
              <a:rPr lang="en-US" smtClean="0"/>
              <a:t>4/24/2026</a:t>
            </a:fld>
            <a:endParaRPr lang="en-US"/>
          </a:p>
        </p:txBody>
      </p:sp>
      <p:sp>
        <p:nvSpPr>
          <p:cNvPr id="5" name="Footer Placeholder 4">
            <a:extLst>
              <a:ext uri="{FF2B5EF4-FFF2-40B4-BE49-F238E27FC236}">
                <a16:creationId xmlns:a16="http://schemas.microsoft.com/office/drawing/2014/main" id="{B2FC4C49-FC80-44C6-AC99-7EF245F8F8A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344B58D9-582A-4781-9C1A-4D75E5074D26}"/>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1241642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B2E5F-7BB4-42F5-B4AA-7F999C225F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130C69-8C0C-4E02-AB30-8518634C9F9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E9A658-BB07-4BF1-B2A6-B1BA2897B3F9}"/>
              </a:ext>
            </a:extLst>
          </p:cNvPr>
          <p:cNvSpPr>
            <a:spLocks noGrp="1"/>
          </p:cNvSpPr>
          <p:nvPr>
            <p:ph type="dt" sz="half" idx="10"/>
          </p:nvPr>
        </p:nvSpPr>
        <p:spPr/>
        <p:txBody>
          <a:bodyPr/>
          <a:lstStyle/>
          <a:p>
            <a:fld id="{91274142-9EFA-4C85-84A3-BE41724A2D18}" type="datetime1">
              <a:rPr lang="en-US" smtClean="0"/>
              <a:t>4/24/2026</a:t>
            </a:fld>
            <a:endParaRPr lang="en-US"/>
          </a:p>
        </p:txBody>
      </p:sp>
      <p:sp>
        <p:nvSpPr>
          <p:cNvPr id="5" name="Footer Placeholder 4">
            <a:extLst>
              <a:ext uri="{FF2B5EF4-FFF2-40B4-BE49-F238E27FC236}">
                <a16:creationId xmlns:a16="http://schemas.microsoft.com/office/drawing/2014/main" id="{6F6DF58F-2272-487B-A973-40A781C314D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73302C37-591F-410C-B5AA-8C515F26CE14}"/>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91906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61D8EC-B3EC-45B8-80A9-EB2955321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BE5CB1-9A52-407D-9714-6B719FE978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07748-238B-4EDD-8118-BD7336FFF0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5EB07D-1FD2-40D5-B059-0935C37A919D}" type="datetime1">
              <a:rPr lang="en-US" smtClean="0"/>
              <a:t>4/24/2026</a:t>
            </a:fld>
            <a:endParaRPr lang="en-US"/>
          </a:p>
        </p:txBody>
      </p:sp>
      <p:sp>
        <p:nvSpPr>
          <p:cNvPr id="5" name="Footer Placeholder 4">
            <a:extLst>
              <a:ext uri="{FF2B5EF4-FFF2-40B4-BE49-F238E27FC236}">
                <a16:creationId xmlns:a16="http://schemas.microsoft.com/office/drawing/2014/main" id="{109277D7-910E-4130-B9EE-C5EFBB05E5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a:t>
            </a:r>
          </a:p>
        </p:txBody>
      </p:sp>
      <p:sp>
        <p:nvSpPr>
          <p:cNvPr id="6" name="Slide Number Placeholder 5">
            <a:extLst>
              <a:ext uri="{FF2B5EF4-FFF2-40B4-BE49-F238E27FC236}">
                <a16:creationId xmlns:a16="http://schemas.microsoft.com/office/drawing/2014/main" id="{62CDCC63-9F16-4EEB-858E-FC2CFC17CF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559AE-1842-40A5-A2A9-0518F39FD1A9}" type="slidenum">
              <a:rPr lang="en-US" smtClean="0"/>
              <a:t>‹#›</a:t>
            </a:fld>
            <a:endParaRPr lang="en-US"/>
          </a:p>
        </p:txBody>
      </p:sp>
    </p:spTree>
    <p:extLst>
      <p:ext uri="{BB962C8B-B14F-4D97-AF65-F5344CB8AC3E}">
        <p14:creationId xmlns:p14="http://schemas.microsoft.com/office/powerpoint/2010/main" val="3421728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870F2-A17E-4535-8ECE-F608007055B7}"/>
              </a:ext>
            </a:extLst>
          </p:cNvPr>
          <p:cNvSpPr>
            <a:spLocks noGrp="1"/>
          </p:cNvSpPr>
          <p:nvPr>
            <p:ph type="ctrTitle"/>
          </p:nvPr>
        </p:nvSpPr>
        <p:spPr>
          <a:xfrm>
            <a:off x="1524000" y="1711835"/>
            <a:ext cx="9144000" cy="2387600"/>
          </a:xfrm>
        </p:spPr>
        <p:txBody>
          <a:bodyPr>
            <a:normAutofit fontScale="90000"/>
          </a:bodyPr>
          <a:lstStyle/>
          <a:p>
            <a:r>
              <a:rPr lang="en-US"/>
              <a:t>Software Engineering</a:t>
            </a:r>
            <a:br>
              <a:rPr lang="en-US"/>
            </a:br>
            <a:r>
              <a:rPr lang="en-US" sz="4000"/>
              <a:t>(CS3201)</a:t>
            </a:r>
            <a:br>
              <a:rPr lang="en-US" sz="4000">
                <a:ea typeface="Calibri Light"/>
                <a:cs typeface="Calibri Light"/>
              </a:rPr>
            </a:br>
            <a:r>
              <a:rPr lang="en-US" sz="4000">
                <a:ea typeface="Calibri Light"/>
                <a:cs typeface="Calibri Light"/>
              </a:rPr>
              <a:t>Software Testing</a:t>
            </a:r>
            <a:br>
              <a:rPr lang="en-US"/>
            </a:br>
            <a:endParaRPr lang="en-US" sz="4000">
              <a:cs typeface="Calibri Light"/>
            </a:endParaRPr>
          </a:p>
        </p:txBody>
      </p:sp>
      <p:sp>
        <p:nvSpPr>
          <p:cNvPr id="3" name="Subtitle 2">
            <a:extLst>
              <a:ext uri="{FF2B5EF4-FFF2-40B4-BE49-F238E27FC236}">
                <a16:creationId xmlns:a16="http://schemas.microsoft.com/office/drawing/2014/main" id="{445A8E92-73AA-4E3A-9516-63C46A8A4304}"/>
              </a:ext>
            </a:extLst>
          </p:cNvPr>
          <p:cNvSpPr>
            <a:spLocks noGrp="1"/>
          </p:cNvSpPr>
          <p:nvPr>
            <p:ph type="subTitle" idx="1"/>
          </p:nvPr>
        </p:nvSpPr>
        <p:spPr>
          <a:xfrm>
            <a:off x="1524000" y="3960626"/>
            <a:ext cx="9144000" cy="1655762"/>
          </a:xfrm>
        </p:spPr>
        <p:txBody>
          <a:bodyPr/>
          <a:lstStyle/>
          <a:p>
            <a:r>
              <a:rPr lang="en-US"/>
              <a:t>Avinash</a:t>
            </a:r>
          </a:p>
        </p:txBody>
      </p:sp>
      <p:pic>
        <p:nvPicPr>
          <p:cNvPr id="5" name="Picture 4">
            <a:extLst>
              <a:ext uri="{FF2B5EF4-FFF2-40B4-BE49-F238E27FC236}">
                <a16:creationId xmlns:a16="http://schemas.microsoft.com/office/drawing/2014/main" id="{ED6C0CC1-7E7A-46BB-AEDF-E956EA6F0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7575" y="5235388"/>
            <a:ext cx="5276850" cy="762000"/>
          </a:xfrm>
          <a:prstGeom prst="rect">
            <a:avLst/>
          </a:prstGeom>
        </p:spPr>
      </p:pic>
    </p:spTree>
    <p:extLst>
      <p:ext uri="{BB962C8B-B14F-4D97-AF65-F5344CB8AC3E}">
        <p14:creationId xmlns:p14="http://schemas.microsoft.com/office/powerpoint/2010/main" val="1540275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444F7-BDCB-95FE-E590-28879ABE3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ED248E-235C-2C9F-86E6-FFE7D5586919}"/>
              </a:ext>
            </a:extLst>
          </p:cNvPr>
          <p:cNvSpPr>
            <a:spLocks noGrp="1"/>
          </p:cNvSpPr>
          <p:nvPr>
            <p:ph type="title"/>
          </p:nvPr>
        </p:nvSpPr>
        <p:spPr/>
        <p:txBody>
          <a:bodyPr/>
          <a:lstStyle/>
          <a:p>
            <a:r>
              <a:rPr lang="en-GB">
                <a:ea typeface="Calibri Light"/>
                <a:cs typeface="Calibri Light"/>
              </a:rPr>
              <a:t>Objectives</a:t>
            </a:r>
            <a:endParaRPr lang="en-US"/>
          </a:p>
        </p:txBody>
      </p:sp>
      <p:sp>
        <p:nvSpPr>
          <p:cNvPr id="3" name="Content Placeholder 2">
            <a:extLst>
              <a:ext uri="{FF2B5EF4-FFF2-40B4-BE49-F238E27FC236}">
                <a16:creationId xmlns:a16="http://schemas.microsoft.com/office/drawing/2014/main" id="{29BD426B-01FE-6A79-FB41-404DC71E5937}"/>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a:ea typeface="+mn-lt"/>
                <a:cs typeface="+mn-lt"/>
              </a:rPr>
              <a:t>Understand the different stages of testing from 'testing during development' to 'acceptance testing by system customers': Done</a:t>
            </a:r>
            <a:endParaRPr lang="en-US">
              <a:ea typeface="Calibri" panose="020F0502020204030204"/>
              <a:cs typeface="Calibri"/>
            </a:endParaRPr>
          </a:p>
          <a:p>
            <a:r>
              <a:rPr lang="en-US">
                <a:ea typeface="Calibri" panose="020F0502020204030204"/>
                <a:cs typeface="Calibri"/>
              </a:rPr>
              <a:t>Understand techniques to help choose test cases: Done</a:t>
            </a:r>
          </a:p>
          <a:p>
            <a:r>
              <a:rPr lang="en-US">
                <a:ea typeface="Calibri" panose="020F0502020204030204"/>
                <a:cs typeface="Calibri"/>
              </a:rPr>
              <a:t>Understand 'Test First Development': Done</a:t>
            </a:r>
          </a:p>
          <a:p>
            <a:r>
              <a:rPr lang="en-US">
                <a:ea typeface="Calibri" panose="020F0502020204030204"/>
                <a:cs typeface="Calibri"/>
              </a:rPr>
              <a:t>Understand Component testing, System testing and Release testing</a:t>
            </a:r>
          </a:p>
        </p:txBody>
      </p:sp>
      <p:pic>
        <p:nvPicPr>
          <p:cNvPr id="6" name="Picture 5" descr="A black and white logo&#10;&#10;Description automatically generated">
            <a:extLst>
              <a:ext uri="{FF2B5EF4-FFF2-40B4-BE49-F238E27FC236}">
                <a16:creationId xmlns:a16="http://schemas.microsoft.com/office/drawing/2014/main" id="{BB3DAC13-0D16-2DB1-080D-657CDE2AAE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8580A80-2CDB-8E1D-57C4-DC8463447B7C}"/>
              </a:ext>
            </a:extLst>
          </p:cNvPr>
          <p:cNvSpPr>
            <a:spLocks noGrp="1"/>
          </p:cNvSpPr>
          <p:nvPr>
            <p:ph type="sldNum" sz="quarter" idx="12"/>
          </p:nvPr>
        </p:nvSpPr>
        <p:spPr/>
        <p:txBody>
          <a:bodyPr/>
          <a:lstStyle/>
          <a:p>
            <a:fld id="{008559AE-1842-40A5-A2A9-0518F39FD1A9}" type="slidenum">
              <a:rPr lang="en-US" smtClean="0"/>
              <a:t>2</a:t>
            </a:fld>
            <a:endParaRPr lang="en-GB"/>
          </a:p>
        </p:txBody>
      </p:sp>
      <p:sp>
        <p:nvSpPr>
          <p:cNvPr id="7" name="Footer Placeholder 6">
            <a:extLst>
              <a:ext uri="{FF2B5EF4-FFF2-40B4-BE49-F238E27FC236}">
                <a16:creationId xmlns:a16="http://schemas.microsoft.com/office/drawing/2014/main" id="{0F69DF3E-4B37-1F1C-A5C7-C91D3B04D31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883900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CF5DF-DAD1-090D-8F35-EAE2746FF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138EF-7446-BEAE-0EAA-06EA31162732}"/>
              </a:ext>
            </a:extLst>
          </p:cNvPr>
          <p:cNvSpPr>
            <a:spLocks noGrp="1"/>
          </p:cNvSpPr>
          <p:nvPr>
            <p:ph type="title"/>
          </p:nvPr>
        </p:nvSpPr>
        <p:spPr/>
        <p:txBody>
          <a:bodyPr/>
          <a:lstStyle/>
          <a:p>
            <a:r>
              <a:rPr lang="en-GB">
                <a:ea typeface="Calibri Light"/>
                <a:cs typeface="Calibri Light"/>
              </a:rPr>
              <a:t>Recap</a:t>
            </a:r>
            <a:endParaRPr lang="en-US"/>
          </a:p>
        </p:txBody>
      </p:sp>
      <p:sp>
        <p:nvSpPr>
          <p:cNvPr id="3" name="Content Placeholder 2">
            <a:extLst>
              <a:ext uri="{FF2B5EF4-FFF2-40B4-BE49-F238E27FC236}">
                <a16:creationId xmlns:a16="http://schemas.microsoft.com/office/drawing/2014/main" id="{7CB8A221-ECFB-2EE5-82CA-C8D1830A2EAF}"/>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a:ea typeface="Calibri" panose="020F0502020204030204"/>
                <a:cs typeface="Calibri"/>
              </a:rPr>
              <a:t>Refer Software Engineering – Lecture 12.1</a:t>
            </a:r>
            <a:endParaRPr lang="en-US"/>
          </a:p>
          <a:p>
            <a:pPr lvl="1"/>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58211D77-B42F-6FE7-16EA-B44E91C832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CFF1682-42C9-40AA-4E63-4CA6B4B75599}"/>
              </a:ext>
            </a:extLst>
          </p:cNvPr>
          <p:cNvSpPr>
            <a:spLocks noGrp="1"/>
          </p:cNvSpPr>
          <p:nvPr>
            <p:ph type="sldNum" sz="quarter" idx="12"/>
          </p:nvPr>
        </p:nvSpPr>
        <p:spPr/>
        <p:txBody>
          <a:bodyPr/>
          <a:lstStyle/>
          <a:p>
            <a:fld id="{008559AE-1842-40A5-A2A9-0518F39FD1A9}" type="slidenum">
              <a:rPr lang="en-US" smtClean="0"/>
              <a:t>3</a:t>
            </a:fld>
            <a:endParaRPr lang="en-GB"/>
          </a:p>
        </p:txBody>
      </p:sp>
      <p:sp>
        <p:nvSpPr>
          <p:cNvPr id="7" name="Footer Placeholder 6">
            <a:extLst>
              <a:ext uri="{FF2B5EF4-FFF2-40B4-BE49-F238E27FC236}">
                <a16:creationId xmlns:a16="http://schemas.microsoft.com/office/drawing/2014/main" id="{F2622980-5097-E806-756E-1F8D6338EA1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512549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49F5D-6270-ECDC-1D02-80249D91B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BAB8FC-968D-1A2C-2B46-1A686980C7BF}"/>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2D2A65AE-D1DF-66AA-A105-89B829593F92}"/>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a:ea typeface="Calibri"/>
                <a:cs typeface="Calibri"/>
              </a:rPr>
              <a:t>Release Testing</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268FE2EF-9890-AEA9-F1C0-01C2976EE0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600E40D-D6A2-87A3-11D7-0BD5E0BA10DE}"/>
              </a:ext>
            </a:extLst>
          </p:cNvPr>
          <p:cNvSpPr>
            <a:spLocks noGrp="1"/>
          </p:cNvSpPr>
          <p:nvPr>
            <p:ph type="sldNum" sz="quarter" idx="12"/>
          </p:nvPr>
        </p:nvSpPr>
        <p:spPr/>
        <p:txBody>
          <a:bodyPr/>
          <a:lstStyle/>
          <a:p>
            <a:fld id="{008559AE-1842-40A5-A2A9-0518F39FD1A9}" type="slidenum">
              <a:rPr lang="en-US" smtClean="0"/>
              <a:t>4</a:t>
            </a:fld>
            <a:endParaRPr lang="en-GB"/>
          </a:p>
        </p:txBody>
      </p:sp>
      <p:sp>
        <p:nvSpPr>
          <p:cNvPr id="7" name="Footer Placeholder 6">
            <a:extLst>
              <a:ext uri="{FF2B5EF4-FFF2-40B4-BE49-F238E27FC236}">
                <a16:creationId xmlns:a16="http://schemas.microsoft.com/office/drawing/2014/main" id="{E89320D0-E4AF-15AF-192D-2A3C439C773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704756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952D3-AE00-AFDE-5250-20C152F1B1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B79B0-50B9-3AF5-0861-559647FCFBFD}"/>
              </a:ext>
            </a:extLst>
          </p:cNvPr>
          <p:cNvSpPr>
            <a:spLocks noGrp="1"/>
          </p:cNvSpPr>
          <p:nvPr>
            <p:ph type="title"/>
          </p:nvPr>
        </p:nvSpPr>
        <p:spPr/>
        <p:txBody>
          <a:bodyPr/>
          <a:lstStyle/>
          <a:p>
            <a:r>
              <a:rPr lang="en-GB">
                <a:ea typeface="Calibri Light"/>
                <a:cs typeface="Calibri Light"/>
              </a:rPr>
              <a:t>Release Testing</a:t>
            </a:r>
            <a:endParaRPr lang="en-US"/>
          </a:p>
        </p:txBody>
      </p:sp>
      <p:sp>
        <p:nvSpPr>
          <p:cNvPr id="3" name="Content Placeholder 2">
            <a:extLst>
              <a:ext uri="{FF2B5EF4-FFF2-40B4-BE49-F238E27FC236}">
                <a16:creationId xmlns:a16="http://schemas.microsoft.com/office/drawing/2014/main" id="{BA4829C2-AA66-E46A-2FCB-AB7671C785A5}"/>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a:ea typeface="+mn-lt"/>
                <a:cs typeface="+mn-lt"/>
              </a:rPr>
              <a:t>Testing</a:t>
            </a:r>
            <a:r>
              <a:rPr lang="en-US">
                <a:ea typeface="Calibri" panose="020F0502020204030204"/>
                <a:cs typeface="Calibri"/>
              </a:rPr>
              <a:t> a particular 'release' of a system that is intended for use outside the development team</a:t>
            </a:r>
            <a:endParaRPr lang="en-US"/>
          </a:p>
          <a:p>
            <a:r>
              <a:rPr lang="en-US">
                <a:ea typeface="Calibri" panose="020F0502020204030204"/>
                <a:cs typeface="Calibri"/>
              </a:rPr>
              <a:t>Generally, release is for customers / users</a:t>
            </a:r>
          </a:p>
          <a:p>
            <a:r>
              <a:rPr lang="en-US">
                <a:ea typeface="Calibri" panose="020F0502020204030204"/>
                <a:cs typeface="Calibri"/>
              </a:rPr>
              <a:t>In complex projects, release can be for other development teams that are developing related software, or using your system as part of a larger project</a:t>
            </a:r>
          </a:p>
          <a:p>
            <a:r>
              <a:rPr lang="en-US">
                <a:ea typeface="Calibri" panose="020F0502020204030204"/>
                <a:cs typeface="Calibri"/>
              </a:rPr>
              <a:t>Primary goal: </a:t>
            </a:r>
            <a:r>
              <a:rPr lang="en-US" b="1">
                <a:ea typeface="Calibri" panose="020F0502020204030204"/>
                <a:cs typeface="Calibri"/>
              </a:rPr>
              <a:t>Convince the supplier of system that it is good enough to be released as product or delivered to customer</a:t>
            </a:r>
          </a:p>
          <a:p>
            <a:r>
              <a:rPr lang="en-US">
                <a:ea typeface="Calibri" panose="020F0502020204030204"/>
                <a:cs typeface="Calibri"/>
              </a:rPr>
              <a:t>Usually, black box testing where tests are derived from system specs</a:t>
            </a:r>
          </a:p>
          <a:p>
            <a:r>
              <a:rPr lang="en-US">
                <a:ea typeface="Calibri" panose="020F0502020204030204"/>
                <a:cs typeface="Calibri"/>
              </a:rPr>
              <a:t>Another name is functional testing since the tester is only concerned with functionality and not implementation</a:t>
            </a:r>
          </a:p>
        </p:txBody>
      </p:sp>
      <p:pic>
        <p:nvPicPr>
          <p:cNvPr id="6" name="Picture 5" descr="A black and white logo&#10;&#10;Description automatically generated">
            <a:extLst>
              <a:ext uri="{FF2B5EF4-FFF2-40B4-BE49-F238E27FC236}">
                <a16:creationId xmlns:a16="http://schemas.microsoft.com/office/drawing/2014/main" id="{FC9B1F90-39F2-13EC-B410-41127C9EB8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5100E58-8DA6-5D14-1879-4E5A4E984A67}"/>
              </a:ext>
            </a:extLst>
          </p:cNvPr>
          <p:cNvSpPr>
            <a:spLocks noGrp="1"/>
          </p:cNvSpPr>
          <p:nvPr>
            <p:ph type="sldNum" sz="quarter" idx="12"/>
          </p:nvPr>
        </p:nvSpPr>
        <p:spPr/>
        <p:txBody>
          <a:bodyPr/>
          <a:lstStyle/>
          <a:p>
            <a:fld id="{008559AE-1842-40A5-A2A9-0518F39FD1A9}" type="slidenum">
              <a:rPr lang="en-US" smtClean="0"/>
              <a:t>5</a:t>
            </a:fld>
            <a:endParaRPr lang="en-GB"/>
          </a:p>
        </p:txBody>
      </p:sp>
      <p:sp>
        <p:nvSpPr>
          <p:cNvPr id="7" name="Footer Placeholder 6">
            <a:extLst>
              <a:ext uri="{FF2B5EF4-FFF2-40B4-BE49-F238E27FC236}">
                <a16:creationId xmlns:a16="http://schemas.microsoft.com/office/drawing/2014/main" id="{762691BE-715C-5646-A67D-891079954ED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303245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9C62F-DEBE-ABAC-9E94-CCD891E143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B393F0-E167-269F-F0A0-57C04BD27FD3}"/>
              </a:ext>
            </a:extLst>
          </p:cNvPr>
          <p:cNvSpPr>
            <a:spLocks noGrp="1"/>
          </p:cNvSpPr>
          <p:nvPr>
            <p:ph type="title"/>
          </p:nvPr>
        </p:nvSpPr>
        <p:spPr/>
        <p:txBody>
          <a:bodyPr/>
          <a:lstStyle/>
          <a:p>
            <a:r>
              <a:rPr lang="en-GB">
                <a:ea typeface="Calibri Light"/>
                <a:cs typeface="Calibri Light"/>
              </a:rPr>
              <a:t>Release Testing</a:t>
            </a:r>
            <a:endParaRPr lang="en-US"/>
          </a:p>
        </p:txBody>
      </p:sp>
      <p:sp>
        <p:nvSpPr>
          <p:cNvPr id="3" name="Content Placeholder 2">
            <a:extLst>
              <a:ext uri="{FF2B5EF4-FFF2-40B4-BE49-F238E27FC236}">
                <a16:creationId xmlns:a16="http://schemas.microsoft.com/office/drawing/2014/main" id="{A9E19A4D-5CDB-DDDE-1AF8-73C3B68ECC59}"/>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a:ea typeface="+mn-lt"/>
                <a:cs typeface="+mn-lt"/>
              </a:rPr>
              <a:t>Types</a:t>
            </a:r>
          </a:p>
          <a:p>
            <a:pPr lvl="1"/>
            <a:r>
              <a:rPr lang="en-US">
                <a:ea typeface="Calibri" panose="020F0502020204030204"/>
                <a:cs typeface="Calibri"/>
              </a:rPr>
              <a:t>Requirements-based testing</a:t>
            </a:r>
          </a:p>
          <a:p>
            <a:pPr lvl="1"/>
            <a:r>
              <a:rPr lang="en-US">
                <a:ea typeface="Calibri" panose="020F0502020204030204"/>
                <a:cs typeface="Calibri"/>
              </a:rPr>
              <a:t>Scenario testing</a:t>
            </a:r>
          </a:p>
          <a:p>
            <a:pPr lvl="1"/>
            <a:r>
              <a:rPr lang="en-US">
                <a:ea typeface="Calibri" panose="020F0502020204030204"/>
                <a:cs typeface="Calibri"/>
              </a:rPr>
              <a:t>Performance testing</a:t>
            </a:r>
          </a:p>
        </p:txBody>
      </p:sp>
      <p:pic>
        <p:nvPicPr>
          <p:cNvPr id="6" name="Picture 5" descr="A black and white logo&#10;&#10;Description automatically generated">
            <a:extLst>
              <a:ext uri="{FF2B5EF4-FFF2-40B4-BE49-F238E27FC236}">
                <a16:creationId xmlns:a16="http://schemas.microsoft.com/office/drawing/2014/main" id="{A16101E2-6C9A-A4AF-9959-1729FC9D4A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AAB1FDD-155A-5EF9-96C2-AE9DDF7CADC9}"/>
              </a:ext>
            </a:extLst>
          </p:cNvPr>
          <p:cNvSpPr>
            <a:spLocks noGrp="1"/>
          </p:cNvSpPr>
          <p:nvPr>
            <p:ph type="sldNum" sz="quarter" idx="12"/>
          </p:nvPr>
        </p:nvSpPr>
        <p:spPr/>
        <p:txBody>
          <a:bodyPr/>
          <a:lstStyle/>
          <a:p>
            <a:fld id="{008559AE-1842-40A5-A2A9-0518F39FD1A9}" type="slidenum">
              <a:rPr lang="en-US" smtClean="0"/>
              <a:t>6</a:t>
            </a:fld>
            <a:endParaRPr lang="en-GB"/>
          </a:p>
        </p:txBody>
      </p:sp>
      <p:sp>
        <p:nvSpPr>
          <p:cNvPr id="7" name="Footer Placeholder 6">
            <a:extLst>
              <a:ext uri="{FF2B5EF4-FFF2-40B4-BE49-F238E27FC236}">
                <a16:creationId xmlns:a16="http://schemas.microsoft.com/office/drawing/2014/main" id="{250F4CB7-2E0B-0435-8754-1B802F6DA51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05494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DB4C2-75FA-D071-B70F-43E12A331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0FCDBD-5125-9E72-C99E-68A89A754992}"/>
              </a:ext>
            </a:extLst>
          </p:cNvPr>
          <p:cNvSpPr>
            <a:spLocks noGrp="1"/>
          </p:cNvSpPr>
          <p:nvPr>
            <p:ph type="title"/>
          </p:nvPr>
        </p:nvSpPr>
        <p:spPr/>
        <p:txBody>
          <a:bodyPr/>
          <a:lstStyle/>
          <a:p>
            <a:r>
              <a:rPr lang="en-GB">
                <a:ea typeface="Calibri Light"/>
                <a:cs typeface="Calibri Light"/>
              </a:rPr>
              <a:t>Requirements based testing</a:t>
            </a:r>
            <a:endParaRPr lang="en-US"/>
          </a:p>
        </p:txBody>
      </p:sp>
      <p:sp>
        <p:nvSpPr>
          <p:cNvPr id="3" name="Content Placeholder 2">
            <a:extLst>
              <a:ext uri="{FF2B5EF4-FFF2-40B4-BE49-F238E27FC236}">
                <a16:creationId xmlns:a16="http://schemas.microsoft.com/office/drawing/2014/main" id="{D6AC1F0B-711B-C2AD-B75C-8509E03969C4}"/>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a:ea typeface="+mn-lt"/>
                <a:cs typeface="+mn-lt"/>
              </a:rPr>
              <a:t>Remember</a:t>
            </a:r>
            <a:r>
              <a:rPr lang="en-US">
                <a:ea typeface="Calibri" panose="020F0502020204030204"/>
                <a:cs typeface="Calibri"/>
              </a:rPr>
              <a:t> good practice of requirements engineering? The requirements should be testable</a:t>
            </a:r>
          </a:p>
          <a:p>
            <a:r>
              <a:rPr lang="en-US" b="1">
                <a:ea typeface="Calibri" panose="020F0502020204030204"/>
                <a:cs typeface="Calibri"/>
              </a:rPr>
              <a:t>Requirements based testing is an approach to test-case design where you consider each requirement and derive a set of tests for it</a:t>
            </a:r>
          </a:p>
          <a:p>
            <a:r>
              <a:rPr lang="en-US">
                <a:ea typeface="Calibri" panose="020F0502020204030204"/>
                <a:cs typeface="Calibri"/>
              </a:rPr>
              <a:t>It is validation rather than defect testing</a:t>
            </a:r>
          </a:p>
          <a:p>
            <a:r>
              <a:rPr lang="en-US">
                <a:ea typeface="Calibri" panose="020F0502020204030204"/>
                <a:cs typeface="Calibri"/>
              </a:rPr>
              <a:t>It is not necessary to have a 1:1 mapping between a requirement and a test case, you normally have to write several test cases to ensure coverage of a requirement</a:t>
            </a:r>
          </a:p>
          <a:p>
            <a:r>
              <a:rPr lang="en-US">
                <a:ea typeface="Calibri" panose="020F0502020204030204"/>
                <a:cs typeface="Calibri"/>
              </a:rPr>
              <a:t>Good practice – Keep traceability records which link tests to specific requirements</a:t>
            </a:r>
          </a:p>
        </p:txBody>
      </p:sp>
      <p:pic>
        <p:nvPicPr>
          <p:cNvPr id="6" name="Picture 5" descr="A black and white logo&#10;&#10;Description automatically generated">
            <a:extLst>
              <a:ext uri="{FF2B5EF4-FFF2-40B4-BE49-F238E27FC236}">
                <a16:creationId xmlns:a16="http://schemas.microsoft.com/office/drawing/2014/main" id="{B3E11F90-A118-2CE9-E1AD-13D3259AF7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5291802-321D-C60C-DDDF-B4D6D4C66A30}"/>
              </a:ext>
            </a:extLst>
          </p:cNvPr>
          <p:cNvSpPr>
            <a:spLocks noGrp="1"/>
          </p:cNvSpPr>
          <p:nvPr>
            <p:ph type="sldNum" sz="quarter" idx="12"/>
          </p:nvPr>
        </p:nvSpPr>
        <p:spPr/>
        <p:txBody>
          <a:bodyPr/>
          <a:lstStyle/>
          <a:p>
            <a:fld id="{008559AE-1842-40A5-A2A9-0518F39FD1A9}" type="slidenum">
              <a:rPr lang="en-US" smtClean="0"/>
              <a:t>7</a:t>
            </a:fld>
            <a:endParaRPr lang="en-GB"/>
          </a:p>
        </p:txBody>
      </p:sp>
      <p:sp>
        <p:nvSpPr>
          <p:cNvPr id="7" name="Footer Placeholder 6">
            <a:extLst>
              <a:ext uri="{FF2B5EF4-FFF2-40B4-BE49-F238E27FC236}">
                <a16:creationId xmlns:a16="http://schemas.microsoft.com/office/drawing/2014/main" id="{624E3737-12F2-FE69-1867-98CAD764820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209809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F7778-8D7C-DDAB-7556-B78567D0A3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29CA81-1C19-634E-23DF-D0A87D09F42A}"/>
              </a:ext>
            </a:extLst>
          </p:cNvPr>
          <p:cNvSpPr>
            <a:spLocks noGrp="1"/>
          </p:cNvSpPr>
          <p:nvPr>
            <p:ph type="title"/>
          </p:nvPr>
        </p:nvSpPr>
        <p:spPr/>
        <p:txBody>
          <a:bodyPr/>
          <a:lstStyle/>
          <a:p>
            <a:r>
              <a:rPr lang="en-GB">
                <a:ea typeface="Calibri Light"/>
                <a:cs typeface="Calibri Light"/>
              </a:rPr>
              <a:t>Requirements based testing: Example</a:t>
            </a:r>
            <a:endParaRPr lang="en-US"/>
          </a:p>
        </p:txBody>
      </p:sp>
      <p:sp>
        <p:nvSpPr>
          <p:cNvPr id="3" name="Content Placeholder 2">
            <a:extLst>
              <a:ext uri="{FF2B5EF4-FFF2-40B4-BE49-F238E27FC236}">
                <a16:creationId xmlns:a16="http://schemas.microsoft.com/office/drawing/2014/main" id="{046475B0-8BD4-FA93-6214-309889E1DFD2}"/>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err="1">
                <a:ea typeface="+mn-lt"/>
                <a:cs typeface="+mn-lt"/>
              </a:rPr>
              <a:t>Mentcare</a:t>
            </a:r>
            <a:r>
              <a:rPr lang="en-US">
                <a:ea typeface="+mn-lt"/>
                <a:cs typeface="+mn-lt"/>
              </a:rPr>
              <a:t> system requirements:</a:t>
            </a:r>
          </a:p>
          <a:p>
            <a:pPr lvl="1"/>
            <a:r>
              <a:rPr lang="en-US" i="1">
                <a:ea typeface="+mn-lt"/>
                <a:cs typeface="+mn-lt"/>
              </a:rPr>
              <a:t>If a patient is known to be allergic to any particular medication, then prescription of that medication shall result in a warning message being issued to the system user. </a:t>
            </a:r>
            <a:endParaRPr lang="en-US">
              <a:ea typeface="+mn-lt"/>
              <a:cs typeface="+mn-lt"/>
            </a:endParaRPr>
          </a:p>
          <a:p>
            <a:pPr lvl="1"/>
            <a:r>
              <a:rPr lang="en-US" i="1">
                <a:ea typeface="+mn-lt"/>
                <a:cs typeface="+mn-lt"/>
              </a:rPr>
              <a:t>If a prescriber chooses to ignore an allergy warning, he or she shall provide a reason why this has been ignored</a:t>
            </a:r>
          </a:p>
          <a:p>
            <a:pPr lvl="1"/>
            <a:endParaRPr lang="en-US">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D8AD3ADF-3BF6-26A8-496B-579F6126B1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07B4C65-D645-996B-E769-951B6F99BB4E}"/>
              </a:ext>
            </a:extLst>
          </p:cNvPr>
          <p:cNvSpPr>
            <a:spLocks noGrp="1"/>
          </p:cNvSpPr>
          <p:nvPr>
            <p:ph type="sldNum" sz="quarter" idx="12"/>
          </p:nvPr>
        </p:nvSpPr>
        <p:spPr/>
        <p:txBody>
          <a:bodyPr/>
          <a:lstStyle/>
          <a:p>
            <a:fld id="{008559AE-1842-40A5-A2A9-0518F39FD1A9}" type="slidenum">
              <a:rPr lang="en-US" smtClean="0"/>
              <a:t>8</a:t>
            </a:fld>
            <a:endParaRPr lang="en-GB"/>
          </a:p>
        </p:txBody>
      </p:sp>
      <p:sp>
        <p:nvSpPr>
          <p:cNvPr id="7" name="Footer Placeholder 6">
            <a:extLst>
              <a:ext uri="{FF2B5EF4-FFF2-40B4-BE49-F238E27FC236}">
                <a16:creationId xmlns:a16="http://schemas.microsoft.com/office/drawing/2014/main" id="{767318ED-58DB-EC92-1BC6-EED43E587E8F}"/>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229672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0ECFF-5DBB-1155-FA23-D42F83452F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86DFD3-3A76-29AA-4E9E-FD50C7412DC3}"/>
              </a:ext>
            </a:extLst>
          </p:cNvPr>
          <p:cNvSpPr>
            <a:spLocks noGrp="1"/>
          </p:cNvSpPr>
          <p:nvPr>
            <p:ph type="title"/>
          </p:nvPr>
        </p:nvSpPr>
        <p:spPr/>
        <p:txBody>
          <a:bodyPr/>
          <a:lstStyle/>
          <a:p>
            <a:r>
              <a:rPr lang="en-GB">
                <a:ea typeface="Calibri Light"/>
                <a:cs typeface="Calibri Light"/>
              </a:rPr>
              <a:t>Requirements based testing: Example</a:t>
            </a:r>
            <a:endParaRPr lang="en-US"/>
          </a:p>
        </p:txBody>
      </p:sp>
      <p:sp>
        <p:nvSpPr>
          <p:cNvPr id="3" name="Content Placeholder 2">
            <a:extLst>
              <a:ext uri="{FF2B5EF4-FFF2-40B4-BE49-F238E27FC236}">
                <a16:creationId xmlns:a16="http://schemas.microsoft.com/office/drawing/2014/main" id="{1EB5575D-22F4-8786-3380-3C4446272BCC}"/>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a:ea typeface="+mn-lt"/>
                <a:cs typeface="+mn-lt"/>
              </a:rPr>
              <a:t>Corresponding tests for requirements in previous slide:</a:t>
            </a:r>
          </a:p>
          <a:p>
            <a:pPr lvl="1"/>
            <a:r>
              <a:rPr lang="en-US">
                <a:ea typeface="+mn-lt"/>
                <a:cs typeface="+mn-lt"/>
              </a:rPr>
              <a:t>Set up a patient record with no known allergies. Prescribe medication for allergies that are known to exist. Check that a warning message is not issued by the system</a:t>
            </a:r>
            <a:endParaRPr lang="en-US" i="1">
              <a:ea typeface="+mn-lt"/>
              <a:cs typeface="+mn-lt"/>
            </a:endParaRPr>
          </a:p>
          <a:p>
            <a:pPr lvl="1"/>
            <a:r>
              <a:rPr lang="en-US">
                <a:ea typeface="+mn-lt"/>
                <a:cs typeface="+mn-lt"/>
              </a:rPr>
              <a:t>Set up a patient record with a known allergy. Prescribe the medication that the patient is allergic to and check that the warning is issued by the system</a:t>
            </a:r>
            <a:endParaRPr lang="en-US" i="1">
              <a:ea typeface="+mn-lt"/>
              <a:cs typeface="+mn-lt"/>
            </a:endParaRPr>
          </a:p>
          <a:p>
            <a:pPr lvl="1"/>
            <a:r>
              <a:rPr lang="en-US">
                <a:ea typeface="+mn-lt"/>
                <a:cs typeface="+mn-lt"/>
              </a:rPr>
              <a:t>Set up a patient record in which allergies to two or more drugs are recorded. Prescribe both of these drugs separately and check that the correct warning for each drug is issued</a:t>
            </a:r>
            <a:endParaRPr lang="en-US" i="1">
              <a:ea typeface="+mn-lt"/>
              <a:cs typeface="+mn-lt"/>
            </a:endParaRPr>
          </a:p>
          <a:p>
            <a:pPr lvl="1"/>
            <a:r>
              <a:rPr lang="en-US">
                <a:ea typeface="+mn-lt"/>
                <a:cs typeface="+mn-lt"/>
              </a:rPr>
              <a:t>Prescribe two drugs that the patient is allergic to. Check that two warnings are correctly issued</a:t>
            </a:r>
            <a:endParaRPr lang="en-US" i="1">
              <a:ea typeface="+mn-lt"/>
              <a:cs typeface="+mn-lt"/>
            </a:endParaRPr>
          </a:p>
          <a:p>
            <a:pPr lvl="1"/>
            <a:r>
              <a:rPr lang="en-US">
                <a:ea typeface="+mn-lt"/>
                <a:cs typeface="+mn-lt"/>
              </a:rPr>
              <a:t>Prescribe a drug that issues a warning and overrule that warning. Check that the system requires the user to provide information explaining why the warning was overruled</a:t>
            </a:r>
            <a:endParaRPr lang="en-US" i="1">
              <a:ea typeface="+mn-lt"/>
              <a:cs typeface="+mn-lt"/>
            </a:endParaRPr>
          </a:p>
          <a:p>
            <a:pPr lvl="1"/>
            <a:endParaRPr lang="en-US">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B10C12CC-FFA3-DF19-449C-EDE1196DC9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29E222F-B452-B031-19CC-9AF9DD71B842}"/>
              </a:ext>
            </a:extLst>
          </p:cNvPr>
          <p:cNvSpPr>
            <a:spLocks noGrp="1"/>
          </p:cNvSpPr>
          <p:nvPr>
            <p:ph type="sldNum" sz="quarter" idx="12"/>
          </p:nvPr>
        </p:nvSpPr>
        <p:spPr/>
        <p:txBody>
          <a:bodyPr/>
          <a:lstStyle/>
          <a:p>
            <a:fld id="{008559AE-1842-40A5-A2A9-0518F39FD1A9}" type="slidenum">
              <a:rPr lang="en-US" smtClean="0"/>
              <a:t>9</a:t>
            </a:fld>
            <a:endParaRPr lang="en-GB"/>
          </a:p>
        </p:txBody>
      </p:sp>
      <p:sp>
        <p:nvSpPr>
          <p:cNvPr id="7" name="Footer Placeholder 6">
            <a:extLst>
              <a:ext uri="{FF2B5EF4-FFF2-40B4-BE49-F238E27FC236}">
                <a16:creationId xmlns:a16="http://schemas.microsoft.com/office/drawing/2014/main" id="{FF84ED67-5306-11F7-36B4-2AFC84B7C857}"/>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080431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2D217-83B7-9975-7363-FA148E213A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4821F6-0065-BDB1-1A00-8F98F26BCB34}"/>
              </a:ext>
            </a:extLst>
          </p:cNvPr>
          <p:cNvSpPr>
            <a:spLocks noGrp="1"/>
          </p:cNvSpPr>
          <p:nvPr>
            <p:ph type="title"/>
          </p:nvPr>
        </p:nvSpPr>
        <p:spPr/>
        <p:txBody>
          <a:bodyPr/>
          <a:lstStyle/>
          <a:p>
            <a:r>
              <a:rPr lang="en-GB">
                <a:ea typeface="Calibri Light"/>
                <a:cs typeface="Calibri Light"/>
              </a:rPr>
              <a:t>Scenario testing</a:t>
            </a:r>
            <a:endParaRPr lang="en-US"/>
          </a:p>
        </p:txBody>
      </p:sp>
      <p:sp>
        <p:nvSpPr>
          <p:cNvPr id="3" name="Content Placeholder 2">
            <a:extLst>
              <a:ext uri="{FF2B5EF4-FFF2-40B4-BE49-F238E27FC236}">
                <a16:creationId xmlns:a16="http://schemas.microsoft.com/office/drawing/2014/main" id="{120940DF-4717-82D5-2683-6739E5AFFE4F}"/>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a:ea typeface="Calibri" panose="020F0502020204030204"/>
                <a:cs typeface="Calibri" panose="020F0502020204030204"/>
              </a:rPr>
              <a:t>Devise typical usage scenarios and then develop test cases using these scenarios</a:t>
            </a:r>
          </a:p>
          <a:p>
            <a:r>
              <a:rPr lang="en-US">
                <a:ea typeface="Calibri" panose="020F0502020204030204"/>
                <a:cs typeface="Calibri" panose="020F0502020204030204"/>
              </a:rPr>
              <a:t>Scenario is a story which describes one way in which system might be used</a:t>
            </a:r>
          </a:p>
          <a:p>
            <a:r>
              <a:rPr lang="en-US">
                <a:ea typeface="Calibri" panose="020F0502020204030204"/>
                <a:cs typeface="Calibri" panose="020F0502020204030204"/>
              </a:rPr>
              <a:t>Scenarios must be realistic (credible), and should be easy to evaluate</a:t>
            </a:r>
          </a:p>
          <a:p>
            <a:endParaRPr lang="en-US">
              <a:ea typeface="Calibri" panose="020F0502020204030204"/>
              <a:cs typeface="Calibri" panose="020F0502020204030204"/>
            </a:endParaRPr>
          </a:p>
          <a:p>
            <a:pPr lvl="1"/>
            <a:endParaRPr lang="en-US">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A88D2B35-B424-5E3A-9B8E-41F09ADFA0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27861E1-673E-B2CA-B8A6-A02190ECB225}"/>
              </a:ext>
            </a:extLst>
          </p:cNvPr>
          <p:cNvSpPr>
            <a:spLocks noGrp="1"/>
          </p:cNvSpPr>
          <p:nvPr>
            <p:ph type="sldNum" sz="quarter" idx="12"/>
          </p:nvPr>
        </p:nvSpPr>
        <p:spPr/>
        <p:txBody>
          <a:bodyPr/>
          <a:lstStyle/>
          <a:p>
            <a:fld id="{008559AE-1842-40A5-A2A9-0518F39FD1A9}" type="slidenum">
              <a:rPr lang="en-US" smtClean="0"/>
              <a:t>10</a:t>
            </a:fld>
            <a:endParaRPr lang="en-GB"/>
          </a:p>
        </p:txBody>
      </p:sp>
      <p:sp>
        <p:nvSpPr>
          <p:cNvPr id="7" name="Footer Placeholder 6">
            <a:extLst>
              <a:ext uri="{FF2B5EF4-FFF2-40B4-BE49-F238E27FC236}">
                <a16:creationId xmlns:a16="http://schemas.microsoft.com/office/drawing/2014/main" id="{4601B747-5C58-C5A1-3B2A-2214F5F5CEA0}"/>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75185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06C42-ECCD-023D-1730-122A40A046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B7635A-984A-F162-62EB-BCF36125931A}"/>
              </a:ext>
            </a:extLst>
          </p:cNvPr>
          <p:cNvSpPr>
            <a:spLocks noGrp="1"/>
          </p:cNvSpPr>
          <p:nvPr>
            <p:ph type="title"/>
          </p:nvPr>
        </p:nvSpPr>
        <p:spPr/>
        <p:txBody>
          <a:bodyPr/>
          <a:lstStyle/>
          <a:p>
            <a:r>
              <a:rPr lang="en-GB">
                <a:ea typeface="Calibri Light"/>
                <a:cs typeface="Calibri Light"/>
              </a:rPr>
              <a:t>Scenario testing: Example</a:t>
            </a:r>
            <a:endParaRPr lang="en-US"/>
          </a:p>
        </p:txBody>
      </p:sp>
      <p:pic>
        <p:nvPicPr>
          <p:cNvPr id="4" name="Content Placeholder 3">
            <a:extLst>
              <a:ext uri="{FF2B5EF4-FFF2-40B4-BE49-F238E27FC236}">
                <a16:creationId xmlns:a16="http://schemas.microsoft.com/office/drawing/2014/main" id="{E5D7B70C-9C94-6D27-FEC1-5B15B8E15D1B}"/>
              </a:ext>
            </a:extLst>
          </p:cNvPr>
          <p:cNvPicPr>
            <a:picLocks noGrp="1" noChangeAspect="1"/>
          </p:cNvPicPr>
          <p:nvPr>
            <p:ph idx="1"/>
          </p:nvPr>
        </p:nvPicPr>
        <p:blipFill>
          <a:blip r:embed="rId3"/>
          <a:stretch>
            <a:fillRect/>
          </a:stretch>
        </p:blipFill>
        <p:spPr>
          <a:xfrm>
            <a:off x="565112" y="1447948"/>
            <a:ext cx="11047921" cy="4760702"/>
          </a:xfrm>
        </p:spPr>
      </p:pic>
      <p:pic>
        <p:nvPicPr>
          <p:cNvPr id="6" name="Picture 5" descr="A black and white logo&#10;&#10;Description automatically generated">
            <a:extLst>
              <a:ext uri="{FF2B5EF4-FFF2-40B4-BE49-F238E27FC236}">
                <a16:creationId xmlns:a16="http://schemas.microsoft.com/office/drawing/2014/main" id="{F68AD9EA-B0D3-311B-F3DB-392FB1C883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04816D4C-9816-8036-C94B-FA54F4F751F3}"/>
              </a:ext>
            </a:extLst>
          </p:cNvPr>
          <p:cNvSpPr>
            <a:spLocks noGrp="1"/>
          </p:cNvSpPr>
          <p:nvPr>
            <p:ph type="sldNum" sz="quarter" idx="12"/>
          </p:nvPr>
        </p:nvSpPr>
        <p:spPr/>
        <p:txBody>
          <a:bodyPr/>
          <a:lstStyle/>
          <a:p>
            <a:fld id="{008559AE-1842-40A5-A2A9-0518F39FD1A9}" type="slidenum">
              <a:rPr lang="en-US" smtClean="0"/>
              <a:t>11</a:t>
            </a:fld>
            <a:endParaRPr lang="en-GB"/>
          </a:p>
        </p:txBody>
      </p:sp>
      <p:sp>
        <p:nvSpPr>
          <p:cNvPr id="7" name="Footer Placeholder 6">
            <a:extLst>
              <a:ext uri="{FF2B5EF4-FFF2-40B4-BE49-F238E27FC236}">
                <a16:creationId xmlns:a16="http://schemas.microsoft.com/office/drawing/2014/main" id="{0577E65A-54BA-7274-CC4F-EEFFEA7A0A3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075858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26B21-6708-88BC-65CD-8A5C7217A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6FD1C9-B320-0E07-3C77-16A1DC9E4EBB}"/>
              </a:ext>
            </a:extLst>
          </p:cNvPr>
          <p:cNvSpPr>
            <a:spLocks noGrp="1"/>
          </p:cNvSpPr>
          <p:nvPr>
            <p:ph type="title"/>
          </p:nvPr>
        </p:nvSpPr>
        <p:spPr/>
        <p:txBody>
          <a:bodyPr/>
          <a:lstStyle/>
          <a:p>
            <a:r>
              <a:rPr lang="en-GB">
                <a:ea typeface="Calibri Light"/>
                <a:cs typeface="Calibri Light"/>
              </a:rPr>
              <a:t>Scenario testing: Example</a:t>
            </a:r>
            <a:endParaRPr lang="en-US"/>
          </a:p>
        </p:txBody>
      </p:sp>
      <p:sp>
        <p:nvSpPr>
          <p:cNvPr id="3" name="Content Placeholder 2">
            <a:extLst>
              <a:ext uri="{FF2B5EF4-FFF2-40B4-BE49-F238E27FC236}">
                <a16:creationId xmlns:a16="http://schemas.microsoft.com/office/drawing/2014/main" id="{D09046EA-4C97-7D59-ED7D-C136E14325F8}"/>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a:ea typeface="Calibri" panose="020F0502020204030204"/>
                <a:cs typeface="Calibri" panose="020F0502020204030204"/>
              </a:rPr>
              <a:t>The previous scenario tests a lot of features of the system:</a:t>
            </a:r>
            <a:endParaRPr lang="en-US"/>
          </a:p>
          <a:p>
            <a:pPr lvl="1"/>
            <a:r>
              <a:rPr lang="en-US">
                <a:ea typeface="+mn-lt"/>
                <a:cs typeface="+mn-lt"/>
              </a:rPr>
              <a:t>Authentication by logging on to the system</a:t>
            </a:r>
          </a:p>
          <a:p>
            <a:pPr lvl="1"/>
            <a:r>
              <a:rPr lang="en-US">
                <a:ea typeface="+mn-lt"/>
                <a:cs typeface="+mn-lt"/>
              </a:rPr>
              <a:t>Downloading and uploading of specified patient records to a laptop</a:t>
            </a:r>
          </a:p>
          <a:p>
            <a:pPr lvl="1"/>
            <a:r>
              <a:rPr lang="en-US">
                <a:ea typeface="+mn-lt"/>
                <a:cs typeface="+mn-lt"/>
              </a:rPr>
              <a:t>Home visit scheduling</a:t>
            </a:r>
          </a:p>
          <a:p>
            <a:pPr lvl="1"/>
            <a:r>
              <a:rPr lang="en-US">
                <a:ea typeface="+mn-lt"/>
                <a:cs typeface="+mn-lt"/>
              </a:rPr>
              <a:t>Encryption and decryption of patient records on a mobile device</a:t>
            </a:r>
          </a:p>
          <a:p>
            <a:pPr lvl="1"/>
            <a:r>
              <a:rPr lang="en-US">
                <a:ea typeface="+mn-lt"/>
                <a:cs typeface="+mn-lt"/>
              </a:rPr>
              <a:t>Record retrieval and modification</a:t>
            </a:r>
          </a:p>
          <a:p>
            <a:pPr lvl="1"/>
            <a:r>
              <a:rPr lang="en-US">
                <a:ea typeface="+mn-lt"/>
                <a:cs typeface="+mn-lt"/>
              </a:rPr>
              <a:t>Links with the drugs database that maintains side-effect information</a:t>
            </a:r>
          </a:p>
          <a:p>
            <a:pPr lvl="1"/>
            <a:r>
              <a:rPr lang="en-US">
                <a:ea typeface="+mn-lt"/>
                <a:cs typeface="+mn-lt"/>
              </a:rPr>
              <a:t>The system for call prompting</a:t>
            </a:r>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US">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95A9E311-AC08-6BEE-300A-44D036D152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837199B-822A-3533-DAC5-04FC26C71BA8}"/>
              </a:ext>
            </a:extLst>
          </p:cNvPr>
          <p:cNvSpPr>
            <a:spLocks noGrp="1"/>
          </p:cNvSpPr>
          <p:nvPr>
            <p:ph type="sldNum" sz="quarter" idx="12"/>
          </p:nvPr>
        </p:nvSpPr>
        <p:spPr/>
        <p:txBody>
          <a:bodyPr/>
          <a:lstStyle/>
          <a:p>
            <a:fld id="{008559AE-1842-40A5-A2A9-0518F39FD1A9}" type="slidenum">
              <a:rPr lang="en-US" smtClean="0"/>
              <a:t>12</a:t>
            </a:fld>
            <a:endParaRPr lang="en-GB"/>
          </a:p>
        </p:txBody>
      </p:sp>
      <p:sp>
        <p:nvSpPr>
          <p:cNvPr id="7" name="Footer Placeholder 6">
            <a:extLst>
              <a:ext uri="{FF2B5EF4-FFF2-40B4-BE49-F238E27FC236}">
                <a16:creationId xmlns:a16="http://schemas.microsoft.com/office/drawing/2014/main" id="{6FDA8673-2017-D98D-FA9E-FB2A2EDA72F4}"/>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816743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CC1FE-35D4-C288-07B3-48B1882C2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C276D4-38EF-5B34-91D7-999400D4DAB9}"/>
              </a:ext>
            </a:extLst>
          </p:cNvPr>
          <p:cNvSpPr>
            <a:spLocks noGrp="1"/>
          </p:cNvSpPr>
          <p:nvPr>
            <p:ph type="title"/>
          </p:nvPr>
        </p:nvSpPr>
        <p:spPr/>
        <p:txBody>
          <a:bodyPr/>
          <a:lstStyle/>
          <a:p>
            <a:r>
              <a:rPr lang="en-GB">
                <a:ea typeface="Calibri Light"/>
                <a:cs typeface="Calibri Light"/>
              </a:rPr>
              <a:t>Scenario testing: Example</a:t>
            </a:r>
            <a:endParaRPr lang="en-US"/>
          </a:p>
        </p:txBody>
      </p:sp>
      <p:sp>
        <p:nvSpPr>
          <p:cNvPr id="3" name="Content Placeholder 2">
            <a:extLst>
              <a:ext uri="{FF2B5EF4-FFF2-40B4-BE49-F238E27FC236}">
                <a16:creationId xmlns:a16="http://schemas.microsoft.com/office/drawing/2014/main" id="{B28DE4F7-C83F-7679-1E70-C8FAEEE05B46}"/>
              </a:ext>
            </a:extLst>
          </p:cNvPr>
          <p:cNvSpPr>
            <a:spLocks noGrp="1"/>
          </p:cNvSpPr>
          <p:nvPr>
            <p:ph idx="1"/>
          </p:nvPr>
        </p:nvSpPr>
        <p:spPr>
          <a:xfrm>
            <a:off x="838200" y="1510219"/>
            <a:ext cx="10501746" cy="5211256"/>
          </a:xfrm>
        </p:spPr>
        <p:txBody>
          <a:bodyPr vert="horz" lIns="91440" tIns="45720" rIns="91440" bIns="45720" rtlCol="0" anchor="t">
            <a:normAutofit fontScale="92500" lnSpcReduction="10000"/>
          </a:bodyPr>
          <a:lstStyle/>
          <a:p>
            <a:r>
              <a:rPr lang="en-US">
                <a:ea typeface="+mn-lt"/>
                <a:cs typeface="+mn-lt"/>
              </a:rPr>
              <a:t>If you are a release tester, you run through this scenario, playing the role of George and observing how the system behaves in response to different inputs</a:t>
            </a:r>
          </a:p>
          <a:p>
            <a:r>
              <a:rPr lang="en-US">
                <a:ea typeface="+mn-lt"/>
                <a:cs typeface="+mn-lt"/>
              </a:rPr>
              <a:t>You may make deliberate mistakes (inputting the wrong key phrase to decode records, ...). This checks the response of the system to errors</a:t>
            </a:r>
          </a:p>
          <a:p>
            <a:r>
              <a:rPr lang="en-US">
                <a:ea typeface="+mn-lt"/>
                <a:cs typeface="+mn-lt"/>
              </a:rPr>
              <a:t>Carefully note any problems that arise, including performance problems. If a system is too slow, this will change the way that it is used (example: if it takes too long to encrypt a record, then users who are short of time may skip this stage; if they then lose their laptop, an unauthorized person could then view the patient records)</a:t>
            </a:r>
          </a:p>
          <a:p>
            <a:r>
              <a:rPr lang="en-US">
                <a:ea typeface="+mn-lt"/>
                <a:cs typeface="+mn-lt"/>
              </a:rPr>
              <a:t>In this approach, you are (usually) testing several requirements within the same scenario. Therefore, as well as checking individual requirements, you are also checking that combinations of requirements do not cause problems</a:t>
            </a:r>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US">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6EDBFD79-4307-D989-C313-A9570BAFB0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E26269D-3606-3C69-2676-6DCB301E4AB3}"/>
              </a:ext>
            </a:extLst>
          </p:cNvPr>
          <p:cNvSpPr>
            <a:spLocks noGrp="1"/>
          </p:cNvSpPr>
          <p:nvPr>
            <p:ph type="sldNum" sz="quarter" idx="12"/>
          </p:nvPr>
        </p:nvSpPr>
        <p:spPr/>
        <p:txBody>
          <a:bodyPr/>
          <a:lstStyle/>
          <a:p>
            <a:fld id="{008559AE-1842-40A5-A2A9-0518F39FD1A9}" type="slidenum">
              <a:rPr lang="en-US" smtClean="0"/>
              <a:t>13</a:t>
            </a:fld>
            <a:endParaRPr lang="en-GB"/>
          </a:p>
        </p:txBody>
      </p:sp>
      <p:sp>
        <p:nvSpPr>
          <p:cNvPr id="7" name="Footer Placeholder 6">
            <a:extLst>
              <a:ext uri="{FF2B5EF4-FFF2-40B4-BE49-F238E27FC236}">
                <a16:creationId xmlns:a16="http://schemas.microsoft.com/office/drawing/2014/main" id="{6C61A9E5-C517-6D95-7980-5912D60B301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915192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85EB2-3FD8-C446-A2EB-73C0E0CA97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6E0F96-48AA-D3D8-7CF9-73E34D518354}"/>
              </a:ext>
            </a:extLst>
          </p:cNvPr>
          <p:cNvSpPr>
            <a:spLocks noGrp="1"/>
          </p:cNvSpPr>
          <p:nvPr>
            <p:ph type="title"/>
          </p:nvPr>
        </p:nvSpPr>
        <p:spPr/>
        <p:txBody>
          <a:bodyPr/>
          <a:lstStyle/>
          <a:p>
            <a:r>
              <a:rPr lang="en-GB">
                <a:ea typeface="Calibri Light"/>
                <a:cs typeface="Calibri Light"/>
              </a:rPr>
              <a:t>Performance testing</a:t>
            </a:r>
            <a:endParaRPr lang="en-US"/>
          </a:p>
        </p:txBody>
      </p:sp>
      <p:sp>
        <p:nvSpPr>
          <p:cNvPr id="3" name="Content Placeholder 2">
            <a:extLst>
              <a:ext uri="{FF2B5EF4-FFF2-40B4-BE49-F238E27FC236}">
                <a16:creationId xmlns:a16="http://schemas.microsoft.com/office/drawing/2014/main" id="{459003B3-55C5-4F72-9D8F-63D5790E68A3}"/>
              </a:ext>
            </a:extLst>
          </p:cNvPr>
          <p:cNvSpPr>
            <a:spLocks noGrp="1"/>
          </p:cNvSpPr>
          <p:nvPr>
            <p:ph idx="1"/>
          </p:nvPr>
        </p:nvSpPr>
        <p:spPr>
          <a:xfrm>
            <a:off x="838200" y="1510219"/>
            <a:ext cx="10501746" cy="5211256"/>
          </a:xfrm>
        </p:spPr>
        <p:txBody>
          <a:bodyPr vert="horz" lIns="91440" tIns="45720" rIns="91440" bIns="45720" rtlCol="0" anchor="t">
            <a:normAutofit fontScale="92500" lnSpcReduction="20000"/>
          </a:bodyPr>
          <a:lstStyle/>
          <a:p>
            <a:r>
              <a:rPr lang="en-US">
                <a:ea typeface="Calibri" panose="020F0502020204030204"/>
                <a:cs typeface="Calibri" panose="020F0502020204030204"/>
              </a:rPr>
              <a:t>Now that you have a complete system, you can also test for emergent properties, like performance and reliability</a:t>
            </a:r>
            <a:endParaRPr lang="en-US"/>
          </a:p>
          <a:p>
            <a:r>
              <a:rPr lang="en-US">
                <a:ea typeface="Calibri" panose="020F0502020204030204"/>
                <a:cs typeface="Calibri" panose="020F0502020204030204"/>
              </a:rPr>
              <a:t>These tests ensure that the system can process its intended load</a:t>
            </a:r>
          </a:p>
          <a:p>
            <a:r>
              <a:rPr lang="en-US">
                <a:ea typeface="Calibri" panose="020F0502020204030204"/>
                <a:cs typeface="Calibri" panose="020F0502020204030204"/>
              </a:rPr>
              <a:t>Involves running a series of tests while increasing load until the performance becomes unacceptable</a:t>
            </a:r>
          </a:p>
          <a:p>
            <a:r>
              <a:rPr lang="en-US">
                <a:ea typeface="Calibri" panose="020F0502020204030204"/>
                <a:cs typeface="Calibri" panose="020F0502020204030204"/>
              </a:rPr>
              <a:t>Operational profile is a set of tests that reflect the actual nature of work the system performs (in other words, the relative frequency of the different operations the system performs). The goal is to simulate actual usage conditions and test appropriately (if task A is performed 90% of the time, test it the most)</a:t>
            </a:r>
          </a:p>
          <a:p>
            <a:r>
              <a:rPr lang="en-US">
                <a:ea typeface="Calibri" panose="020F0502020204030204"/>
                <a:cs typeface="Calibri" panose="020F0502020204030204"/>
              </a:rPr>
              <a:t>Some say operational profile testing is not the best approach, and instead perform stress testing</a:t>
            </a:r>
            <a:endParaRPr lang="en-US"/>
          </a:p>
          <a:p>
            <a:pPr lvl="1"/>
            <a:r>
              <a:rPr lang="en-US">
                <a:ea typeface="Calibri" panose="020F0502020204030204"/>
                <a:cs typeface="Calibri" panose="020F0502020204030204"/>
              </a:rPr>
              <a:t>Particularly relevant in network or distributed environments</a:t>
            </a:r>
          </a:p>
          <a:p>
            <a:pPr lvl="1"/>
            <a:r>
              <a:rPr lang="en-US">
                <a:ea typeface="Calibri" panose="020F0502020204030204"/>
                <a:cs typeface="Calibri" panose="020F0502020204030204"/>
              </a:rPr>
              <a:t>Helps understand when degradation begins so you can add checks to proactively tackle it</a:t>
            </a:r>
          </a:p>
          <a:p>
            <a:endParaRPr lang="en-US">
              <a:ea typeface="Calibri" panose="020F0502020204030204"/>
              <a:cs typeface="Calibri" panose="020F0502020204030204"/>
            </a:endParaRPr>
          </a:p>
          <a:p>
            <a:pPr lvl="1"/>
            <a:endParaRPr lang="en-US">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F5D6E8CB-62B6-C205-5E48-AD1BD15EF2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A504C44-3F60-5FDA-E5E7-427228620A0C}"/>
              </a:ext>
            </a:extLst>
          </p:cNvPr>
          <p:cNvSpPr>
            <a:spLocks noGrp="1"/>
          </p:cNvSpPr>
          <p:nvPr>
            <p:ph type="sldNum" sz="quarter" idx="12"/>
          </p:nvPr>
        </p:nvSpPr>
        <p:spPr/>
        <p:txBody>
          <a:bodyPr/>
          <a:lstStyle/>
          <a:p>
            <a:fld id="{008559AE-1842-40A5-A2A9-0518F39FD1A9}" type="slidenum">
              <a:rPr lang="en-US" smtClean="0"/>
              <a:t>14</a:t>
            </a:fld>
            <a:endParaRPr lang="en-GB"/>
          </a:p>
        </p:txBody>
      </p:sp>
      <p:sp>
        <p:nvSpPr>
          <p:cNvPr id="7" name="Footer Placeholder 6">
            <a:extLst>
              <a:ext uri="{FF2B5EF4-FFF2-40B4-BE49-F238E27FC236}">
                <a16:creationId xmlns:a16="http://schemas.microsoft.com/office/drawing/2014/main" id="{67944DA4-BA98-F64D-EBE7-7691A5E105E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357339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DA7B2-4010-8785-5F6E-C89A1B293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D410A-8824-27D0-20D1-439D465B1AD4}"/>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4C230BDD-970A-C462-92EA-E54E139EA091}"/>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a:ea typeface="Calibri"/>
                <a:cs typeface="Calibri"/>
              </a:rPr>
              <a:t>User Testing</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C6321E67-C884-3304-D693-6B4BF046D5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753ECF17-F271-A0EC-DAEA-A447D433FA18}"/>
              </a:ext>
            </a:extLst>
          </p:cNvPr>
          <p:cNvSpPr>
            <a:spLocks noGrp="1"/>
          </p:cNvSpPr>
          <p:nvPr>
            <p:ph type="sldNum" sz="quarter" idx="12"/>
          </p:nvPr>
        </p:nvSpPr>
        <p:spPr/>
        <p:txBody>
          <a:bodyPr/>
          <a:lstStyle/>
          <a:p>
            <a:fld id="{008559AE-1842-40A5-A2A9-0518F39FD1A9}" type="slidenum">
              <a:rPr lang="en-US" smtClean="0"/>
              <a:t>15</a:t>
            </a:fld>
            <a:endParaRPr lang="en-GB"/>
          </a:p>
        </p:txBody>
      </p:sp>
      <p:sp>
        <p:nvSpPr>
          <p:cNvPr id="7" name="Footer Placeholder 6">
            <a:extLst>
              <a:ext uri="{FF2B5EF4-FFF2-40B4-BE49-F238E27FC236}">
                <a16:creationId xmlns:a16="http://schemas.microsoft.com/office/drawing/2014/main" id="{6257EEE1-3E3A-D682-EE24-68A6156D92E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275303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EDE27-A1D5-0535-9996-D155EA9639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ACE1B-FB44-FBE1-5DD7-A6E33514091A}"/>
              </a:ext>
            </a:extLst>
          </p:cNvPr>
          <p:cNvSpPr>
            <a:spLocks noGrp="1"/>
          </p:cNvSpPr>
          <p:nvPr>
            <p:ph type="title"/>
          </p:nvPr>
        </p:nvSpPr>
        <p:spPr/>
        <p:txBody>
          <a:bodyPr/>
          <a:lstStyle/>
          <a:p>
            <a:r>
              <a:rPr lang="en-GB">
                <a:ea typeface="Calibri Light"/>
                <a:cs typeface="Calibri Light"/>
              </a:rPr>
              <a:t>User Testing</a:t>
            </a:r>
            <a:endParaRPr lang="en-US"/>
          </a:p>
        </p:txBody>
      </p:sp>
      <p:sp>
        <p:nvSpPr>
          <p:cNvPr id="3" name="Content Placeholder 2">
            <a:extLst>
              <a:ext uri="{FF2B5EF4-FFF2-40B4-BE49-F238E27FC236}">
                <a16:creationId xmlns:a16="http://schemas.microsoft.com/office/drawing/2014/main" id="{AFACBCE3-2FE3-3742-2122-46EEAC4B5CD4}"/>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a:ea typeface="Calibri" panose="020F0502020204030204"/>
                <a:cs typeface="Calibri"/>
              </a:rPr>
              <a:t>Stage where users/ customers provide input on system testing</a:t>
            </a:r>
          </a:p>
          <a:p>
            <a:r>
              <a:rPr lang="en-US">
                <a:ea typeface="Calibri" panose="020F0502020204030204"/>
                <a:cs typeface="Calibri"/>
              </a:rPr>
              <a:t>Can be formal or informal</a:t>
            </a:r>
          </a:p>
          <a:p>
            <a:r>
              <a:rPr lang="en-US">
                <a:ea typeface="Calibri" panose="020F0502020204030204"/>
                <a:cs typeface="Calibri"/>
              </a:rPr>
              <a:t>User testing is essential, the user's working environment can have a major effect on the system's reliability, performance, usability and robustness</a:t>
            </a:r>
          </a:p>
          <a:p>
            <a:r>
              <a:rPr lang="en-US">
                <a:ea typeface="Calibri" panose="020F0502020204030204"/>
                <a:cs typeface="Calibri"/>
              </a:rPr>
              <a:t>It is practically impossible for a developer to recreate the user's environment, and therefore user testing is necessary</a:t>
            </a:r>
          </a:p>
          <a:p>
            <a:r>
              <a:rPr lang="en-US">
                <a:ea typeface="Calibri" panose="020F0502020204030204"/>
                <a:cs typeface="Calibri"/>
              </a:rPr>
              <a:t>Three types of User testing:</a:t>
            </a:r>
          </a:p>
          <a:p>
            <a:pPr lvl="1"/>
            <a:r>
              <a:rPr lang="en-US">
                <a:ea typeface="Calibri" panose="020F0502020204030204"/>
                <a:cs typeface="Calibri"/>
              </a:rPr>
              <a:t>Alpha testing</a:t>
            </a:r>
          </a:p>
          <a:p>
            <a:pPr lvl="1"/>
            <a:r>
              <a:rPr lang="en-US">
                <a:ea typeface="Calibri" panose="020F0502020204030204"/>
                <a:cs typeface="Calibri"/>
              </a:rPr>
              <a:t>Beta testing</a:t>
            </a:r>
          </a:p>
          <a:p>
            <a:pPr lvl="1"/>
            <a:r>
              <a:rPr lang="en-US">
                <a:ea typeface="Calibri" panose="020F0502020204030204"/>
                <a:cs typeface="Calibri"/>
              </a:rPr>
              <a:t>Acceptance testing</a:t>
            </a:r>
          </a:p>
          <a:p>
            <a:endParaRPr lang="en-US">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197D6187-6CDC-8AF1-8768-E5827830A0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CB172E0-4739-68DF-CFA8-5ADE65912289}"/>
              </a:ext>
            </a:extLst>
          </p:cNvPr>
          <p:cNvSpPr>
            <a:spLocks noGrp="1"/>
          </p:cNvSpPr>
          <p:nvPr>
            <p:ph type="sldNum" sz="quarter" idx="12"/>
          </p:nvPr>
        </p:nvSpPr>
        <p:spPr/>
        <p:txBody>
          <a:bodyPr/>
          <a:lstStyle/>
          <a:p>
            <a:fld id="{008559AE-1842-40A5-A2A9-0518F39FD1A9}" type="slidenum">
              <a:rPr lang="en-US" smtClean="0"/>
              <a:t>16</a:t>
            </a:fld>
            <a:endParaRPr lang="en-GB"/>
          </a:p>
        </p:txBody>
      </p:sp>
      <p:sp>
        <p:nvSpPr>
          <p:cNvPr id="7" name="Footer Placeholder 6">
            <a:extLst>
              <a:ext uri="{FF2B5EF4-FFF2-40B4-BE49-F238E27FC236}">
                <a16:creationId xmlns:a16="http://schemas.microsoft.com/office/drawing/2014/main" id="{28248404-EAD3-EA60-E7B8-9AA4F854D09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747720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034B9-CC21-03FD-E362-0B2D7EDB5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15E9BE-30F3-F0AF-7A9C-75E43572E8B8}"/>
              </a:ext>
            </a:extLst>
          </p:cNvPr>
          <p:cNvSpPr>
            <a:spLocks noGrp="1"/>
          </p:cNvSpPr>
          <p:nvPr>
            <p:ph type="title"/>
          </p:nvPr>
        </p:nvSpPr>
        <p:spPr/>
        <p:txBody>
          <a:bodyPr/>
          <a:lstStyle/>
          <a:p>
            <a:r>
              <a:rPr lang="en-GB">
                <a:ea typeface="Calibri Light"/>
                <a:cs typeface="Calibri Light"/>
              </a:rPr>
              <a:t>Alpha testing</a:t>
            </a:r>
            <a:endParaRPr lang="en-US"/>
          </a:p>
        </p:txBody>
      </p:sp>
      <p:sp>
        <p:nvSpPr>
          <p:cNvPr id="3" name="Content Placeholder 2">
            <a:extLst>
              <a:ext uri="{FF2B5EF4-FFF2-40B4-BE49-F238E27FC236}">
                <a16:creationId xmlns:a16="http://schemas.microsoft.com/office/drawing/2014/main" id="{A2AB4642-9EA1-87DA-03E5-79DF49D35440}"/>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a:ea typeface="+mn-lt"/>
                <a:cs typeface="+mn-lt"/>
              </a:rPr>
              <a:t>Selected group of software users work closely with the development team to test early software releases</a:t>
            </a:r>
            <a:endParaRPr lang="en-US">
              <a:ea typeface="Calibri" panose="020F0502020204030204"/>
              <a:cs typeface="Calibri"/>
            </a:endParaRPr>
          </a:p>
          <a:p>
            <a:r>
              <a:rPr lang="en-US">
                <a:ea typeface="Calibri" panose="020F0502020204030204"/>
                <a:cs typeface="Calibri"/>
              </a:rPr>
              <a:t>Users and developers work together while the system is being developed</a:t>
            </a:r>
          </a:p>
          <a:p>
            <a:r>
              <a:rPr lang="en-US">
                <a:ea typeface="Calibri" panose="020F0502020204030204"/>
                <a:cs typeface="Calibri"/>
              </a:rPr>
              <a:t>Generally used when developing software products or apps, but can also be used when developing custom software</a:t>
            </a:r>
          </a:p>
          <a:p>
            <a:r>
              <a:rPr lang="en-US">
                <a:ea typeface="Calibri" panose="020F0502020204030204"/>
                <a:cs typeface="Calibri"/>
              </a:rPr>
              <a:t>Agile methods advocate user involvement early in the development process</a:t>
            </a:r>
          </a:p>
          <a:p>
            <a:endParaRPr lang="en-US">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696709F1-D34E-2412-952A-36E829950C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2A62FD0-406E-898E-07DA-94769BAE0110}"/>
              </a:ext>
            </a:extLst>
          </p:cNvPr>
          <p:cNvSpPr>
            <a:spLocks noGrp="1"/>
          </p:cNvSpPr>
          <p:nvPr>
            <p:ph type="sldNum" sz="quarter" idx="12"/>
          </p:nvPr>
        </p:nvSpPr>
        <p:spPr/>
        <p:txBody>
          <a:bodyPr/>
          <a:lstStyle/>
          <a:p>
            <a:fld id="{008559AE-1842-40A5-A2A9-0518F39FD1A9}" type="slidenum">
              <a:rPr lang="en-US" smtClean="0"/>
              <a:t>17</a:t>
            </a:fld>
            <a:endParaRPr lang="en-GB"/>
          </a:p>
        </p:txBody>
      </p:sp>
      <p:sp>
        <p:nvSpPr>
          <p:cNvPr id="7" name="Footer Placeholder 6">
            <a:extLst>
              <a:ext uri="{FF2B5EF4-FFF2-40B4-BE49-F238E27FC236}">
                <a16:creationId xmlns:a16="http://schemas.microsoft.com/office/drawing/2014/main" id="{5FF6DC18-4F37-6A2F-7985-C8BBBA1F32EB}"/>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20373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3E7D5-B2E9-D7F8-1747-81B9624DFA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770AE3-CDF1-84F5-0645-3E4BD938B677}"/>
              </a:ext>
            </a:extLst>
          </p:cNvPr>
          <p:cNvSpPr>
            <a:spLocks noGrp="1"/>
          </p:cNvSpPr>
          <p:nvPr>
            <p:ph type="title"/>
          </p:nvPr>
        </p:nvSpPr>
        <p:spPr/>
        <p:txBody>
          <a:bodyPr/>
          <a:lstStyle/>
          <a:p>
            <a:r>
              <a:rPr lang="en-GB">
                <a:ea typeface="Calibri Light"/>
                <a:cs typeface="Calibri Light"/>
              </a:rPr>
              <a:t>Beta testing</a:t>
            </a:r>
            <a:endParaRPr lang="en-US"/>
          </a:p>
        </p:txBody>
      </p:sp>
      <p:sp>
        <p:nvSpPr>
          <p:cNvPr id="3" name="Content Placeholder 2">
            <a:extLst>
              <a:ext uri="{FF2B5EF4-FFF2-40B4-BE49-F238E27FC236}">
                <a16:creationId xmlns:a16="http://schemas.microsoft.com/office/drawing/2014/main" id="{A78AA023-2BC5-7928-A567-AB349ABDEF83}"/>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a:ea typeface="+mn-lt"/>
                <a:cs typeface="+mn-lt"/>
              </a:rPr>
              <a:t>Release of the software is made available to a larger group of users to allow them to experiment and to raise problems that they discover</a:t>
            </a:r>
            <a:endParaRPr lang="en-US">
              <a:ea typeface="Calibri" panose="020F0502020204030204"/>
              <a:cs typeface="Calibri"/>
            </a:endParaRPr>
          </a:p>
          <a:p>
            <a:r>
              <a:rPr lang="en-US">
                <a:ea typeface="Calibri" panose="020F0502020204030204"/>
                <a:cs typeface="Calibri"/>
              </a:rPr>
              <a:t>Beta testers may be a selected group of customers who are early adopters of the system</a:t>
            </a:r>
          </a:p>
          <a:p>
            <a:r>
              <a:rPr lang="en-US">
                <a:ea typeface="Calibri" panose="020F0502020204030204"/>
                <a:cs typeface="Calibri"/>
              </a:rPr>
              <a:t>Alternatively, it can also be made available to the public</a:t>
            </a:r>
          </a:p>
          <a:p>
            <a:r>
              <a:rPr lang="en-US">
                <a:ea typeface="Calibri" panose="020F0502020204030204"/>
                <a:cs typeface="Calibri"/>
              </a:rPr>
              <a:t>Beta testing is mostly used for software products that are used in many different settings</a:t>
            </a:r>
          </a:p>
          <a:p>
            <a:endParaRPr lang="en-US">
              <a:ea typeface="Calibri" panose="020F0502020204030204"/>
              <a:cs typeface="Calibri"/>
            </a:endParaRPr>
          </a:p>
          <a:p>
            <a:endParaRPr lang="en-US">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409203D5-B096-724D-13CD-182D8CD693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3A26F0A-A24C-F588-69AE-5DB2D24D28B5}"/>
              </a:ext>
            </a:extLst>
          </p:cNvPr>
          <p:cNvSpPr>
            <a:spLocks noGrp="1"/>
          </p:cNvSpPr>
          <p:nvPr>
            <p:ph type="sldNum" sz="quarter" idx="12"/>
          </p:nvPr>
        </p:nvSpPr>
        <p:spPr/>
        <p:txBody>
          <a:bodyPr/>
          <a:lstStyle/>
          <a:p>
            <a:fld id="{008559AE-1842-40A5-A2A9-0518F39FD1A9}" type="slidenum">
              <a:rPr lang="en-US" smtClean="0"/>
              <a:t>18</a:t>
            </a:fld>
            <a:endParaRPr lang="en-GB"/>
          </a:p>
        </p:txBody>
      </p:sp>
      <p:sp>
        <p:nvSpPr>
          <p:cNvPr id="7" name="Footer Placeholder 6">
            <a:extLst>
              <a:ext uri="{FF2B5EF4-FFF2-40B4-BE49-F238E27FC236}">
                <a16:creationId xmlns:a16="http://schemas.microsoft.com/office/drawing/2014/main" id="{F275FB9B-9EBC-E3B7-535A-ED1E4C4A56F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885347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D64AF-031A-319A-C24F-BF907838E5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878244-1143-D38B-2C99-634F9338D915}"/>
              </a:ext>
            </a:extLst>
          </p:cNvPr>
          <p:cNvSpPr>
            <a:spLocks noGrp="1"/>
          </p:cNvSpPr>
          <p:nvPr>
            <p:ph type="title"/>
          </p:nvPr>
        </p:nvSpPr>
        <p:spPr/>
        <p:txBody>
          <a:bodyPr/>
          <a:lstStyle/>
          <a:p>
            <a:r>
              <a:rPr lang="en-GB">
                <a:ea typeface="Calibri Light"/>
                <a:cs typeface="Calibri Light"/>
              </a:rPr>
              <a:t>Acceptance testing</a:t>
            </a:r>
          </a:p>
        </p:txBody>
      </p:sp>
      <p:sp>
        <p:nvSpPr>
          <p:cNvPr id="3" name="Content Placeholder 2">
            <a:extLst>
              <a:ext uri="{FF2B5EF4-FFF2-40B4-BE49-F238E27FC236}">
                <a16:creationId xmlns:a16="http://schemas.microsoft.com/office/drawing/2014/main" id="{E5313027-2FF9-8B6F-CCF8-A568BCDC07A9}"/>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a:ea typeface="Calibri" panose="020F0502020204030204"/>
                <a:cs typeface="Calibri"/>
              </a:rPr>
              <a:t>Inherent part of custom system development</a:t>
            </a:r>
          </a:p>
          <a:p>
            <a:r>
              <a:rPr lang="en-US">
                <a:ea typeface="Calibri" panose="020F0502020204030204"/>
                <a:cs typeface="Calibri"/>
              </a:rPr>
              <a:t>Customers test a system, using their own data, and decide if it should be accepted from the system developer</a:t>
            </a:r>
          </a:p>
          <a:p>
            <a:r>
              <a:rPr lang="en-US">
                <a:ea typeface="Calibri" panose="020F0502020204030204"/>
                <a:cs typeface="Calibri"/>
              </a:rPr>
              <a:t>Acceptance implies that final payment should be made for the software</a:t>
            </a:r>
          </a:p>
          <a:p>
            <a:r>
              <a:rPr lang="en-US">
                <a:ea typeface="Calibri" panose="020F0502020204030204"/>
                <a:cs typeface="Calibri"/>
              </a:rPr>
              <a:t>Six stages to acceptance testing process:</a:t>
            </a:r>
          </a:p>
          <a:p>
            <a:pPr lvl="1"/>
            <a:r>
              <a:rPr lang="en-US">
                <a:ea typeface="Calibri" panose="020F0502020204030204"/>
                <a:cs typeface="Calibri"/>
              </a:rPr>
              <a:t>Define acceptance criteria</a:t>
            </a:r>
          </a:p>
          <a:p>
            <a:pPr lvl="1"/>
            <a:r>
              <a:rPr lang="en-US">
                <a:ea typeface="Calibri" panose="020F0502020204030204"/>
                <a:cs typeface="Calibri"/>
              </a:rPr>
              <a:t>Plan acceptance testing</a:t>
            </a:r>
          </a:p>
          <a:p>
            <a:pPr lvl="1"/>
            <a:r>
              <a:rPr lang="en-US">
                <a:ea typeface="Calibri" panose="020F0502020204030204"/>
                <a:cs typeface="Calibri"/>
              </a:rPr>
              <a:t>Derive acceptance tests</a:t>
            </a:r>
          </a:p>
          <a:p>
            <a:pPr lvl="1"/>
            <a:r>
              <a:rPr lang="en-US">
                <a:ea typeface="Calibri" panose="020F0502020204030204"/>
                <a:cs typeface="Calibri"/>
              </a:rPr>
              <a:t>Run acceptance tests</a:t>
            </a:r>
          </a:p>
          <a:p>
            <a:pPr lvl="1"/>
            <a:r>
              <a:rPr lang="en-US">
                <a:ea typeface="Calibri" panose="020F0502020204030204"/>
                <a:cs typeface="Calibri"/>
              </a:rPr>
              <a:t>Negotiate test results</a:t>
            </a:r>
          </a:p>
          <a:p>
            <a:pPr lvl="1"/>
            <a:r>
              <a:rPr lang="en-US">
                <a:ea typeface="Calibri" panose="020F0502020204030204"/>
                <a:cs typeface="Calibri"/>
              </a:rPr>
              <a:t>Reject / Accept system</a:t>
            </a:r>
          </a:p>
          <a:p>
            <a:endParaRPr lang="en-US">
              <a:ea typeface="Calibri" panose="020F0502020204030204"/>
              <a:cs typeface="Calibri"/>
            </a:endParaRPr>
          </a:p>
          <a:p>
            <a:endParaRPr lang="en-US">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9FF8C568-D9B8-3824-6F60-182894BB35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E65925D-4003-D004-A222-6E3C950E4312}"/>
              </a:ext>
            </a:extLst>
          </p:cNvPr>
          <p:cNvSpPr>
            <a:spLocks noGrp="1"/>
          </p:cNvSpPr>
          <p:nvPr>
            <p:ph type="sldNum" sz="quarter" idx="12"/>
          </p:nvPr>
        </p:nvSpPr>
        <p:spPr/>
        <p:txBody>
          <a:bodyPr/>
          <a:lstStyle/>
          <a:p>
            <a:fld id="{008559AE-1842-40A5-A2A9-0518F39FD1A9}" type="slidenum">
              <a:rPr lang="en-US" smtClean="0"/>
              <a:t>19</a:t>
            </a:fld>
            <a:endParaRPr lang="en-GB"/>
          </a:p>
        </p:txBody>
      </p:sp>
      <p:sp>
        <p:nvSpPr>
          <p:cNvPr id="7" name="Footer Placeholder 6">
            <a:extLst>
              <a:ext uri="{FF2B5EF4-FFF2-40B4-BE49-F238E27FC236}">
                <a16:creationId xmlns:a16="http://schemas.microsoft.com/office/drawing/2014/main" id="{20195BBF-752A-6B3A-004C-6CEF5E16F007}"/>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252019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4C3EA-28B1-6534-3D4A-F9E5997577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71F861-DD4C-0009-CED9-DD8B9E02E2E2}"/>
              </a:ext>
            </a:extLst>
          </p:cNvPr>
          <p:cNvSpPr>
            <a:spLocks noGrp="1"/>
          </p:cNvSpPr>
          <p:nvPr>
            <p:ph type="title"/>
          </p:nvPr>
        </p:nvSpPr>
        <p:spPr/>
        <p:txBody>
          <a:bodyPr/>
          <a:lstStyle/>
          <a:p>
            <a:r>
              <a:rPr lang="en-GB">
                <a:ea typeface="Calibri Light"/>
                <a:cs typeface="Calibri Light"/>
              </a:rPr>
              <a:t>Difference between Beta testing and Acceptance testing</a:t>
            </a:r>
            <a:endParaRPr lang="en-US"/>
          </a:p>
        </p:txBody>
      </p:sp>
      <p:sp>
        <p:nvSpPr>
          <p:cNvPr id="3" name="Content Placeholder 2">
            <a:extLst>
              <a:ext uri="{FF2B5EF4-FFF2-40B4-BE49-F238E27FC236}">
                <a16:creationId xmlns:a16="http://schemas.microsoft.com/office/drawing/2014/main" id="{8F19E6AF-62BB-A140-599C-8ED5326A7BC0}"/>
              </a:ext>
            </a:extLst>
          </p:cNvPr>
          <p:cNvSpPr>
            <a:spLocks noGrp="1"/>
          </p:cNvSpPr>
          <p:nvPr>
            <p:ph idx="1"/>
          </p:nvPr>
        </p:nvSpPr>
        <p:spPr>
          <a:xfrm>
            <a:off x="838200" y="1510219"/>
            <a:ext cx="10501746" cy="5211256"/>
          </a:xfrm>
        </p:spPr>
        <p:txBody>
          <a:bodyPr vert="horz" lIns="91440" tIns="45720" rIns="91440" bIns="45720" rtlCol="0" anchor="t">
            <a:normAutofit/>
          </a:bodyPr>
          <a:lstStyle/>
          <a:p>
            <a:endParaRPr lang="en-US">
              <a:ea typeface="+mn-lt"/>
              <a:cs typeface="+mn-lt"/>
            </a:endParaRPr>
          </a:p>
          <a:p>
            <a:r>
              <a:rPr lang="en-US">
                <a:ea typeface="+mn-lt"/>
                <a:cs typeface="+mn-lt"/>
              </a:rPr>
              <a:t>Beta testing </a:t>
            </a:r>
            <a:r>
              <a:rPr lang="en-US" u="sng">
                <a:ea typeface="+mn-lt"/>
                <a:cs typeface="+mn-lt"/>
              </a:rPr>
              <a:t>focuses on identifying bugs and gathering feedback from a wider, more representative group</a:t>
            </a:r>
            <a:r>
              <a:rPr lang="en-US">
                <a:ea typeface="+mn-lt"/>
                <a:cs typeface="+mn-lt"/>
              </a:rPr>
              <a:t> of users in a </a:t>
            </a:r>
            <a:r>
              <a:rPr lang="en-US" u="sng">
                <a:ea typeface="+mn-lt"/>
                <a:cs typeface="+mn-lt"/>
              </a:rPr>
              <a:t>real-world environment</a:t>
            </a:r>
          </a:p>
          <a:p>
            <a:r>
              <a:rPr lang="en-US">
                <a:ea typeface="+mn-lt"/>
                <a:cs typeface="+mn-lt"/>
              </a:rPr>
              <a:t>Acceptance testing, on the other hand, is a more </a:t>
            </a:r>
            <a:r>
              <a:rPr lang="en-US" u="sng">
                <a:ea typeface="+mn-lt"/>
                <a:cs typeface="+mn-lt"/>
              </a:rPr>
              <a:t>structured process where specific acceptance criteria are validated</a:t>
            </a:r>
            <a:r>
              <a:rPr lang="en-US">
                <a:ea typeface="+mn-lt"/>
                <a:cs typeface="+mn-lt"/>
              </a:rPr>
              <a:t> to ensure the product meets requirements before release</a:t>
            </a:r>
            <a:endParaRPr lang="en-US"/>
          </a:p>
          <a:p>
            <a:endParaRPr lang="en-US">
              <a:ea typeface="Calibri" panose="020F0502020204030204"/>
              <a:cs typeface="Calibri"/>
            </a:endParaRPr>
          </a:p>
          <a:p>
            <a:endParaRPr lang="en-US">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C62E5BAF-E380-4EA1-C59D-C7A22E9579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6899599-45F3-7FB9-CF4B-DC0861A469AC}"/>
              </a:ext>
            </a:extLst>
          </p:cNvPr>
          <p:cNvSpPr>
            <a:spLocks noGrp="1"/>
          </p:cNvSpPr>
          <p:nvPr>
            <p:ph type="sldNum" sz="quarter" idx="12"/>
          </p:nvPr>
        </p:nvSpPr>
        <p:spPr/>
        <p:txBody>
          <a:bodyPr/>
          <a:lstStyle/>
          <a:p>
            <a:fld id="{008559AE-1842-40A5-A2A9-0518F39FD1A9}" type="slidenum">
              <a:rPr lang="en-US" smtClean="0"/>
              <a:t>20</a:t>
            </a:fld>
            <a:endParaRPr lang="en-GB"/>
          </a:p>
        </p:txBody>
      </p:sp>
      <p:sp>
        <p:nvSpPr>
          <p:cNvPr id="7" name="Footer Placeholder 6">
            <a:extLst>
              <a:ext uri="{FF2B5EF4-FFF2-40B4-BE49-F238E27FC236}">
                <a16:creationId xmlns:a16="http://schemas.microsoft.com/office/drawing/2014/main" id="{5A10302B-4F8B-5D63-3D7D-049C34AD58C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003125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1834713A0238B47A82B49BB61910BB7" ma:contentTypeVersion="4" ma:contentTypeDescription="Create a new document." ma:contentTypeScope="" ma:versionID="6d4706a53c2ea577fa6530616b401942">
  <xsd:schema xmlns:xsd="http://www.w3.org/2001/XMLSchema" xmlns:xs="http://www.w3.org/2001/XMLSchema" xmlns:p="http://schemas.microsoft.com/office/2006/metadata/properties" xmlns:ns3="5036cfa6-d0e1-4902-a771-3c3912700344" targetNamespace="http://schemas.microsoft.com/office/2006/metadata/properties" ma:root="true" ma:fieldsID="a1d272197f808f89f8a24a3fbeb7e316" ns3:_="">
    <xsd:import namespace="5036cfa6-d0e1-4902-a771-3c391270034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36cfa6-d0e1-4902-a771-3c39127003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52CE482-82E1-495F-A096-31F88599D290}">
  <ds:schemaRefs>
    <ds:schemaRef ds:uri="5036cfa6-d0e1-4902-a771-3c39127003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4292D93-FF2A-4DA5-8E8B-A42F52EE7A22}">
  <ds:schemaRefs>
    <ds:schemaRef ds:uri="http://schemas.microsoft.com/sharepoint/v3/contenttype/forms"/>
  </ds:schemaRefs>
</ds:datastoreItem>
</file>

<file path=customXml/itemProps3.xml><?xml version="1.0" encoding="utf-8"?>
<ds:datastoreItem xmlns:ds="http://schemas.openxmlformats.org/officeDocument/2006/customXml" ds:itemID="{50ED4F75-3CD7-45A8-9549-E613B31DDB2A}">
  <ds:schemaRefs>
    <ds:schemaRef ds:uri="5036cfa6-d0e1-4902-a771-3c391270034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19</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Software Engineering (CS3201) Software Testing </vt:lpstr>
      <vt:lpstr>Objectives</vt:lpstr>
      <vt:lpstr>Recap</vt:lpstr>
      <vt:lpstr> </vt:lpstr>
      <vt:lpstr>Release Testing</vt:lpstr>
      <vt:lpstr>Release Testing</vt:lpstr>
      <vt:lpstr>Requirements based testing</vt:lpstr>
      <vt:lpstr>Requirements based testing: Example</vt:lpstr>
      <vt:lpstr>Requirements based testing: Example</vt:lpstr>
      <vt:lpstr>Scenario testing</vt:lpstr>
      <vt:lpstr>Scenario testing: Example</vt:lpstr>
      <vt:lpstr>Scenario testing: Example</vt:lpstr>
      <vt:lpstr>Scenario testing: Example</vt:lpstr>
      <vt:lpstr>Performance testing</vt:lpstr>
      <vt:lpstr> </vt:lpstr>
      <vt:lpstr>User Testing</vt:lpstr>
      <vt:lpstr>Alpha testing</vt:lpstr>
      <vt:lpstr>Beta testing</vt:lpstr>
      <vt:lpstr>Acceptance testing</vt:lpstr>
      <vt:lpstr>Difference between Beta testing and Acceptance testing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NLP  CS 475</dc:title>
  <dc:creator>Avinash Arun Chauhan</dc:creator>
  <cp:revision>1</cp:revision>
  <dcterms:created xsi:type="dcterms:W3CDTF">2022-08-02T06:42:39Z</dcterms:created>
  <dcterms:modified xsi:type="dcterms:W3CDTF">2026-04-24T13:42:54Z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0x01010051834713A0238B47A82B49BB61910BB7</vt:lpwstr>
  </property>
</Properties>
</file>