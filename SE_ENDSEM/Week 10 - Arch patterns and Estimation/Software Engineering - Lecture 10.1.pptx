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5"/>
  </p:notesMasterIdLst>
  <p:sldIdLst>
    <p:sldId id="256" r:id="rId5"/>
    <p:sldId id="508" r:id="rId6"/>
    <p:sldId id="505" r:id="rId7"/>
    <p:sldId id="595" r:id="rId8"/>
    <p:sldId id="596" r:id="rId9"/>
    <p:sldId id="597" r:id="rId10"/>
    <p:sldId id="575" r:id="rId11"/>
    <p:sldId id="598" r:id="rId12"/>
    <p:sldId id="599" r:id="rId13"/>
    <p:sldId id="600" r:id="rId14"/>
    <p:sldId id="573" r:id="rId15"/>
    <p:sldId id="587" r:id="rId16"/>
    <p:sldId id="601" r:id="rId17"/>
    <p:sldId id="602" r:id="rId18"/>
    <p:sldId id="592" r:id="rId19"/>
    <p:sldId id="593" r:id="rId20"/>
    <p:sldId id="594" r:id="rId21"/>
    <p:sldId id="589" r:id="rId22"/>
    <p:sldId id="590" r:id="rId23"/>
    <p:sldId id="591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43B03A-98ED-DD7D-E4E5-274CE1C0934A}" v="1070" dt="2025-04-07T08:26:07.470"/>
    <p1510:client id="{D8687C7D-5F00-37A5-120B-679C77ED79E6}" v="3596" dt="2025-04-08T06:54:08.6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vinash Arun Chauhan" userId="S::avinash.chauhan@mahindrauniversity.edu.in::241b5f3e-36f4-4c61-9553-90e6a1c1b8a6" providerId="AD" clId="Web-{9473E106-FE3B-2B51-69EC-B999569D047E}"/>
    <pc:docChg chg="modSld">
      <pc:chgData name="Avinash Arun Chauhan" userId="S::avinash.chauhan@mahindrauniversity.edu.in::241b5f3e-36f4-4c61-9553-90e6a1c1b8a6" providerId="AD" clId="Web-{9473E106-FE3B-2B51-69EC-B999569D047E}" dt="2022-08-04T07:31:57.364" v="50" actId="20577"/>
      <pc:docMkLst>
        <pc:docMk/>
      </pc:docMkLst>
      <pc:sldChg chg="modSp">
        <pc:chgData name="Avinash Arun Chauhan" userId="S::avinash.chauhan@mahindrauniversity.edu.in::241b5f3e-36f4-4c61-9553-90e6a1c1b8a6" providerId="AD" clId="Web-{9473E106-FE3B-2B51-69EC-B999569D047E}" dt="2022-08-04T07:31:57.364" v="50" actId="20577"/>
        <pc:sldMkLst>
          <pc:docMk/>
          <pc:sldMk cId="3009557333" sldId="264"/>
        </pc:sldMkLst>
      </pc:sldChg>
    </pc:docChg>
  </pc:docChgLst>
  <pc:docChgLst>
    <pc:chgData name="Avinash Arun Chauhan" userId="S::avinash.chauhan@mahindrauniversity.edu.in::241b5f3e-36f4-4c61-9553-90e6a1c1b8a6" providerId="AD" clId="Web-{D07CDF20-84E1-5FAC-BD08-582113BC5494}"/>
    <pc:docChg chg="addSld delSld modSld">
      <pc:chgData name="Avinash Arun Chauhan" userId="S::avinash.chauhan@mahindrauniversity.edu.in::241b5f3e-36f4-4c61-9553-90e6a1c1b8a6" providerId="AD" clId="Web-{D07CDF20-84E1-5FAC-BD08-582113BC5494}" dt="2022-08-16T10:48:35.249" v="302" actId="20577"/>
      <pc:docMkLst>
        <pc:docMk/>
      </pc:docMkLst>
      <pc:sldChg chg="modSp">
        <pc:chgData name="Avinash Arun Chauhan" userId="S::avinash.chauhan@mahindrauniversity.edu.in::241b5f3e-36f4-4c61-9553-90e6a1c1b8a6" providerId="AD" clId="Web-{D07CDF20-84E1-5FAC-BD08-582113BC5494}" dt="2022-08-16T07:01:33.689" v="95" actId="20577"/>
        <pc:sldMkLst>
          <pc:docMk/>
          <pc:sldMk cId="3131259695" sldId="258"/>
        </pc:sldMkLst>
      </pc:sldChg>
      <pc:sldChg chg="modSp">
        <pc:chgData name="Avinash Arun Chauhan" userId="S::avinash.chauhan@mahindrauniversity.edu.in::241b5f3e-36f4-4c61-9553-90e6a1c1b8a6" providerId="AD" clId="Web-{D07CDF20-84E1-5FAC-BD08-582113BC5494}" dt="2022-08-16T10:48:35.249" v="302" actId="20577"/>
        <pc:sldMkLst>
          <pc:docMk/>
          <pc:sldMk cId="3615545428" sldId="259"/>
        </pc:sldMkLst>
      </pc:sldChg>
      <pc:sldChg chg="modSp">
        <pc:chgData name="Avinash Arun Chauhan" userId="S::avinash.chauhan@mahindrauniversity.edu.in::241b5f3e-36f4-4c61-9553-90e6a1c1b8a6" providerId="AD" clId="Web-{D07CDF20-84E1-5FAC-BD08-582113BC5494}" dt="2022-08-16T06:12:40.684" v="11" actId="20577"/>
        <pc:sldMkLst>
          <pc:docMk/>
          <pc:sldMk cId="3834488751" sldId="263"/>
        </pc:sldMkLst>
      </pc:sldChg>
      <pc:sldChg chg="addSp modSp new">
        <pc:chgData name="Avinash Arun Chauhan" userId="S::avinash.chauhan@mahindrauniversity.edu.in::241b5f3e-36f4-4c61-9553-90e6a1c1b8a6" providerId="AD" clId="Web-{D07CDF20-84E1-5FAC-BD08-582113BC5494}" dt="2022-08-16T06:44:51.309" v="61" actId="1076"/>
        <pc:sldMkLst>
          <pc:docMk/>
          <pc:sldMk cId="3445711273" sldId="267"/>
        </pc:sldMkLst>
      </pc:sldChg>
      <pc:sldChg chg="delSp new del">
        <pc:chgData name="Avinash Arun Chauhan" userId="S::avinash.chauhan@mahindrauniversity.edu.in::241b5f3e-36f4-4c61-9553-90e6a1c1b8a6" providerId="AD" clId="Web-{D07CDF20-84E1-5FAC-BD08-582113BC5494}" dt="2022-08-16T06:12:07.637" v="2"/>
        <pc:sldMkLst>
          <pc:docMk/>
          <pc:sldMk cId="3533583446" sldId="267"/>
        </pc:sldMkLst>
      </pc:sldChg>
    </pc:docChg>
  </pc:docChgLst>
  <pc:docChgLst>
    <pc:chgData clId="Web-{95E5A7F3-C103-A91A-33FD-D47FA384885D}"/>
    <pc:docChg chg="modSld">
      <pc:chgData name="" userId="" providerId="" clId="Web-{95E5A7F3-C103-A91A-33FD-D47FA384885D}" dt="2024-07-30T14:34:24.483" v="9" actId="20577"/>
      <pc:docMkLst>
        <pc:docMk/>
      </pc:docMkLst>
      <pc:sldChg chg="modSp">
        <pc:chgData name="" userId="" providerId="" clId="Web-{95E5A7F3-C103-A91A-33FD-D47FA384885D}" dt="2024-07-30T14:34:24.483" v="9" actId="20577"/>
        <pc:sldMkLst>
          <pc:docMk/>
          <pc:sldMk cId="2029719128" sldId="274"/>
        </pc:sldMkLst>
      </pc:sldChg>
    </pc:docChg>
  </pc:docChgLst>
  <pc:docChgLst>
    <pc:chgData name="Avinash Arun Chauhan" userId="S::avinash.chauhan@mahindrauniversity.edu.in::241b5f3e-36f4-4c61-9553-90e6a1c1b8a6" providerId="AD" clId="Web-{9652A111-A76F-A9D2-D665-FDCA6DB7DB23}"/>
    <pc:docChg chg="addSld delSld modSld sldOrd">
      <pc:chgData name="Avinash Arun Chauhan" userId="S::avinash.chauhan@mahindrauniversity.edu.in::241b5f3e-36f4-4c61-9553-90e6a1c1b8a6" providerId="AD" clId="Web-{9652A111-A76F-A9D2-D665-FDCA6DB7DB23}" dt="2025-02-04T09:27:17.694" v="2712" actId="20577"/>
      <pc:docMkLst>
        <pc:docMk/>
      </pc:docMkLst>
      <pc:sldChg chg="modSp">
        <pc:chgData name="Avinash Arun Chauhan" userId="S::avinash.chauhan@mahindrauniversity.edu.in::241b5f3e-36f4-4c61-9553-90e6a1c1b8a6" providerId="AD" clId="Web-{9652A111-A76F-A9D2-D665-FDCA6DB7DB23}" dt="2025-02-04T05:29:19.265" v="103" actId="20577"/>
        <pc:sldMkLst>
          <pc:docMk/>
          <pc:sldMk cId="1153999674" sldId="355"/>
        </pc:sldMkLst>
      </pc:sldChg>
      <pc:sldChg chg="addSp delSp modSp">
        <pc:chgData name="Avinash Arun Chauhan" userId="S::avinash.chauhan@mahindrauniversity.edu.in::241b5f3e-36f4-4c61-9553-90e6a1c1b8a6" providerId="AD" clId="Web-{9652A111-A76F-A9D2-D665-FDCA6DB7DB23}" dt="2025-02-04T08:14:08.179" v="2583"/>
        <pc:sldMkLst>
          <pc:docMk/>
          <pc:sldMk cId="3754596656" sldId="395"/>
        </pc:sldMkLst>
      </pc:sldChg>
      <pc:sldChg chg="addSp modSp">
        <pc:chgData name="Avinash Arun Chauhan" userId="S::avinash.chauhan@mahindrauniversity.edu.in::241b5f3e-36f4-4c61-9553-90e6a1c1b8a6" providerId="AD" clId="Web-{9652A111-A76F-A9D2-D665-FDCA6DB7DB23}" dt="2025-02-04T05:32:44.579" v="115" actId="20577"/>
        <pc:sldMkLst>
          <pc:docMk/>
          <pc:sldMk cId="1331974274" sldId="396"/>
        </pc:sldMkLst>
      </pc:sldChg>
      <pc:sldChg chg="modSp">
        <pc:chgData name="Avinash Arun Chauhan" userId="S::avinash.chauhan@mahindrauniversity.edu.in::241b5f3e-36f4-4c61-9553-90e6a1c1b8a6" providerId="AD" clId="Web-{9652A111-A76F-A9D2-D665-FDCA6DB7DB23}" dt="2025-02-04T05:30:23.156" v="104" actId="20577"/>
        <pc:sldMkLst>
          <pc:docMk/>
          <pc:sldMk cId="2054758623" sldId="398"/>
        </pc:sldMkLst>
      </pc:sldChg>
      <pc:sldChg chg="modSp modNotes">
        <pc:chgData name="Avinash Arun Chauhan" userId="S::avinash.chauhan@mahindrauniversity.edu.in::241b5f3e-36f4-4c61-9553-90e6a1c1b8a6" providerId="AD" clId="Web-{9652A111-A76F-A9D2-D665-FDCA6DB7DB23}" dt="2025-02-04T08:15:59.667" v="2609" actId="20577"/>
        <pc:sldMkLst>
          <pc:docMk/>
          <pc:sldMk cId="2651303011" sldId="399"/>
        </pc:sldMkLst>
      </pc:sldChg>
      <pc:sldChg chg="del">
        <pc:chgData name="Avinash Arun Chauhan" userId="S::avinash.chauhan@mahindrauniversity.edu.in::241b5f3e-36f4-4c61-9553-90e6a1c1b8a6" providerId="AD" clId="Web-{9652A111-A76F-A9D2-D665-FDCA6DB7DB23}" dt="2025-02-04T07:01:58.872" v="2522"/>
        <pc:sldMkLst>
          <pc:docMk/>
          <pc:sldMk cId="3219962969" sldId="400"/>
        </pc:sldMkLst>
      </pc:sldChg>
      <pc:sldChg chg="del">
        <pc:chgData name="Avinash Arun Chauhan" userId="S::avinash.chauhan@mahindrauniversity.edu.in::241b5f3e-36f4-4c61-9553-90e6a1c1b8a6" providerId="AD" clId="Web-{9652A111-A76F-A9D2-D665-FDCA6DB7DB23}" dt="2025-02-04T07:01:59.841" v="2523"/>
        <pc:sldMkLst>
          <pc:docMk/>
          <pc:sldMk cId="675903330" sldId="401"/>
        </pc:sldMkLst>
      </pc:sldChg>
      <pc:sldChg chg="del">
        <pc:chgData name="Avinash Arun Chauhan" userId="S::avinash.chauhan@mahindrauniversity.edu.in::241b5f3e-36f4-4c61-9553-90e6a1c1b8a6" providerId="AD" clId="Web-{9652A111-A76F-A9D2-D665-FDCA6DB7DB23}" dt="2025-02-04T07:02:01.169" v="2524"/>
        <pc:sldMkLst>
          <pc:docMk/>
          <pc:sldMk cId="2868279875" sldId="402"/>
        </pc:sldMkLst>
      </pc:sldChg>
      <pc:sldChg chg="del">
        <pc:chgData name="Avinash Arun Chauhan" userId="S::avinash.chauhan@mahindrauniversity.edu.in::241b5f3e-36f4-4c61-9553-90e6a1c1b8a6" providerId="AD" clId="Web-{9652A111-A76F-A9D2-D665-FDCA6DB7DB23}" dt="2025-02-04T07:02:02.076" v="2525"/>
        <pc:sldMkLst>
          <pc:docMk/>
          <pc:sldMk cId="1531576171" sldId="403"/>
        </pc:sldMkLst>
      </pc:sldChg>
      <pc:sldChg chg="addSp modSp add ord replId">
        <pc:chgData name="Avinash Arun Chauhan" userId="S::avinash.chauhan@mahindrauniversity.edu.in::241b5f3e-36f4-4c61-9553-90e6a1c1b8a6" providerId="AD" clId="Web-{9652A111-A76F-A9D2-D665-FDCA6DB7DB23}" dt="2025-02-04T05:46:46.256" v="431" actId="1076"/>
        <pc:sldMkLst>
          <pc:docMk/>
          <pc:sldMk cId="797437864" sldId="405"/>
        </pc:sldMkLst>
      </pc:sldChg>
      <pc:sldChg chg="addSp delSp modSp add replId">
        <pc:chgData name="Avinash Arun Chauhan" userId="S::avinash.chauhan@mahindrauniversity.edu.in::241b5f3e-36f4-4c61-9553-90e6a1c1b8a6" providerId="AD" clId="Web-{9652A111-A76F-A9D2-D665-FDCA6DB7DB23}" dt="2025-02-04T06:06:46.481" v="1018" actId="20577"/>
        <pc:sldMkLst>
          <pc:docMk/>
          <pc:sldMk cId="3490620550" sldId="406"/>
        </pc:sldMkLst>
      </pc:sldChg>
      <pc:sldChg chg="delSp modSp add del replId">
        <pc:chgData name="Avinash Arun Chauhan" userId="S::avinash.chauhan@mahindrauniversity.edu.in::241b5f3e-36f4-4c61-9553-90e6a1c1b8a6" providerId="AD" clId="Web-{9652A111-A76F-A9D2-D665-FDCA6DB7DB23}" dt="2025-02-04T06:06:56.809" v="1019"/>
        <pc:sldMkLst>
          <pc:docMk/>
          <pc:sldMk cId="21574984" sldId="407"/>
        </pc:sldMkLst>
      </pc:sldChg>
      <pc:sldChg chg="delSp modSp add replId">
        <pc:chgData name="Avinash Arun Chauhan" userId="S::avinash.chauhan@mahindrauniversity.edu.in::241b5f3e-36f4-4c61-9553-90e6a1c1b8a6" providerId="AD" clId="Web-{9652A111-A76F-A9D2-D665-FDCA6DB7DB23}" dt="2025-02-04T08:42:16.101" v="2676" actId="20577"/>
        <pc:sldMkLst>
          <pc:docMk/>
          <pc:sldMk cId="1706956384" sldId="407"/>
        </pc:sldMkLst>
      </pc:sldChg>
      <pc:sldChg chg="modSp add replId">
        <pc:chgData name="Avinash Arun Chauhan" userId="S::avinash.chauhan@mahindrauniversity.edu.in::241b5f3e-36f4-4c61-9553-90e6a1c1b8a6" providerId="AD" clId="Web-{9652A111-A76F-A9D2-D665-FDCA6DB7DB23}" dt="2025-02-04T08:43:04.025" v="2710" actId="20577"/>
        <pc:sldMkLst>
          <pc:docMk/>
          <pc:sldMk cId="2363286037" sldId="408"/>
        </pc:sldMkLst>
      </pc:sldChg>
      <pc:sldChg chg="modSp add replId">
        <pc:chgData name="Avinash Arun Chauhan" userId="S::avinash.chauhan@mahindrauniversity.edu.in::241b5f3e-36f4-4c61-9553-90e6a1c1b8a6" providerId="AD" clId="Web-{9652A111-A76F-A9D2-D665-FDCA6DB7DB23}" dt="2025-02-04T09:27:17.694" v="2712" actId="20577"/>
        <pc:sldMkLst>
          <pc:docMk/>
          <pc:sldMk cId="468204953" sldId="409"/>
        </pc:sldMkLst>
      </pc:sldChg>
      <pc:sldChg chg="addSp delSp modSp add replId">
        <pc:chgData name="Avinash Arun Chauhan" userId="S::avinash.chauhan@mahindrauniversity.edu.in::241b5f3e-36f4-4c61-9553-90e6a1c1b8a6" providerId="AD" clId="Web-{9652A111-A76F-A9D2-D665-FDCA6DB7DB23}" dt="2025-02-04T06:41:41.882" v="1939"/>
        <pc:sldMkLst>
          <pc:docMk/>
          <pc:sldMk cId="3626562986" sldId="410"/>
        </pc:sldMkLst>
      </pc:sldChg>
      <pc:sldChg chg="addSp modSp add del replId">
        <pc:chgData name="Avinash Arun Chauhan" userId="S::avinash.chauhan@mahindrauniversity.edu.in::241b5f3e-36f4-4c61-9553-90e6a1c1b8a6" providerId="AD" clId="Web-{9652A111-A76F-A9D2-D665-FDCA6DB7DB23}" dt="2025-02-04T06:44:49.039" v="1997" actId="20577"/>
        <pc:sldMkLst>
          <pc:docMk/>
          <pc:sldMk cId="3059869477" sldId="411"/>
        </pc:sldMkLst>
      </pc:sldChg>
      <pc:sldChg chg="modSp add replId">
        <pc:chgData name="Avinash Arun Chauhan" userId="S::avinash.chauhan@mahindrauniversity.edu.in::241b5f3e-36f4-4c61-9553-90e6a1c1b8a6" providerId="AD" clId="Web-{9652A111-A76F-A9D2-D665-FDCA6DB7DB23}" dt="2025-02-04T07:00:19.450" v="2490" actId="20577"/>
        <pc:sldMkLst>
          <pc:docMk/>
          <pc:sldMk cId="2250290411" sldId="412"/>
        </pc:sldMkLst>
      </pc:sldChg>
      <pc:sldChg chg="modSp add replId">
        <pc:chgData name="Avinash Arun Chauhan" userId="S::avinash.chauhan@mahindrauniversity.edu.in::241b5f3e-36f4-4c61-9553-90e6a1c1b8a6" providerId="AD" clId="Web-{9652A111-A76F-A9D2-D665-FDCA6DB7DB23}" dt="2025-02-04T08:29:07.525" v="2629" actId="20577"/>
        <pc:sldMkLst>
          <pc:docMk/>
          <pc:sldMk cId="389664210" sldId="413"/>
        </pc:sldMkLst>
      </pc:sldChg>
      <pc:sldChg chg="modSp add replId">
        <pc:chgData name="Avinash Arun Chauhan" userId="S::avinash.chauhan@mahindrauniversity.edu.in::241b5f3e-36f4-4c61-9553-90e6a1c1b8a6" providerId="AD" clId="Web-{9652A111-A76F-A9D2-D665-FDCA6DB7DB23}" dt="2025-02-04T06:53:36.323" v="2337" actId="20577"/>
        <pc:sldMkLst>
          <pc:docMk/>
          <pc:sldMk cId="1663143253" sldId="414"/>
        </pc:sldMkLst>
      </pc:sldChg>
      <pc:sldChg chg="modSp add replId modNotes">
        <pc:chgData name="Avinash Arun Chauhan" userId="S::avinash.chauhan@mahindrauniversity.edu.in::241b5f3e-36f4-4c61-9553-90e6a1c1b8a6" providerId="AD" clId="Web-{9652A111-A76F-A9D2-D665-FDCA6DB7DB23}" dt="2025-02-04T07:00:51.778" v="2494"/>
        <pc:sldMkLst>
          <pc:docMk/>
          <pc:sldMk cId="2608449174" sldId="415"/>
        </pc:sldMkLst>
      </pc:sldChg>
    </pc:docChg>
  </pc:docChgLst>
  <pc:docChgLst>
    <pc:chgData name="Avinash Arun Chauhan" userId="S::avinash.chauhan@mahindrauniversity.edu.in::241b5f3e-36f4-4c61-9553-90e6a1c1b8a6" providerId="AD" clId="Web-{AC1AD84D-A6D2-E8B9-4A7C-EFFADECF48E0}"/>
    <pc:docChg chg="addSld delSld modSld sldOrd">
      <pc:chgData name="Avinash Arun Chauhan" userId="S::avinash.chauhan@mahindrauniversity.edu.in::241b5f3e-36f4-4c61-9553-90e6a1c1b8a6" providerId="AD" clId="Web-{AC1AD84D-A6D2-E8B9-4A7C-EFFADECF48E0}" dt="2025-04-01T06:49:03.145" v="4001" actId="20577"/>
      <pc:docMkLst>
        <pc:docMk/>
      </pc:docMkLst>
      <pc:sldChg chg="modSp">
        <pc:chgData name="Avinash Arun Chauhan" userId="S::avinash.chauhan@mahindrauniversity.edu.in::241b5f3e-36f4-4c61-9553-90e6a1c1b8a6" providerId="AD" clId="Web-{AC1AD84D-A6D2-E8B9-4A7C-EFFADECF48E0}" dt="2025-04-01T06:28:15.447" v="3995" actId="20577"/>
        <pc:sldMkLst>
          <pc:docMk/>
          <pc:sldMk cId="1540275285" sldId="256"/>
        </pc:sldMkLst>
        <pc:spChg chg="mod">
          <ac:chgData name="Avinash Arun Chauhan" userId="S::avinash.chauhan@mahindrauniversity.edu.in::241b5f3e-36f4-4c61-9553-90e6a1c1b8a6" providerId="AD" clId="Web-{AC1AD84D-A6D2-E8B9-4A7C-EFFADECF48E0}" dt="2025-04-01T06:28:15.447" v="3995" actId="20577"/>
          <ac:spMkLst>
            <pc:docMk/>
            <pc:sldMk cId="1540275285" sldId="256"/>
            <ac:spMk id="2" creationId="{727870F2-A17E-4535-8ECE-F608007055B7}"/>
          </ac:spMkLst>
        </pc:spChg>
      </pc:sldChg>
      <pc:sldChg chg="modSp">
        <pc:chgData name="Avinash Arun Chauhan" userId="S::avinash.chauhan@mahindrauniversity.edu.in::241b5f3e-36f4-4c61-9553-90e6a1c1b8a6" providerId="AD" clId="Web-{AC1AD84D-A6D2-E8B9-4A7C-EFFADECF48E0}" dt="2025-04-01T04:35:20.231" v="143" actId="20577"/>
        <pc:sldMkLst>
          <pc:docMk/>
          <pc:sldMk cId="3811169343" sldId="426"/>
        </pc:sldMkLst>
        <pc:spChg chg="mod">
          <ac:chgData name="Avinash Arun Chauhan" userId="S::avinash.chauhan@mahindrauniversity.edu.in::241b5f3e-36f4-4c61-9553-90e6a1c1b8a6" providerId="AD" clId="Web-{AC1AD84D-A6D2-E8B9-4A7C-EFFADECF48E0}" dt="2025-04-01T04:33:05.335" v="4" actId="20577"/>
          <ac:spMkLst>
            <pc:docMk/>
            <pc:sldMk cId="3811169343" sldId="426"/>
            <ac:spMk id="2" creationId="{E3EA47B4-E3C2-3296-7380-E7CEADD60F53}"/>
          </ac:spMkLst>
        </pc:spChg>
        <pc:spChg chg="mod">
          <ac:chgData name="Avinash Arun Chauhan" userId="S::avinash.chauhan@mahindrauniversity.edu.in::241b5f3e-36f4-4c61-9553-90e6a1c1b8a6" providerId="AD" clId="Web-{AC1AD84D-A6D2-E8B9-4A7C-EFFADECF48E0}" dt="2025-04-01T04:35:20.231" v="143" actId="20577"/>
          <ac:spMkLst>
            <pc:docMk/>
            <pc:sldMk cId="3811169343" sldId="426"/>
            <ac:spMk id="3" creationId="{31932857-BFC7-D9FE-C8F3-E1C975AD4542}"/>
          </ac:spMkLst>
        </pc:spChg>
      </pc:sldChg>
      <pc:sldChg chg="modSp ord">
        <pc:chgData name="Avinash Arun Chauhan" userId="S::avinash.chauhan@mahindrauniversity.edu.in::241b5f3e-36f4-4c61-9553-90e6a1c1b8a6" providerId="AD" clId="Web-{AC1AD84D-A6D2-E8B9-4A7C-EFFADECF48E0}" dt="2025-04-01T06:49:03.145" v="4001" actId="20577"/>
        <pc:sldMkLst>
          <pc:docMk/>
          <pc:sldMk cId="883900188" sldId="505"/>
        </pc:sldMkLst>
        <pc:spChg chg="mod">
          <ac:chgData name="Avinash Arun Chauhan" userId="S::avinash.chauhan@mahindrauniversity.edu.in::241b5f3e-36f4-4c61-9553-90e6a1c1b8a6" providerId="AD" clId="Web-{AC1AD84D-A6D2-E8B9-4A7C-EFFADECF48E0}" dt="2025-04-01T06:49:03.145" v="4001" actId="20577"/>
          <ac:spMkLst>
            <pc:docMk/>
            <pc:sldMk cId="883900188" sldId="505"/>
            <ac:spMk id="3" creationId="{29BD426B-01FE-6A79-FB41-404DC71E5937}"/>
          </ac:spMkLst>
        </pc:spChg>
      </pc:sldChg>
      <pc:sldChg chg="modSp">
        <pc:chgData name="Avinash Arun Chauhan" userId="S::avinash.chauhan@mahindrauniversity.edu.in::241b5f3e-36f4-4c61-9553-90e6a1c1b8a6" providerId="AD" clId="Web-{AC1AD84D-A6D2-E8B9-4A7C-EFFADECF48E0}" dt="2025-04-01T04:39:05.224" v="155" actId="20577"/>
        <pc:sldMkLst>
          <pc:docMk/>
          <pc:sldMk cId="3012470631" sldId="508"/>
        </pc:sldMkLst>
        <pc:spChg chg="mod">
          <ac:chgData name="Avinash Arun Chauhan" userId="S::avinash.chauhan@mahindrauniversity.edu.in::241b5f3e-36f4-4c61-9553-90e6a1c1b8a6" providerId="AD" clId="Web-{AC1AD84D-A6D2-E8B9-4A7C-EFFADECF48E0}" dt="2025-04-01T04:39:05.224" v="155" actId="20577"/>
          <ac:spMkLst>
            <pc:docMk/>
            <pc:sldMk cId="3012470631" sldId="508"/>
            <ac:spMk id="3" creationId="{96E9C779-DF31-3741-3B77-D003BD44266C}"/>
          </ac:spMkLst>
        </pc:spChg>
      </pc:sldChg>
      <pc:sldChg chg="del">
        <pc:chgData name="Avinash Arun Chauhan" userId="S::avinash.chauhan@mahindrauniversity.edu.in::241b5f3e-36f4-4c61-9553-90e6a1c1b8a6" providerId="AD" clId="Web-{AC1AD84D-A6D2-E8B9-4A7C-EFFADECF48E0}" dt="2025-04-01T06:18:47.382" v="3490"/>
        <pc:sldMkLst>
          <pc:docMk/>
          <pc:sldMk cId="2210816079" sldId="520"/>
        </pc:sldMkLst>
      </pc:sldChg>
      <pc:sldChg chg="del">
        <pc:chgData name="Avinash Arun Chauhan" userId="S::avinash.chauhan@mahindrauniversity.edu.in::241b5f3e-36f4-4c61-9553-90e6a1c1b8a6" providerId="AD" clId="Web-{AC1AD84D-A6D2-E8B9-4A7C-EFFADECF48E0}" dt="2025-04-01T06:18:47.366" v="3486"/>
        <pc:sldMkLst>
          <pc:docMk/>
          <pc:sldMk cId="1385111681" sldId="521"/>
        </pc:sldMkLst>
      </pc:sldChg>
      <pc:sldChg chg="del">
        <pc:chgData name="Avinash Arun Chauhan" userId="S::avinash.chauhan@mahindrauniversity.edu.in::241b5f3e-36f4-4c61-9553-90e6a1c1b8a6" providerId="AD" clId="Web-{AC1AD84D-A6D2-E8B9-4A7C-EFFADECF48E0}" dt="2025-04-01T06:18:47.366" v="3485"/>
        <pc:sldMkLst>
          <pc:docMk/>
          <pc:sldMk cId="1001124138" sldId="523"/>
        </pc:sldMkLst>
      </pc:sldChg>
      <pc:sldChg chg="del">
        <pc:chgData name="Avinash Arun Chauhan" userId="S::avinash.chauhan@mahindrauniversity.edu.in::241b5f3e-36f4-4c61-9553-90e6a1c1b8a6" providerId="AD" clId="Web-{AC1AD84D-A6D2-E8B9-4A7C-EFFADECF48E0}" dt="2025-04-01T06:18:47.350" v="3478"/>
        <pc:sldMkLst>
          <pc:docMk/>
          <pc:sldMk cId="2459760131" sldId="524"/>
        </pc:sldMkLst>
      </pc:sldChg>
      <pc:sldChg chg="addSp delSp modSp ord">
        <pc:chgData name="Avinash Arun Chauhan" userId="S::avinash.chauhan@mahindrauniversity.edu.in::241b5f3e-36f4-4c61-9553-90e6a1c1b8a6" providerId="AD" clId="Web-{AC1AD84D-A6D2-E8B9-4A7C-EFFADECF48E0}" dt="2025-04-01T05:11:10.498" v="1121" actId="20577"/>
        <pc:sldMkLst>
          <pc:docMk/>
          <pc:sldMk cId="3425567104" sldId="536"/>
        </pc:sldMkLst>
        <pc:spChg chg="mod">
          <ac:chgData name="Avinash Arun Chauhan" userId="S::avinash.chauhan@mahindrauniversity.edu.in::241b5f3e-36f4-4c61-9553-90e6a1c1b8a6" providerId="AD" clId="Web-{AC1AD84D-A6D2-E8B9-4A7C-EFFADECF48E0}" dt="2025-04-01T05:10:29.075" v="1073" actId="20577"/>
          <ac:spMkLst>
            <pc:docMk/>
            <pc:sldMk cId="3425567104" sldId="536"/>
            <ac:spMk id="2" creationId="{C6572595-8BDF-1ECC-9F45-1DE1F5D7EAFA}"/>
          </ac:spMkLst>
        </pc:spChg>
        <pc:spChg chg="mod">
          <ac:chgData name="Avinash Arun Chauhan" userId="S::avinash.chauhan@mahindrauniversity.edu.in::241b5f3e-36f4-4c61-9553-90e6a1c1b8a6" providerId="AD" clId="Web-{AC1AD84D-A6D2-E8B9-4A7C-EFFADECF48E0}" dt="2025-04-01T05:11:10.498" v="1121" actId="20577"/>
          <ac:spMkLst>
            <pc:docMk/>
            <pc:sldMk cId="3425567104" sldId="536"/>
            <ac:spMk id="3" creationId="{0E83EF3D-3BBE-C0C1-B7BC-091AEA10A3B8}"/>
          </ac:spMkLst>
        </pc:spChg>
        <pc:picChg chg="add mod">
          <ac:chgData name="Avinash Arun Chauhan" userId="S::avinash.chauhan@mahindrauniversity.edu.in::241b5f3e-36f4-4c61-9553-90e6a1c1b8a6" providerId="AD" clId="Web-{AC1AD84D-A6D2-E8B9-4A7C-EFFADECF48E0}" dt="2025-04-01T05:10:39.606" v="1078" actId="1076"/>
          <ac:picMkLst>
            <pc:docMk/>
            <pc:sldMk cId="3425567104" sldId="536"/>
            <ac:picMk id="4" creationId="{3C205B69-81C2-F07A-0759-021991D5AA5B}"/>
          </ac:picMkLst>
        </pc:picChg>
        <pc:picChg chg="del">
          <ac:chgData name="Avinash Arun Chauhan" userId="S::avinash.chauhan@mahindrauniversity.edu.in::241b5f3e-36f4-4c61-9553-90e6a1c1b8a6" providerId="AD" clId="Web-{AC1AD84D-A6D2-E8B9-4A7C-EFFADECF48E0}" dt="2025-04-01T05:10:29.950" v="1074"/>
          <ac:picMkLst>
            <pc:docMk/>
            <pc:sldMk cId="3425567104" sldId="536"/>
            <ac:picMk id="5" creationId="{95BEF6DF-9308-2F8E-0045-FC3155DE7357}"/>
          </ac:picMkLst>
        </pc:picChg>
      </pc:sldChg>
      <pc:sldChg chg="del">
        <pc:chgData name="Avinash Arun Chauhan" userId="S::avinash.chauhan@mahindrauniversity.edu.in::241b5f3e-36f4-4c61-9553-90e6a1c1b8a6" providerId="AD" clId="Web-{AC1AD84D-A6D2-E8B9-4A7C-EFFADECF48E0}" dt="2025-04-01T06:18:47.382" v="3489"/>
        <pc:sldMkLst>
          <pc:docMk/>
          <pc:sldMk cId="459135711" sldId="537"/>
        </pc:sldMkLst>
      </pc:sldChg>
      <pc:sldChg chg="del">
        <pc:chgData name="Avinash Arun Chauhan" userId="S::avinash.chauhan@mahindrauniversity.edu.in::241b5f3e-36f4-4c61-9553-90e6a1c1b8a6" providerId="AD" clId="Web-{AC1AD84D-A6D2-E8B9-4A7C-EFFADECF48E0}" dt="2025-04-01T06:18:47.382" v="3488"/>
        <pc:sldMkLst>
          <pc:docMk/>
          <pc:sldMk cId="2464847432" sldId="538"/>
        </pc:sldMkLst>
      </pc:sldChg>
      <pc:sldChg chg="del">
        <pc:chgData name="Avinash Arun Chauhan" userId="S::avinash.chauhan@mahindrauniversity.edu.in::241b5f3e-36f4-4c61-9553-90e6a1c1b8a6" providerId="AD" clId="Web-{AC1AD84D-A6D2-E8B9-4A7C-EFFADECF48E0}" dt="2025-04-01T06:18:47.366" v="3487"/>
        <pc:sldMkLst>
          <pc:docMk/>
          <pc:sldMk cId="1206480458" sldId="539"/>
        </pc:sldMkLst>
      </pc:sldChg>
      <pc:sldChg chg="del">
        <pc:chgData name="Avinash Arun Chauhan" userId="S::avinash.chauhan@mahindrauniversity.edu.in::241b5f3e-36f4-4c61-9553-90e6a1c1b8a6" providerId="AD" clId="Web-{AC1AD84D-A6D2-E8B9-4A7C-EFFADECF48E0}" dt="2025-04-01T06:18:47.366" v="3484"/>
        <pc:sldMkLst>
          <pc:docMk/>
          <pc:sldMk cId="4274453463" sldId="540"/>
        </pc:sldMkLst>
      </pc:sldChg>
      <pc:sldChg chg="del">
        <pc:chgData name="Avinash Arun Chauhan" userId="S::avinash.chauhan@mahindrauniversity.edu.in::241b5f3e-36f4-4c61-9553-90e6a1c1b8a6" providerId="AD" clId="Web-{AC1AD84D-A6D2-E8B9-4A7C-EFFADECF48E0}" dt="2025-04-01T06:18:47.366" v="3483"/>
        <pc:sldMkLst>
          <pc:docMk/>
          <pc:sldMk cId="441690049" sldId="541"/>
        </pc:sldMkLst>
      </pc:sldChg>
      <pc:sldChg chg="del">
        <pc:chgData name="Avinash Arun Chauhan" userId="S::avinash.chauhan@mahindrauniversity.edu.in::241b5f3e-36f4-4c61-9553-90e6a1c1b8a6" providerId="AD" clId="Web-{AC1AD84D-A6D2-E8B9-4A7C-EFFADECF48E0}" dt="2025-04-01T06:18:47.366" v="3480"/>
        <pc:sldMkLst>
          <pc:docMk/>
          <pc:sldMk cId="3619178225" sldId="542"/>
        </pc:sldMkLst>
      </pc:sldChg>
      <pc:sldChg chg="del">
        <pc:chgData name="Avinash Arun Chauhan" userId="S::avinash.chauhan@mahindrauniversity.edu.in::241b5f3e-36f4-4c61-9553-90e6a1c1b8a6" providerId="AD" clId="Web-{AC1AD84D-A6D2-E8B9-4A7C-EFFADECF48E0}" dt="2025-04-01T06:18:47.366" v="3479"/>
        <pc:sldMkLst>
          <pc:docMk/>
          <pc:sldMk cId="1126217134" sldId="543"/>
        </pc:sldMkLst>
      </pc:sldChg>
      <pc:sldChg chg="del">
        <pc:chgData name="Avinash Arun Chauhan" userId="S::avinash.chauhan@mahindrauniversity.edu.in::241b5f3e-36f4-4c61-9553-90e6a1c1b8a6" providerId="AD" clId="Web-{AC1AD84D-A6D2-E8B9-4A7C-EFFADECF48E0}" dt="2025-04-01T06:18:47.350" v="3477"/>
        <pc:sldMkLst>
          <pc:docMk/>
          <pc:sldMk cId="2290421655" sldId="544"/>
        </pc:sldMkLst>
      </pc:sldChg>
      <pc:sldChg chg="del">
        <pc:chgData name="Avinash Arun Chauhan" userId="S::avinash.chauhan@mahindrauniversity.edu.in::241b5f3e-36f4-4c61-9553-90e6a1c1b8a6" providerId="AD" clId="Web-{AC1AD84D-A6D2-E8B9-4A7C-EFFADECF48E0}" dt="2025-04-01T06:18:47.350" v="3476"/>
        <pc:sldMkLst>
          <pc:docMk/>
          <pc:sldMk cId="2343679900" sldId="545"/>
        </pc:sldMkLst>
      </pc:sldChg>
      <pc:sldChg chg="del">
        <pc:chgData name="Avinash Arun Chauhan" userId="S::avinash.chauhan@mahindrauniversity.edu.in::241b5f3e-36f4-4c61-9553-90e6a1c1b8a6" providerId="AD" clId="Web-{AC1AD84D-A6D2-E8B9-4A7C-EFFADECF48E0}" dt="2025-04-01T06:18:47.350" v="3475"/>
        <pc:sldMkLst>
          <pc:docMk/>
          <pc:sldMk cId="32424817" sldId="546"/>
        </pc:sldMkLst>
      </pc:sldChg>
      <pc:sldChg chg="del">
        <pc:chgData name="Avinash Arun Chauhan" userId="S::avinash.chauhan@mahindrauniversity.edu.in::241b5f3e-36f4-4c61-9553-90e6a1c1b8a6" providerId="AD" clId="Web-{AC1AD84D-A6D2-E8B9-4A7C-EFFADECF48E0}" dt="2025-04-01T06:18:47.350" v="3474"/>
        <pc:sldMkLst>
          <pc:docMk/>
          <pc:sldMk cId="2485763350" sldId="547"/>
        </pc:sldMkLst>
      </pc:sldChg>
      <pc:sldChg chg="del">
        <pc:chgData name="Avinash Arun Chauhan" userId="S::avinash.chauhan@mahindrauniversity.edu.in::241b5f3e-36f4-4c61-9553-90e6a1c1b8a6" providerId="AD" clId="Web-{AC1AD84D-A6D2-E8B9-4A7C-EFFADECF48E0}" dt="2025-04-01T06:18:47.350" v="3473"/>
        <pc:sldMkLst>
          <pc:docMk/>
          <pc:sldMk cId="3561408596" sldId="548"/>
        </pc:sldMkLst>
      </pc:sldChg>
      <pc:sldChg chg="del">
        <pc:chgData name="Avinash Arun Chauhan" userId="S::avinash.chauhan@mahindrauniversity.edu.in::241b5f3e-36f4-4c61-9553-90e6a1c1b8a6" providerId="AD" clId="Web-{AC1AD84D-A6D2-E8B9-4A7C-EFFADECF48E0}" dt="2025-04-01T06:18:47.350" v="3472"/>
        <pc:sldMkLst>
          <pc:docMk/>
          <pc:sldMk cId="2340896708" sldId="549"/>
        </pc:sldMkLst>
      </pc:sldChg>
      <pc:sldChg chg="del">
        <pc:chgData name="Avinash Arun Chauhan" userId="S::avinash.chauhan@mahindrauniversity.edu.in::241b5f3e-36f4-4c61-9553-90e6a1c1b8a6" providerId="AD" clId="Web-{AC1AD84D-A6D2-E8B9-4A7C-EFFADECF48E0}" dt="2025-04-01T06:18:47.350" v="3471"/>
        <pc:sldMkLst>
          <pc:docMk/>
          <pc:sldMk cId="3416988593" sldId="550"/>
        </pc:sldMkLst>
      </pc:sldChg>
      <pc:sldChg chg="del">
        <pc:chgData name="Avinash Arun Chauhan" userId="S::avinash.chauhan@mahindrauniversity.edu.in::241b5f3e-36f4-4c61-9553-90e6a1c1b8a6" providerId="AD" clId="Web-{AC1AD84D-A6D2-E8B9-4A7C-EFFADECF48E0}" dt="2025-04-01T06:18:47.350" v="3470"/>
        <pc:sldMkLst>
          <pc:docMk/>
          <pc:sldMk cId="3412932967" sldId="551"/>
        </pc:sldMkLst>
      </pc:sldChg>
      <pc:sldChg chg="del">
        <pc:chgData name="Avinash Arun Chauhan" userId="S::avinash.chauhan@mahindrauniversity.edu.in::241b5f3e-36f4-4c61-9553-90e6a1c1b8a6" providerId="AD" clId="Web-{AC1AD84D-A6D2-E8B9-4A7C-EFFADECF48E0}" dt="2025-04-01T06:18:47.335" v="3466"/>
        <pc:sldMkLst>
          <pc:docMk/>
          <pc:sldMk cId="166915190" sldId="552"/>
        </pc:sldMkLst>
      </pc:sldChg>
      <pc:sldChg chg="del">
        <pc:chgData name="Avinash Arun Chauhan" userId="S::avinash.chauhan@mahindrauniversity.edu.in::241b5f3e-36f4-4c61-9553-90e6a1c1b8a6" providerId="AD" clId="Web-{AC1AD84D-A6D2-E8B9-4A7C-EFFADECF48E0}" dt="2025-04-01T06:18:47.335" v="3467"/>
        <pc:sldMkLst>
          <pc:docMk/>
          <pc:sldMk cId="3322212427" sldId="553"/>
        </pc:sldMkLst>
      </pc:sldChg>
      <pc:sldChg chg="del">
        <pc:chgData name="Avinash Arun Chauhan" userId="S::avinash.chauhan@mahindrauniversity.edu.in::241b5f3e-36f4-4c61-9553-90e6a1c1b8a6" providerId="AD" clId="Web-{AC1AD84D-A6D2-E8B9-4A7C-EFFADECF48E0}" dt="2025-04-01T06:18:47.335" v="3469"/>
        <pc:sldMkLst>
          <pc:docMk/>
          <pc:sldMk cId="3908321294" sldId="555"/>
        </pc:sldMkLst>
      </pc:sldChg>
      <pc:sldChg chg="del">
        <pc:chgData name="Avinash Arun Chauhan" userId="S::avinash.chauhan@mahindrauniversity.edu.in::241b5f3e-36f4-4c61-9553-90e6a1c1b8a6" providerId="AD" clId="Web-{AC1AD84D-A6D2-E8B9-4A7C-EFFADECF48E0}" dt="2025-04-01T06:18:47.335" v="3461"/>
        <pc:sldMkLst>
          <pc:docMk/>
          <pc:sldMk cId="3746647340" sldId="556"/>
        </pc:sldMkLst>
      </pc:sldChg>
      <pc:sldChg chg="del">
        <pc:chgData name="Avinash Arun Chauhan" userId="S::avinash.chauhan@mahindrauniversity.edu.in::241b5f3e-36f4-4c61-9553-90e6a1c1b8a6" providerId="AD" clId="Web-{AC1AD84D-A6D2-E8B9-4A7C-EFFADECF48E0}" dt="2025-04-01T06:18:47.335" v="3462"/>
        <pc:sldMkLst>
          <pc:docMk/>
          <pc:sldMk cId="3863020777" sldId="557"/>
        </pc:sldMkLst>
      </pc:sldChg>
      <pc:sldChg chg="del">
        <pc:chgData name="Avinash Arun Chauhan" userId="S::avinash.chauhan@mahindrauniversity.edu.in::241b5f3e-36f4-4c61-9553-90e6a1c1b8a6" providerId="AD" clId="Web-{AC1AD84D-A6D2-E8B9-4A7C-EFFADECF48E0}" dt="2025-04-01T06:18:47.335" v="3464"/>
        <pc:sldMkLst>
          <pc:docMk/>
          <pc:sldMk cId="2249365035" sldId="558"/>
        </pc:sldMkLst>
      </pc:sldChg>
      <pc:sldChg chg="del">
        <pc:chgData name="Avinash Arun Chauhan" userId="S::avinash.chauhan@mahindrauniversity.edu.in::241b5f3e-36f4-4c61-9553-90e6a1c1b8a6" providerId="AD" clId="Web-{AC1AD84D-A6D2-E8B9-4A7C-EFFADECF48E0}" dt="2025-04-01T06:18:47.335" v="3463"/>
        <pc:sldMkLst>
          <pc:docMk/>
          <pc:sldMk cId="4281418255" sldId="559"/>
        </pc:sldMkLst>
      </pc:sldChg>
      <pc:sldChg chg="del">
        <pc:chgData name="Avinash Arun Chauhan" userId="S::avinash.chauhan@mahindrauniversity.edu.in::241b5f3e-36f4-4c61-9553-90e6a1c1b8a6" providerId="AD" clId="Web-{AC1AD84D-A6D2-E8B9-4A7C-EFFADECF48E0}" dt="2025-04-01T06:18:47.319" v="3458"/>
        <pc:sldMkLst>
          <pc:docMk/>
          <pc:sldMk cId="1109814727" sldId="560"/>
        </pc:sldMkLst>
      </pc:sldChg>
      <pc:sldChg chg="del">
        <pc:chgData name="Avinash Arun Chauhan" userId="S::avinash.chauhan@mahindrauniversity.edu.in::241b5f3e-36f4-4c61-9553-90e6a1c1b8a6" providerId="AD" clId="Web-{AC1AD84D-A6D2-E8B9-4A7C-EFFADECF48E0}" dt="2025-04-01T06:18:47.319" v="3459"/>
        <pc:sldMkLst>
          <pc:docMk/>
          <pc:sldMk cId="198272382" sldId="561"/>
        </pc:sldMkLst>
      </pc:sldChg>
      <pc:sldChg chg="del">
        <pc:chgData name="Avinash Arun Chauhan" userId="S::avinash.chauhan@mahindrauniversity.edu.in::241b5f3e-36f4-4c61-9553-90e6a1c1b8a6" providerId="AD" clId="Web-{AC1AD84D-A6D2-E8B9-4A7C-EFFADECF48E0}" dt="2025-04-01T06:18:47.335" v="3460"/>
        <pc:sldMkLst>
          <pc:docMk/>
          <pc:sldMk cId="198535223" sldId="563"/>
        </pc:sldMkLst>
      </pc:sldChg>
      <pc:sldChg chg="del">
        <pc:chgData name="Avinash Arun Chauhan" userId="S::avinash.chauhan@mahindrauniversity.edu.in::241b5f3e-36f4-4c61-9553-90e6a1c1b8a6" providerId="AD" clId="Web-{AC1AD84D-A6D2-E8B9-4A7C-EFFADECF48E0}" dt="2025-04-01T06:18:47.366" v="3482"/>
        <pc:sldMkLst>
          <pc:docMk/>
          <pc:sldMk cId="3335294390" sldId="564"/>
        </pc:sldMkLst>
      </pc:sldChg>
      <pc:sldChg chg="del">
        <pc:chgData name="Avinash Arun Chauhan" userId="S::avinash.chauhan@mahindrauniversity.edu.in::241b5f3e-36f4-4c61-9553-90e6a1c1b8a6" providerId="AD" clId="Web-{AC1AD84D-A6D2-E8B9-4A7C-EFFADECF48E0}" dt="2025-04-01T06:18:47.366" v="3481"/>
        <pc:sldMkLst>
          <pc:docMk/>
          <pc:sldMk cId="292383162" sldId="565"/>
        </pc:sldMkLst>
      </pc:sldChg>
      <pc:sldChg chg="del">
        <pc:chgData name="Avinash Arun Chauhan" userId="S::avinash.chauhan@mahindrauniversity.edu.in::241b5f3e-36f4-4c61-9553-90e6a1c1b8a6" providerId="AD" clId="Web-{AC1AD84D-A6D2-E8B9-4A7C-EFFADECF48E0}" dt="2025-04-01T06:18:47.335" v="3468"/>
        <pc:sldMkLst>
          <pc:docMk/>
          <pc:sldMk cId="1043497396" sldId="566"/>
        </pc:sldMkLst>
      </pc:sldChg>
      <pc:sldChg chg="del">
        <pc:chgData name="Avinash Arun Chauhan" userId="S::avinash.chauhan@mahindrauniversity.edu.in::241b5f3e-36f4-4c61-9553-90e6a1c1b8a6" providerId="AD" clId="Web-{AC1AD84D-A6D2-E8B9-4A7C-EFFADECF48E0}" dt="2025-04-01T06:18:47.335" v="3465"/>
        <pc:sldMkLst>
          <pc:docMk/>
          <pc:sldMk cId="1006382314" sldId="567"/>
        </pc:sldMkLst>
      </pc:sldChg>
      <pc:sldChg chg="del">
        <pc:chgData name="Avinash Arun Chauhan" userId="S::avinash.chauhan@mahindrauniversity.edu.in::241b5f3e-36f4-4c61-9553-90e6a1c1b8a6" providerId="AD" clId="Web-{AC1AD84D-A6D2-E8B9-4A7C-EFFADECF48E0}" dt="2025-04-01T06:18:47.319" v="3457"/>
        <pc:sldMkLst>
          <pc:docMk/>
          <pc:sldMk cId="3222510880" sldId="569"/>
        </pc:sldMkLst>
      </pc:sldChg>
      <pc:sldChg chg="del">
        <pc:chgData name="Avinash Arun Chauhan" userId="S::avinash.chauhan@mahindrauniversity.edu.in::241b5f3e-36f4-4c61-9553-90e6a1c1b8a6" providerId="AD" clId="Web-{AC1AD84D-A6D2-E8B9-4A7C-EFFADECF48E0}" dt="2025-04-01T06:18:47.319" v="3456"/>
        <pc:sldMkLst>
          <pc:docMk/>
          <pc:sldMk cId="2785781789" sldId="570"/>
        </pc:sldMkLst>
      </pc:sldChg>
      <pc:sldChg chg="del">
        <pc:chgData name="Avinash Arun Chauhan" userId="S::avinash.chauhan@mahindrauniversity.edu.in::241b5f3e-36f4-4c61-9553-90e6a1c1b8a6" providerId="AD" clId="Web-{AC1AD84D-A6D2-E8B9-4A7C-EFFADECF48E0}" dt="2025-04-01T06:18:47.319" v="3455"/>
        <pc:sldMkLst>
          <pc:docMk/>
          <pc:sldMk cId="2298066015" sldId="571"/>
        </pc:sldMkLst>
      </pc:sldChg>
      <pc:sldChg chg="del">
        <pc:chgData name="Avinash Arun Chauhan" userId="S::avinash.chauhan@mahindrauniversity.edu.in::241b5f3e-36f4-4c61-9553-90e6a1c1b8a6" providerId="AD" clId="Web-{AC1AD84D-A6D2-E8B9-4A7C-EFFADECF48E0}" dt="2025-04-01T06:18:47.319" v="3454"/>
        <pc:sldMkLst>
          <pc:docMk/>
          <pc:sldMk cId="1612426753" sldId="572"/>
        </pc:sldMkLst>
      </pc:sldChg>
      <pc:sldChg chg="modSp add replId">
        <pc:chgData name="Avinash Arun Chauhan" userId="S::avinash.chauhan@mahindrauniversity.edu.in::241b5f3e-36f4-4c61-9553-90e6a1c1b8a6" providerId="AD" clId="Web-{AC1AD84D-A6D2-E8B9-4A7C-EFFADECF48E0}" dt="2025-04-01T04:39:14.333" v="160" actId="20577"/>
        <pc:sldMkLst>
          <pc:docMk/>
          <pc:sldMk cId="2236724537" sldId="573"/>
        </pc:sldMkLst>
        <pc:spChg chg="mod">
          <ac:chgData name="Avinash Arun Chauhan" userId="S::avinash.chauhan@mahindrauniversity.edu.in::241b5f3e-36f4-4c61-9553-90e6a1c1b8a6" providerId="AD" clId="Web-{AC1AD84D-A6D2-E8B9-4A7C-EFFADECF48E0}" dt="2025-04-01T04:39:14.333" v="160" actId="20577"/>
          <ac:spMkLst>
            <pc:docMk/>
            <pc:sldMk cId="2236724537" sldId="573"/>
            <ac:spMk id="3" creationId="{5E795F41-6892-08EE-6779-C8A7A5CE3AB0}"/>
          </ac:spMkLst>
        </pc:spChg>
      </pc:sldChg>
      <pc:sldChg chg="add replId">
        <pc:chgData name="Avinash Arun Chauhan" userId="S::avinash.chauhan@mahindrauniversity.edu.in::241b5f3e-36f4-4c61-9553-90e6a1c1b8a6" providerId="AD" clId="Web-{AC1AD84D-A6D2-E8B9-4A7C-EFFADECF48E0}" dt="2025-04-01T04:54:29.039" v="532"/>
        <pc:sldMkLst>
          <pc:docMk/>
          <pc:sldMk cId="978924540" sldId="574"/>
        </pc:sldMkLst>
      </pc:sldChg>
      <pc:sldChg chg="modSp add replId">
        <pc:chgData name="Avinash Arun Chauhan" userId="S::avinash.chauhan@mahindrauniversity.edu.in::241b5f3e-36f4-4c61-9553-90e6a1c1b8a6" providerId="AD" clId="Web-{AC1AD84D-A6D2-E8B9-4A7C-EFFADECF48E0}" dt="2025-04-01T05:09:42.448" v="1048" actId="20577"/>
        <pc:sldMkLst>
          <pc:docMk/>
          <pc:sldMk cId="1709140773" sldId="575"/>
        </pc:sldMkLst>
        <pc:spChg chg="mod">
          <ac:chgData name="Avinash Arun Chauhan" userId="S::avinash.chauhan@mahindrauniversity.edu.in::241b5f3e-36f4-4c61-9553-90e6a1c1b8a6" providerId="AD" clId="Web-{AC1AD84D-A6D2-E8B9-4A7C-EFFADECF48E0}" dt="2025-04-01T05:05:31.251" v="884" actId="20577"/>
          <ac:spMkLst>
            <pc:docMk/>
            <pc:sldMk cId="1709140773" sldId="575"/>
            <ac:spMk id="2" creationId="{3FA2FC6C-21EB-72F6-3DF3-30EEBF755A7F}"/>
          </ac:spMkLst>
        </pc:spChg>
        <pc:spChg chg="mod">
          <ac:chgData name="Avinash Arun Chauhan" userId="S::avinash.chauhan@mahindrauniversity.edu.in::241b5f3e-36f4-4c61-9553-90e6a1c1b8a6" providerId="AD" clId="Web-{AC1AD84D-A6D2-E8B9-4A7C-EFFADECF48E0}" dt="2025-04-01T05:09:42.448" v="1048" actId="20577"/>
          <ac:spMkLst>
            <pc:docMk/>
            <pc:sldMk cId="1709140773" sldId="575"/>
            <ac:spMk id="3" creationId="{C5FE8B11-4EA5-5E19-AD21-B6E34B99E0BA}"/>
          </ac:spMkLst>
        </pc:spChg>
      </pc:sldChg>
      <pc:sldChg chg="addSp delSp modSp add replId">
        <pc:chgData name="Avinash Arun Chauhan" userId="S::avinash.chauhan@mahindrauniversity.edu.in::241b5f3e-36f4-4c61-9553-90e6a1c1b8a6" providerId="AD" clId="Web-{AC1AD84D-A6D2-E8B9-4A7C-EFFADECF48E0}" dt="2025-04-01T05:11:59.641" v="1146" actId="1076"/>
        <pc:sldMkLst>
          <pc:docMk/>
          <pc:sldMk cId="122602255" sldId="576"/>
        </pc:sldMkLst>
        <pc:spChg chg="mod">
          <ac:chgData name="Avinash Arun Chauhan" userId="S::avinash.chauhan@mahindrauniversity.edu.in::241b5f3e-36f4-4c61-9553-90e6a1c1b8a6" providerId="AD" clId="Web-{AC1AD84D-A6D2-E8B9-4A7C-EFFADECF48E0}" dt="2025-04-01T05:11:36.077" v="1138" actId="20577"/>
          <ac:spMkLst>
            <pc:docMk/>
            <pc:sldMk cId="122602255" sldId="576"/>
            <ac:spMk id="2" creationId="{2CF0F6E3-5AB7-811C-2D4B-20DF278AAB03}"/>
          </ac:spMkLst>
        </pc:spChg>
        <pc:spChg chg="del mod">
          <ac:chgData name="Avinash Arun Chauhan" userId="S::avinash.chauhan@mahindrauniversity.edu.in::241b5f3e-36f4-4c61-9553-90e6a1c1b8a6" providerId="AD" clId="Web-{AC1AD84D-A6D2-E8B9-4A7C-EFFADECF48E0}" dt="2025-04-01T05:11:45.156" v="1141"/>
          <ac:spMkLst>
            <pc:docMk/>
            <pc:sldMk cId="122602255" sldId="576"/>
            <ac:spMk id="3" creationId="{0A97DF50-83EB-540C-CE66-D7B8C6A77CFE}"/>
          </ac:spMkLst>
        </pc:spChg>
        <pc:spChg chg="add del mod">
          <ac:chgData name="Avinash Arun Chauhan" userId="S::avinash.chauhan@mahindrauniversity.edu.in::241b5f3e-36f4-4c61-9553-90e6a1c1b8a6" providerId="AD" clId="Web-{AC1AD84D-A6D2-E8B9-4A7C-EFFADECF48E0}" dt="2025-04-01T05:11:47.218" v="1142"/>
          <ac:spMkLst>
            <pc:docMk/>
            <pc:sldMk cId="122602255" sldId="576"/>
            <ac:spMk id="9" creationId="{AA20EA62-39B8-4B42-6ADD-1FB546B064C5}"/>
          </ac:spMkLst>
        </pc:spChg>
        <pc:picChg chg="del">
          <ac:chgData name="Avinash Arun Chauhan" userId="S::avinash.chauhan@mahindrauniversity.edu.in::241b5f3e-36f4-4c61-9553-90e6a1c1b8a6" providerId="AD" clId="Web-{AC1AD84D-A6D2-E8B9-4A7C-EFFADECF48E0}" dt="2025-04-01T05:11:37.765" v="1139"/>
          <ac:picMkLst>
            <pc:docMk/>
            <pc:sldMk cId="122602255" sldId="576"/>
            <ac:picMk id="4" creationId="{4E3F0639-EAD9-583B-5511-4199550F1115}"/>
          </ac:picMkLst>
        </pc:picChg>
        <pc:picChg chg="add mod ord">
          <ac:chgData name="Avinash Arun Chauhan" userId="S::avinash.chauhan@mahindrauniversity.edu.in::241b5f3e-36f4-4c61-9553-90e6a1c1b8a6" providerId="AD" clId="Web-{AC1AD84D-A6D2-E8B9-4A7C-EFFADECF48E0}" dt="2025-04-01T05:11:59.641" v="1146" actId="1076"/>
          <ac:picMkLst>
            <pc:docMk/>
            <pc:sldMk cId="122602255" sldId="576"/>
            <ac:picMk id="10" creationId="{AB861A6E-98D4-D257-F0EE-3FEABC203069}"/>
          </ac:picMkLst>
        </pc:picChg>
      </pc:sldChg>
      <pc:sldChg chg="addSp delSp modSp add replId">
        <pc:chgData name="Avinash Arun Chauhan" userId="S::avinash.chauhan@mahindrauniversity.edu.in::241b5f3e-36f4-4c61-9553-90e6a1c1b8a6" providerId="AD" clId="Web-{AC1AD84D-A6D2-E8B9-4A7C-EFFADECF48E0}" dt="2025-04-01T05:12:52.924" v="1174" actId="1076"/>
        <pc:sldMkLst>
          <pc:docMk/>
          <pc:sldMk cId="2344524554" sldId="577"/>
        </pc:sldMkLst>
        <pc:spChg chg="mod">
          <ac:chgData name="Avinash Arun Chauhan" userId="S::avinash.chauhan@mahindrauniversity.edu.in::241b5f3e-36f4-4c61-9553-90e6a1c1b8a6" providerId="AD" clId="Web-{AC1AD84D-A6D2-E8B9-4A7C-EFFADECF48E0}" dt="2025-04-01T05:12:24.110" v="1168" actId="20577"/>
          <ac:spMkLst>
            <pc:docMk/>
            <pc:sldMk cId="2344524554" sldId="577"/>
            <ac:spMk id="2" creationId="{A459CD25-2914-532A-5B0B-EB7F6B33AF88}"/>
          </ac:spMkLst>
        </pc:spChg>
        <pc:spChg chg="add del mod">
          <ac:chgData name="Avinash Arun Chauhan" userId="S::avinash.chauhan@mahindrauniversity.edu.in::241b5f3e-36f4-4c61-9553-90e6a1c1b8a6" providerId="AD" clId="Web-{AC1AD84D-A6D2-E8B9-4A7C-EFFADECF48E0}" dt="2025-04-01T05:12:38.580" v="1170"/>
          <ac:spMkLst>
            <pc:docMk/>
            <pc:sldMk cId="2344524554" sldId="577"/>
            <ac:spMk id="4" creationId="{8E6DD779-47B3-0897-D088-2BF12675F458}"/>
          </ac:spMkLst>
        </pc:spChg>
        <pc:picChg chg="add mod ord">
          <ac:chgData name="Avinash Arun Chauhan" userId="S::avinash.chauhan@mahindrauniversity.edu.in::241b5f3e-36f4-4c61-9553-90e6a1c1b8a6" providerId="AD" clId="Web-{AC1AD84D-A6D2-E8B9-4A7C-EFFADECF48E0}" dt="2025-04-01T05:12:52.924" v="1174" actId="1076"/>
          <ac:picMkLst>
            <pc:docMk/>
            <pc:sldMk cId="2344524554" sldId="577"/>
            <ac:picMk id="5" creationId="{1FBAEBEC-5EC6-3700-F25F-B8E225BFBD2B}"/>
          </ac:picMkLst>
        </pc:picChg>
        <pc:picChg chg="del">
          <ac:chgData name="Avinash Arun Chauhan" userId="S::avinash.chauhan@mahindrauniversity.edu.in::241b5f3e-36f4-4c61-9553-90e6a1c1b8a6" providerId="AD" clId="Web-{AC1AD84D-A6D2-E8B9-4A7C-EFFADECF48E0}" dt="2025-04-01T05:12:26.407" v="1169"/>
          <ac:picMkLst>
            <pc:docMk/>
            <pc:sldMk cId="2344524554" sldId="577"/>
            <ac:picMk id="10" creationId="{90D6CEC6-C48F-68D4-63F3-51C1BE868C43}"/>
          </ac:picMkLst>
        </pc:picChg>
      </pc:sldChg>
      <pc:sldChg chg="modSp add replId">
        <pc:chgData name="Avinash Arun Chauhan" userId="S::avinash.chauhan@mahindrauniversity.edu.in::241b5f3e-36f4-4c61-9553-90e6a1c1b8a6" providerId="AD" clId="Web-{AC1AD84D-A6D2-E8B9-4A7C-EFFADECF48E0}" dt="2025-04-01T05:39:04.584" v="1524" actId="20577"/>
        <pc:sldMkLst>
          <pc:docMk/>
          <pc:sldMk cId="3060705436" sldId="578"/>
        </pc:sldMkLst>
        <pc:spChg chg="mod">
          <ac:chgData name="Avinash Arun Chauhan" userId="S::avinash.chauhan@mahindrauniversity.edu.in::241b5f3e-36f4-4c61-9553-90e6a1c1b8a6" providerId="AD" clId="Web-{AC1AD84D-A6D2-E8B9-4A7C-EFFADECF48E0}" dt="2025-04-01T05:32:19.180" v="1193" actId="20577"/>
          <ac:spMkLst>
            <pc:docMk/>
            <pc:sldMk cId="3060705436" sldId="578"/>
            <ac:spMk id="2" creationId="{90CF744A-1E70-F257-DDB4-2F958456F417}"/>
          </ac:spMkLst>
        </pc:spChg>
        <pc:spChg chg="mod">
          <ac:chgData name="Avinash Arun Chauhan" userId="S::avinash.chauhan@mahindrauniversity.edu.in::241b5f3e-36f4-4c61-9553-90e6a1c1b8a6" providerId="AD" clId="Web-{AC1AD84D-A6D2-E8B9-4A7C-EFFADECF48E0}" dt="2025-04-01T05:39:04.584" v="1524" actId="20577"/>
          <ac:spMkLst>
            <pc:docMk/>
            <pc:sldMk cId="3060705436" sldId="578"/>
            <ac:spMk id="3" creationId="{D2F75FF2-1B1C-4A68-E1FC-8B090AB0BF92}"/>
          </ac:spMkLst>
        </pc:spChg>
      </pc:sldChg>
      <pc:sldChg chg="addSp modSp add replId">
        <pc:chgData name="Avinash Arun Chauhan" userId="S::avinash.chauhan@mahindrauniversity.edu.in::241b5f3e-36f4-4c61-9553-90e6a1c1b8a6" providerId="AD" clId="Web-{AC1AD84D-A6D2-E8B9-4A7C-EFFADECF48E0}" dt="2025-04-01T05:41:38.277" v="1617" actId="20577"/>
        <pc:sldMkLst>
          <pc:docMk/>
          <pc:sldMk cId="274696165" sldId="579"/>
        </pc:sldMkLst>
        <pc:spChg chg="mod">
          <ac:chgData name="Avinash Arun Chauhan" userId="S::avinash.chauhan@mahindrauniversity.edu.in::241b5f3e-36f4-4c61-9553-90e6a1c1b8a6" providerId="AD" clId="Web-{AC1AD84D-A6D2-E8B9-4A7C-EFFADECF48E0}" dt="2025-04-01T05:40:19.680" v="1556" actId="20577"/>
          <ac:spMkLst>
            <pc:docMk/>
            <pc:sldMk cId="274696165" sldId="579"/>
            <ac:spMk id="2" creationId="{8A7912C4-E0CD-068B-AFBB-1E95A091E636}"/>
          </ac:spMkLst>
        </pc:spChg>
        <pc:spChg chg="mod">
          <ac:chgData name="Avinash Arun Chauhan" userId="S::avinash.chauhan@mahindrauniversity.edu.in::241b5f3e-36f4-4c61-9553-90e6a1c1b8a6" providerId="AD" clId="Web-{AC1AD84D-A6D2-E8B9-4A7C-EFFADECF48E0}" dt="2025-04-01T05:41:38.277" v="1617" actId="20577"/>
          <ac:spMkLst>
            <pc:docMk/>
            <pc:sldMk cId="274696165" sldId="579"/>
            <ac:spMk id="3" creationId="{273B5020-5480-7B83-B678-B36D3E43BF92}"/>
          </ac:spMkLst>
        </pc:spChg>
        <pc:picChg chg="add mod">
          <ac:chgData name="Avinash Arun Chauhan" userId="S::avinash.chauhan@mahindrauniversity.edu.in::241b5f3e-36f4-4c61-9553-90e6a1c1b8a6" providerId="AD" clId="Web-{AC1AD84D-A6D2-E8B9-4A7C-EFFADECF48E0}" dt="2025-04-01T05:40:15.649" v="1545" actId="1076"/>
          <ac:picMkLst>
            <pc:docMk/>
            <pc:sldMk cId="274696165" sldId="579"/>
            <ac:picMk id="4" creationId="{2919BF15-1A3C-98A9-E9CE-24C798401B62}"/>
          </ac:picMkLst>
        </pc:picChg>
      </pc:sldChg>
      <pc:sldChg chg="modSp add ord replId">
        <pc:chgData name="Avinash Arun Chauhan" userId="S::avinash.chauhan@mahindrauniversity.edu.in::241b5f3e-36f4-4c61-9553-90e6a1c1b8a6" providerId="AD" clId="Web-{AC1AD84D-A6D2-E8B9-4A7C-EFFADECF48E0}" dt="2025-04-01T05:54:36.756" v="1847" actId="20577"/>
        <pc:sldMkLst>
          <pc:docMk/>
          <pc:sldMk cId="3768470849" sldId="580"/>
        </pc:sldMkLst>
        <pc:spChg chg="mod">
          <ac:chgData name="Avinash Arun Chauhan" userId="S::avinash.chauhan@mahindrauniversity.edu.in::241b5f3e-36f4-4c61-9553-90e6a1c1b8a6" providerId="AD" clId="Web-{AC1AD84D-A6D2-E8B9-4A7C-EFFADECF48E0}" dt="2025-04-01T05:50:44.998" v="1631" actId="20577"/>
          <ac:spMkLst>
            <pc:docMk/>
            <pc:sldMk cId="3768470849" sldId="580"/>
            <ac:spMk id="2" creationId="{F3DAA63C-FAE8-0800-1DF3-064B8D61CF89}"/>
          </ac:spMkLst>
        </pc:spChg>
        <pc:spChg chg="mod">
          <ac:chgData name="Avinash Arun Chauhan" userId="S::avinash.chauhan@mahindrauniversity.edu.in::241b5f3e-36f4-4c61-9553-90e6a1c1b8a6" providerId="AD" clId="Web-{AC1AD84D-A6D2-E8B9-4A7C-EFFADECF48E0}" dt="2025-04-01T05:54:36.756" v="1847" actId="20577"/>
          <ac:spMkLst>
            <pc:docMk/>
            <pc:sldMk cId="3768470849" sldId="580"/>
            <ac:spMk id="3" creationId="{8E1398E2-E93D-D52B-D80B-7411EF652549}"/>
          </ac:spMkLst>
        </pc:spChg>
      </pc:sldChg>
      <pc:sldChg chg="modSp add replId">
        <pc:chgData name="Avinash Arun Chauhan" userId="S::avinash.chauhan@mahindrauniversity.edu.in::241b5f3e-36f4-4c61-9553-90e6a1c1b8a6" providerId="AD" clId="Web-{AC1AD84D-A6D2-E8B9-4A7C-EFFADECF48E0}" dt="2025-04-01T05:59:28.765" v="2196" actId="20577"/>
        <pc:sldMkLst>
          <pc:docMk/>
          <pc:sldMk cId="2070251572" sldId="581"/>
        </pc:sldMkLst>
        <pc:spChg chg="mod">
          <ac:chgData name="Avinash Arun Chauhan" userId="S::avinash.chauhan@mahindrauniversity.edu.in::241b5f3e-36f4-4c61-9553-90e6a1c1b8a6" providerId="AD" clId="Web-{AC1AD84D-A6D2-E8B9-4A7C-EFFADECF48E0}" dt="2025-04-01T05:59:28.765" v="2196" actId="20577"/>
          <ac:spMkLst>
            <pc:docMk/>
            <pc:sldMk cId="2070251572" sldId="581"/>
            <ac:spMk id="3" creationId="{6AE993DF-A407-6584-94C9-2332550B43FB}"/>
          </ac:spMkLst>
        </pc:spChg>
      </pc:sldChg>
      <pc:sldChg chg="modSp add replId">
        <pc:chgData name="Avinash Arun Chauhan" userId="S::avinash.chauhan@mahindrauniversity.edu.in::241b5f3e-36f4-4c61-9553-90e6a1c1b8a6" providerId="AD" clId="Web-{AC1AD84D-A6D2-E8B9-4A7C-EFFADECF48E0}" dt="2025-04-01T06:03:17.632" v="2463" actId="20577"/>
        <pc:sldMkLst>
          <pc:docMk/>
          <pc:sldMk cId="344826614" sldId="582"/>
        </pc:sldMkLst>
        <pc:spChg chg="mod">
          <ac:chgData name="Avinash Arun Chauhan" userId="S::avinash.chauhan@mahindrauniversity.edu.in::241b5f3e-36f4-4c61-9553-90e6a1c1b8a6" providerId="AD" clId="Web-{AC1AD84D-A6D2-E8B9-4A7C-EFFADECF48E0}" dt="2025-04-01T06:03:17.632" v="2463" actId="20577"/>
          <ac:spMkLst>
            <pc:docMk/>
            <pc:sldMk cId="344826614" sldId="582"/>
            <ac:spMk id="3" creationId="{EA7E7FA0-2A86-816D-4ACE-19E8CC3D60A4}"/>
          </ac:spMkLst>
        </pc:spChg>
      </pc:sldChg>
      <pc:sldChg chg="modSp add replId">
        <pc:chgData name="Avinash Arun Chauhan" userId="S::avinash.chauhan@mahindrauniversity.edu.in::241b5f3e-36f4-4c61-9553-90e6a1c1b8a6" providerId="AD" clId="Web-{AC1AD84D-A6D2-E8B9-4A7C-EFFADECF48E0}" dt="2025-04-01T06:09:07.097" v="2911" actId="20577"/>
        <pc:sldMkLst>
          <pc:docMk/>
          <pc:sldMk cId="594482825" sldId="583"/>
        </pc:sldMkLst>
        <pc:spChg chg="mod">
          <ac:chgData name="Avinash Arun Chauhan" userId="S::avinash.chauhan@mahindrauniversity.edu.in::241b5f3e-36f4-4c61-9553-90e6a1c1b8a6" providerId="AD" clId="Web-{AC1AD84D-A6D2-E8B9-4A7C-EFFADECF48E0}" dt="2025-04-01T06:09:07.097" v="2911" actId="20577"/>
          <ac:spMkLst>
            <pc:docMk/>
            <pc:sldMk cId="594482825" sldId="583"/>
            <ac:spMk id="3" creationId="{0310DB07-F92D-6EC6-0F60-F7A09683A8BA}"/>
          </ac:spMkLst>
        </pc:spChg>
      </pc:sldChg>
      <pc:sldChg chg="addSp delSp modSp add replId">
        <pc:chgData name="Avinash Arun Chauhan" userId="S::avinash.chauhan@mahindrauniversity.edu.in::241b5f3e-36f4-4c61-9553-90e6a1c1b8a6" providerId="AD" clId="Web-{AC1AD84D-A6D2-E8B9-4A7C-EFFADECF48E0}" dt="2025-04-01T06:23:10.656" v="3502" actId="20577"/>
        <pc:sldMkLst>
          <pc:docMk/>
          <pc:sldMk cId="2717123410" sldId="584"/>
        </pc:sldMkLst>
        <pc:spChg chg="mod">
          <ac:chgData name="Avinash Arun Chauhan" userId="S::avinash.chauhan@mahindrauniversity.edu.in::241b5f3e-36f4-4c61-9553-90e6a1c1b8a6" providerId="AD" clId="Web-{AC1AD84D-A6D2-E8B9-4A7C-EFFADECF48E0}" dt="2025-04-01T06:23:10.656" v="3502" actId="20577"/>
          <ac:spMkLst>
            <pc:docMk/>
            <pc:sldMk cId="2717123410" sldId="584"/>
            <ac:spMk id="2" creationId="{E2804016-803B-F5E7-60B0-8F9A64EAB366}"/>
          </ac:spMkLst>
        </pc:spChg>
        <pc:spChg chg="del">
          <ac:chgData name="Avinash Arun Chauhan" userId="S::avinash.chauhan@mahindrauniversity.edu.in::241b5f3e-36f4-4c61-9553-90e6a1c1b8a6" providerId="AD" clId="Web-{AC1AD84D-A6D2-E8B9-4A7C-EFFADECF48E0}" dt="2025-04-01T06:03:39.383" v="2466"/>
          <ac:spMkLst>
            <pc:docMk/>
            <pc:sldMk cId="2717123410" sldId="584"/>
            <ac:spMk id="3" creationId="{EC4B6E6C-6A87-227C-EF31-30CFDA0604B7}"/>
          </ac:spMkLst>
        </pc:spChg>
        <pc:spChg chg="add del mod">
          <ac:chgData name="Avinash Arun Chauhan" userId="S::avinash.chauhan@mahindrauniversity.edu.in::241b5f3e-36f4-4c61-9553-90e6a1c1b8a6" providerId="AD" clId="Web-{AC1AD84D-A6D2-E8B9-4A7C-EFFADECF48E0}" dt="2025-04-01T06:03:49.024" v="2485"/>
          <ac:spMkLst>
            <pc:docMk/>
            <pc:sldMk cId="2717123410" sldId="584"/>
            <ac:spMk id="9" creationId="{BD94D720-0851-F189-2551-74BCE8D9E9C3}"/>
          </ac:spMkLst>
        </pc:spChg>
        <pc:spChg chg="add del mod">
          <ac:chgData name="Avinash Arun Chauhan" userId="S::avinash.chauhan@mahindrauniversity.edu.in::241b5f3e-36f4-4c61-9553-90e6a1c1b8a6" providerId="AD" clId="Web-{AC1AD84D-A6D2-E8B9-4A7C-EFFADECF48E0}" dt="2025-04-01T06:04:24.244" v="2488"/>
          <ac:spMkLst>
            <pc:docMk/>
            <pc:sldMk cId="2717123410" sldId="584"/>
            <ac:spMk id="18" creationId="{ED7FD44D-3572-4DC6-D399-5EA83ABE71B9}"/>
          </ac:spMkLst>
        </pc:spChg>
        <pc:graphicFrameChg chg="add del mod ord modGraphic">
          <ac:chgData name="Avinash Arun Chauhan" userId="S::avinash.chauhan@mahindrauniversity.edu.in::241b5f3e-36f4-4c61-9553-90e6a1c1b8a6" providerId="AD" clId="Web-{AC1AD84D-A6D2-E8B9-4A7C-EFFADECF48E0}" dt="2025-04-01T06:03:56.243" v="2486"/>
          <ac:graphicFrameMkLst>
            <pc:docMk/>
            <pc:sldMk cId="2717123410" sldId="584"/>
            <ac:graphicFrameMk id="10" creationId="{7A4CD8FA-6726-F675-0C6C-C9EE9FD6D200}"/>
          </ac:graphicFrameMkLst>
        </pc:graphicFrameChg>
        <pc:picChg chg="del">
          <ac:chgData name="Avinash Arun Chauhan" userId="S::avinash.chauhan@mahindrauniversity.edu.in::241b5f3e-36f4-4c61-9553-90e6a1c1b8a6" providerId="AD" clId="Web-{AC1AD84D-A6D2-E8B9-4A7C-EFFADECF48E0}" dt="2025-04-01T06:04:01.665" v="2487"/>
          <ac:picMkLst>
            <pc:docMk/>
            <pc:sldMk cId="2717123410" sldId="584"/>
            <ac:picMk id="4" creationId="{934EB5D2-17CC-5A1E-FBDA-8F0C4A9ED505}"/>
          </ac:picMkLst>
        </pc:picChg>
        <pc:picChg chg="add mod ord">
          <ac:chgData name="Avinash Arun Chauhan" userId="S::avinash.chauhan@mahindrauniversity.edu.in::241b5f3e-36f4-4c61-9553-90e6a1c1b8a6" providerId="AD" clId="Web-{AC1AD84D-A6D2-E8B9-4A7C-EFFADECF48E0}" dt="2025-04-01T06:04:35.260" v="2491" actId="1076"/>
          <ac:picMkLst>
            <pc:docMk/>
            <pc:sldMk cId="2717123410" sldId="584"/>
            <ac:picMk id="19" creationId="{D24A8D2A-012D-EB40-8966-0E02DE967E08}"/>
          </ac:picMkLst>
        </pc:picChg>
      </pc:sldChg>
      <pc:sldChg chg="modSp add replId">
        <pc:chgData name="Avinash Arun Chauhan" userId="S::avinash.chauhan@mahindrauniversity.edu.in::241b5f3e-36f4-4c61-9553-90e6a1c1b8a6" providerId="AD" clId="Web-{AC1AD84D-A6D2-E8B9-4A7C-EFFADECF48E0}" dt="2025-04-01T06:17:28.816" v="3448" actId="20577"/>
        <pc:sldMkLst>
          <pc:docMk/>
          <pc:sldMk cId="1605451604" sldId="585"/>
        </pc:sldMkLst>
        <pc:spChg chg="mod">
          <ac:chgData name="Avinash Arun Chauhan" userId="S::avinash.chauhan@mahindrauniversity.edu.in::241b5f3e-36f4-4c61-9553-90e6a1c1b8a6" providerId="AD" clId="Web-{AC1AD84D-A6D2-E8B9-4A7C-EFFADECF48E0}" dt="2025-04-01T06:09:53.770" v="2917" actId="20577"/>
          <ac:spMkLst>
            <pc:docMk/>
            <pc:sldMk cId="1605451604" sldId="585"/>
            <ac:spMk id="2" creationId="{FDEFC3BF-3D75-B42C-AF71-98645B88E8E2}"/>
          </ac:spMkLst>
        </pc:spChg>
        <pc:spChg chg="mod">
          <ac:chgData name="Avinash Arun Chauhan" userId="S::avinash.chauhan@mahindrauniversity.edu.in::241b5f3e-36f4-4c61-9553-90e6a1c1b8a6" providerId="AD" clId="Web-{AC1AD84D-A6D2-E8B9-4A7C-EFFADECF48E0}" dt="2025-04-01T06:17:28.816" v="3448" actId="20577"/>
          <ac:spMkLst>
            <pc:docMk/>
            <pc:sldMk cId="1605451604" sldId="585"/>
            <ac:spMk id="3" creationId="{6460C14C-AD4C-BAE0-B4CD-874ADC3F3916}"/>
          </ac:spMkLst>
        </pc:spChg>
      </pc:sldChg>
      <pc:sldChg chg="modSp add replId">
        <pc:chgData name="Avinash Arun Chauhan" userId="S::avinash.chauhan@mahindrauniversity.edu.in::241b5f3e-36f4-4c61-9553-90e6a1c1b8a6" providerId="AD" clId="Web-{AC1AD84D-A6D2-E8B9-4A7C-EFFADECF48E0}" dt="2025-04-01T06:27:15.117" v="3956" actId="20577"/>
        <pc:sldMkLst>
          <pc:docMk/>
          <pc:sldMk cId="4073262272" sldId="586"/>
        </pc:sldMkLst>
        <pc:spChg chg="mod">
          <ac:chgData name="Avinash Arun Chauhan" userId="S::avinash.chauhan@mahindrauniversity.edu.in::241b5f3e-36f4-4c61-9553-90e6a1c1b8a6" providerId="AD" clId="Web-{AC1AD84D-A6D2-E8B9-4A7C-EFFADECF48E0}" dt="2025-04-01T06:17:54.677" v="3453" actId="20577"/>
          <ac:spMkLst>
            <pc:docMk/>
            <pc:sldMk cId="4073262272" sldId="586"/>
            <ac:spMk id="2" creationId="{35F72A3A-5469-9110-6F2C-A65EF7486528}"/>
          </ac:spMkLst>
        </pc:spChg>
        <pc:spChg chg="mod">
          <ac:chgData name="Avinash Arun Chauhan" userId="S::avinash.chauhan@mahindrauniversity.edu.in::241b5f3e-36f4-4c61-9553-90e6a1c1b8a6" providerId="AD" clId="Web-{AC1AD84D-A6D2-E8B9-4A7C-EFFADECF48E0}" dt="2025-04-01T06:27:15.117" v="3956" actId="20577"/>
          <ac:spMkLst>
            <pc:docMk/>
            <pc:sldMk cId="4073262272" sldId="586"/>
            <ac:spMk id="3" creationId="{7A2BFC52-1A19-4401-4B4F-67BA99F350FE}"/>
          </ac:spMkLst>
        </pc:spChg>
      </pc:sldChg>
      <pc:sldChg chg="modSp add replId">
        <pc:chgData name="Avinash Arun Chauhan" userId="S::avinash.chauhan@mahindrauniversity.edu.in::241b5f3e-36f4-4c61-9553-90e6a1c1b8a6" providerId="AD" clId="Web-{AC1AD84D-A6D2-E8B9-4A7C-EFFADECF48E0}" dt="2025-04-01T06:19:08.195" v="3501" actId="20577"/>
        <pc:sldMkLst>
          <pc:docMk/>
          <pc:sldMk cId="3807726123" sldId="587"/>
        </pc:sldMkLst>
        <pc:spChg chg="mod">
          <ac:chgData name="Avinash Arun Chauhan" userId="S::avinash.chauhan@mahindrauniversity.edu.in::241b5f3e-36f4-4c61-9553-90e6a1c1b8a6" providerId="AD" clId="Web-{AC1AD84D-A6D2-E8B9-4A7C-EFFADECF48E0}" dt="2025-04-01T06:19:02.820" v="3499" actId="20577"/>
          <ac:spMkLst>
            <pc:docMk/>
            <pc:sldMk cId="3807726123" sldId="587"/>
            <ac:spMk id="2" creationId="{3A12A68B-B736-2C71-AE16-7245D256EE90}"/>
          </ac:spMkLst>
        </pc:spChg>
        <pc:spChg chg="mod">
          <ac:chgData name="Avinash Arun Chauhan" userId="S::avinash.chauhan@mahindrauniversity.edu.in::241b5f3e-36f4-4c61-9553-90e6a1c1b8a6" providerId="AD" clId="Web-{AC1AD84D-A6D2-E8B9-4A7C-EFFADECF48E0}" dt="2025-04-01T06:19:08.195" v="3501" actId="20577"/>
          <ac:spMkLst>
            <pc:docMk/>
            <pc:sldMk cId="3807726123" sldId="587"/>
            <ac:spMk id="3" creationId="{433B0058-2DF5-3EDF-4FA4-8B04C1486768}"/>
          </ac:spMkLst>
        </pc:spChg>
      </pc:sldChg>
      <pc:sldChg chg="addSp modSp add replId">
        <pc:chgData name="Avinash Arun Chauhan" userId="S::avinash.chauhan@mahindrauniversity.edu.in::241b5f3e-36f4-4c61-9553-90e6a1c1b8a6" providerId="AD" clId="Web-{AC1AD84D-A6D2-E8B9-4A7C-EFFADECF48E0}" dt="2025-04-01T06:27:50.853" v="3964" actId="1076"/>
        <pc:sldMkLst>
          <pc:docMk/>
          <pc:sldMk cId="3932050764" sldId="588"/>
        </pc:sldMkLst>
        <pc:spChg chg="mod">
          <ac:chgData name="Avinash Arun Chauhan" userId="S::avinash.chauhan@mahindrauniversity.edu.in::241b5f3e-36f4-4c61-9553-90e6a1c1b8a6" providerId="AD" clId="Web-{AC1AD84D-A6D2-E8B9-4A7C-EFFADECF48E0}" dt="2025-04-01T06:27:25.008" v="3960" actId="20577"/>
          <ac:spMkLst>
            <pc:docMk/>
            <pc:sldMk cId="3932050764" sldId="588"/>
            <ac:spMk id="3" creationId="{BC56635F-8B4D-049C-1953-140A96010099}"/>
          </ac:spMkLst>
        </pc:spChg>
        <pc:picChg chg="add mod">
          <ac:chgData name="Avinash Arun Chauhan" userId="S::avinash.chauhan@mahindrauniversity.edu.in::241b5f3e-36f4-4c61-9553-90e6a1c1b8a6" providerId="AD" clId="Web-{AC1AD84D-A6D2-E8B9-4A7C-EFFADECF48E0}" dt="2025-04-01T06:27:50.853" v="3964" actId="1076"/>
          <ac:picMkLst>
            <pc:docMk/>
            <pc:sldMk cId="3932050764" sldId="588"/>
            <ac:picMk id="4" creationId="{55CCB0CC-FE3C-8A1B-761E-D0E1C56867D7}"/>
          </ac:picMkLst>
        </pc:picChg>
      </pc:sldChg>
    </pc:docChg>
  </pc:docChgLst>
  <pc:docChgLst>
    <pc:chgData name="Avinash Arun Chauhan" userId="S::avinash.chauhan@mahindrauniversity.edu.in::241b5f3e-36f4-4c61-9553-90e6a1c1b8a6" providerId="AD" clId="Web-{45E5939C-BFAE-FCE8-3E06-50C35919F1AB}"/>
    <pc:docChg chg="addSld modSld">
      <pc:chgData name="Avinash Arun Chauhan" userId="S::avinash.chauhan@mahindrauniversity.edu.in::241b5f3e-36f4-4c61-9553-90e6a1c1b8a6" providerId="AD" clId="Web-{45E5939C-BFAE-FCE8-3E06-50C35919F1AB}" dt="2025-03-04T07:29:06.826" v="80" actId="20577"/>
      <pc:docMkLst>
        <pc:docMk/>
      </pc:docMkLst>
      <pc:sldChg chg="modSp">
        <pc:chgData name="Avinash Arun Chauhan" userId="S::avinash.chauhan@mahindrauniversity.edu.in::241b5f3e-36f4-4c61-9553-90e6a1c1b8a6" providerId="AD" clId="Web-{45E5939C-BFAE-FCE8-3E06-50C35919F1AB}" dt="2025-03-04T07:29:06.826" v="80" actId="20577"/>
        <pc:sldMkLst>
          <pc:docMk/>
          <pc:sldMk cId="3012470631" sldId="508"/>
        </pc:sldMkLst>
        <pc:spChg chg="mod">
          <ac:chgData name="Avinash Arun Chauhan" userId="S::avinash.chauhan@mahindrauniversity.edu.in::241b5f3e-36f4-4c61-9553-90e6a1c1b8a6" providerId="AD" clId="Web-{45E5939C-BFAE-FCE8-3E06-50C35919F1AB}" dt="2025-03-04T07:29:06.826" v="80" actId="20577"/>
          <ac:spMkLst>
            <pc:docMk/>
            <pc:sldMk cId="3012470631" sldId="508"/>
            <ac:spMk id="3" creationId="{96E9C779-DF31-3741-3B77-D003BD44266C}"/>
          </ac:spMkLst>
        </pc:spChg>
      </pc:sldChg>
      <pc:sldChg chg="addSp modSp">
        <pc:chgData name="Avinash Arun Chauhan" userId="S::avinash.chauhan@mahindrauniversity.edu.in::241b5f3e-36f4-4c61-9553-90e6a1c1b8a6" providerId="AD" clId="Web-{45E5939C-BFAE-FCE8-3E06-50C35919F1AB}" dt="2025-03-04T07:26:35.585" v="40" actId="1076"/>
        <pc:sldMkLst>
          <pc:docMk/>
          <pc:sldMk cId="1125937358" sldId="515"/>
        </pc:sldMkLst>
        <pc:picChg chg="add mod modCrop">
          <ac:chgData name="Avinash Arun Chauhan" userId="S::avinash.chauhan@mahindrauniversity.edu.in::241b5f3e-36f4-4c61-9553-90e6a1c1b8a6" providerId="AD" clId="Web-{45E5939C-BFAE-FCE8-3E06-50C35919F1AB}" dt="2025-03-04T07:26:35.585" v="40" actId="1076"/>
          <ac:picMkLst>
            <pc:docMk/>
            <pc:sldMk cId="1125937358" sldId="515"/>
            <ac:picMk id="5" creationId="{12EDBFB8-1C78-187D-C692-EA1BA094BE76}"/>
          </ac:picMkLst>
        </pc:picChg>
      </pc:sldChg>
      <pc:sldChg chg="addSp delSp modSp">
        <pc:chgData name="Avinash Arun Chauhan" userId="S::avinash.chauhan@mahindrauniversity.edu.in::241b5f3e-36f4-4c61-9553-90e6a1c1b8a6" providerId="AD" clId="Web-{45E5939C-BFAE-FCE8-3E06-50C35919F1AB}" dt="2025-03-04T07:23:51.594" v="18" actId="14100"/>
        <pc:sldMkLst>
          <pc:docMk/>
          <pc:sldMk cId="88720736" sldId="517"/>
        </pc:sldMkLst>
        <pc:spChg chg="mod">
          <ac:chgData name="Avinash Arun Chauhan" userId="S::avinash.chauhan@mahindrauniversity.edu.in::241b5f3e-36f4-4c61-9553-90e6a1c1b8a6" providerId="AD" clId="Web-{45E5939C-BFAE-FCE8-3E06-50C35919F1AB}" dt="2025-03-04T07:22:28.856" v="6" actId="20577"/>
          <ac:spMkLst>
            <pc:docMk/>
            <pc:sldMk cId="88720736" sldId="517"/>
            <ac:spMk id="2" creationId="{5A902FF7-726F-E294-6172-D0863E0F1909}"/>
          </ac:spMkLst>
        </pc:spChg>
        <pc:picChg chg="del">
          <ac:chgData name="Avinash Arun Chauhan" userId="S::avinash.chauhan@mahindrauniversity.edu.in::241b5f3e-36f4-4c61-9553-90e6a1c1b8a6" providerId="AD" clId="Web-{45E5939C-BFAE-FCE8-3E06-50C35919F1AB}" dt="2025-03-04T07:22:30.997" v="7"/>
          <ac:picMkLst>
            <pc:docMk/>
            <pc:sldMk cId="88720736" sldId="517"/>
            <ac:picMk id="3" creationId="{EAD46673-2A88-D622-815F-17BC910FA53E}"/>
          </ac:picMkLst>
        </pc:picChg>
        <pc:picChg chg="add mod modCrop">
          <ac:chgData name="Avinash Arun Chauhan" userId="S::avinash.chauhan@mahindrauniversity.edu.in::241b5f3e-36f4-4c61-9553-90e6a1c1b8a6" providerId="AD" clId="Web-{45E5939C-BFAE-FCE8-3E06-50C35919F1AB}" dt="2025-03-04T07:23:06.326" v="13" actId="1076"/>
          <ac:picMkLst>
            <pc:docMk/>
            <pc:sldMk cId="88720736" sldId="517"/>
            <ac:picMk id="4" creationId="{29CF187F-7F82-E291-1ADF-99A4B56D8D99}"/>
          </ac:picMkLst>
        </pc:picChg>
        <pc:picChg chg="add mod modCrop">
          <ac:chgData name="Avinash Arun Chauhan" userId="S::avinash.chauhan@mahindrauniversity.edu.in::241b5f3e-36f4-4c61-9553-90e6a1c1b8a6" providerId="AD" clId="Web-{45E5939C-BFAE-FCE8-3E06-50C35919F1AB}" dt="2025-03-04T07:23:51.594" v="18" actId="14100"/>
          <ac:picMkLst>
            <pc:docMk/>
            <pc:sldMk cId="88720736" sldId="517"/>
            <ac:picMk id="5" creationId="{6DB0BDEC-F2D6-685B-C3E4-CC354F7FECF4}"/>
          </ac:picMkLst>
        </pc:picChg>
      </pc:sldChg>
      <pc:sldChg chg="addSp delSp modSp add replId">
        <pc:chgData name="Avinash Arun Chauhan" userId="S::avinash.chauhan@mahindrauniversity.edu.in::241b5f3e-36f4-4c61-9553-90e6a1c1b8a6" providerId="AD" clId="Web-{45E5939C-BFAE-FCE8-3E06-50C35919F1AB}" dt="2025-03-04T07:25:23.926" v="33" actId="1076"/>
        <pc:sldMkLst>
          <pc:docMk/>
          <pc:sldMk cId="1733655669" sldId="518"/>
        </pc:sldMkLst>
        <pc:spChg chg="mod">
          <ac:chgData name="Avinash Arun Chauhan" userId="S::avinash.chauhan@mahindrauniversity.edu.in::241b5f3e-36f4-4c61-9553-90e6a1c1b8a6" providerId="AD" clId="Web-{45E5939C-BFAE-FCE8-3E06-50C35919F1AB}" dt="2025-03-04T07:24:45.659" v="25" actId="20577"/>
          <ac:spMkLst>
            <pc:docMk/>
            <pc:sldMk cId="1733655669" sldId="518"/>
            <ac:spMk id="2" creationId="{7577B2FC-323E-0175-BFC1-54C361664032}"/>
          </ac:spMkLst>
        </pc:spChg>
        <pc:picChg chg="add mod modCrop">
          <ac:chgData name="Avinash Arun Chauhan" userId="S::avinash.chauhan@mahindrauniversity.edu.in::241b5f3e-36f4-4c61-9553-90e6a1c1b8a6" providerId="AD" clId="Web-{45E5939C-BFAE-FCE8-3E06-50C35919F1AB}" dt="2025-03-04T07:25:23.926" v="33" actId="1076"/>
          <ac:picMkLst>
            <pc:docMk/>
            <pc:sldMk cId="1733655669" sldId="518"/>
            <ac:picMk id="3" creationId="{2BD78595-EE8C-9842-15F8-27A15B248C1A}"/>
          </ac:picMkLst>
        </pc:picChg>
        <pc:picChg chg="del">
          <ac:chgData name="Avinash Arun Chauhan" userId="S::avinash.chauhan@mahindrauniversity.edu.in::241b5f3e-36f4-4c61-9553-90e6a1c1b8a6" providerId="AD" clId="Web-{45E5939C-BFAE-FCE8-3E06-50C35919F1AB}" dt="2025-03-04T07:24:48.628" v="27"/>
          <ac:picMkLst>
            <pc:docMk/>
            <pc:sldMk cId="1733655669" sldId="518"/>
            <ac:picMk id="4" creationId="{455A8B65-9BDE-3669-A409-68CE15D19168}"/>
          </ac:picMkLst>
        </pc:picChg>
        <pc:picChg chg="del">
          <ac:chgData name="Avinash Arun Chauhan" userId="S::avinash.chauhan@mahindrauniversity.edu.in::241b5f3e-36f4-4c61-9553-90e6a1c1b8a6" providerId="AD" clId="Web-{45E5939C-BFAE-FCE8-3E06-50C35919F1AB}" dt="2025-03-04T07:24:47.487" v="26"/>
          <ac:picMkLst>
            <pc:docMk/>
            <pc:sldMk cId="1733655669" sldId="518"/>
            <ac:picMk id="5" creationId="{E890D9AD-1ADC-FE12-762F-AC9E68784DC0}"/>
          </ac:picMkLst>
        </pc:picChg>
      </pc:sldChg>
    </pc:docChg>
  </pc:docChgLst>
  <pc:docChgLst>
    <pc:chgData name="Avinash Arun Chauhan" userId="S::avinash.chauhan@mahindrauniversity.edu.in::241b5f3e-36f4-4c61-9553-90e6a1c1b8a6" providerId="AD" clId="Web-{95E5A7F3-C103-A91A-33FD-D47FA384885D}"/>
    <pc:docChg chg="modSld">
      <pc:chgData name="Avinash Arun Chauhan" userId="S::avinash.chauhan@mahindrauniversity.edu.in::241b5f3e-36f4-4c61-9553-90e6a1c1b8a6" providerId="AD" clId="Web-{95E5A7F3-C103-A91A-33FD-D47FA384885D}" dt="2024-07-30T14:35:41.376" v="50" actId="20577"/>
      <pc:docMkLst>
        <pc:docMk/>
      </pc:docMkLst>
      <pc:sldChg chg="modSp">
        <pc:chgData name="Avinash Arun Chauhan" userId="S::avinash.chauhan@mahindrauniversity.edu.in::241b5f3e-36f4-4c61-9553-90e6a1c1b8a6" providerId="AD" clId="Web-{95E5A7F3-C103-A91A-33FD-D47FA384885D}" dt="2024-07-30T14:34:27.076" v="0" actId="20577"/>
        <pc:sldMkLst>
          <pc:docMk/>
          <pc:sldMk cId="2029719128" sldId="274"/>
        </pc:sldMkLst>
      </pc:sldChg>
      <pc:sldChg chg="modSp">
        <pc:chgData name="Avinash Arun Chauhan" userId="S::avinash.chauhan@mahindrauniversity.edu.in::241b5f3e-36f4-4c61-9553-90e6a1c1b8a6" providerId="AD" clId="Web-{95E5A7F3-C103-A91A-33FD-D47FA384885D}" dt="2024-07-30T14:35:41.376" v="50" actId="20577"/>
        <pc:sldMkLst>
          <pc:docMk/>
          <pc:sldMk cId="1186293514" sldId="278"/>
        </pc:sldMkLst>
      </pc:sldChg>
    </pc:docChg>
  </pc:docChgLst>
  <pc:docChgLst>
    <pc:chgData name="Avinash Arun Chauhan" userId="S::avinash.chauhan@mahindrauniversity.edu.in::241b5f3e-36f4-4c61-9553-90e6a1c1b8a6" providerId="AD" clId="Web-{287F2414-09C1-E9A4-E060-9DABB748C0DD}"/>
    <pc:docChg chg="addSld modSld">
      <pc:chgData name="Avinash Arun Chauhan" userId="S::avinash.chauhan@mahindrauniversity.edu.in::241b5f3e-36f4-4c61-9553-90e6a1c1b8a6" providerId="AD" clId="Web-{287F2414-09C1-E9A4-E060-9DABB748C0DD}" dt="2025-01-27T05:51:07.102" v="625" actId="20577"/>
      <pc:docMkLst>
        <pc:docMk/>
      </pc:docMkLst>
      <pc:sldChg chg="modSp">
        <pc:chgData name="Avinash Arun Chauhan" userId="S::avinash.chauhan@mahindrauniversity.edu.in::241b5f3e-36f4-4c61-9553-90e6a1c1b8a6" providerId="AD" clId="Web-{287F2414-09C1-E9A4-E060-9DABB748C0DD}" dt="2025-01-27T05:51:07.102" v="625" actId="20577"/>
        <pc:sldMkLst>
          <pc:docMk/>
          <pc:sldMk cId="1153999674" sldId="355"/>
        </pc:sldMkLst>
      </pc:sldChg>
      <pc:sldChg chg="addSp modSp">
        <pc:chgData name="Avinash Arun Chauhan" userId="S::avinash.chauhan@mahindrauniversity.edu.in::241b5f3e-36f4-4c61-9553-90e6a1c1b8a6" providerId="AD" clId="Web-{287F2414-09C1-E9A4-E060-9DABB748C0DD}" dt="2025-01-27T05:09:17.011" v="79" actId="1076"/>
        <pc:sldMkLst>
          <pc:docMk/>
          <pc:sldMk cId="3779786542" sldId="364"/>
        </pc:sldMkLst>
      </pc:sldChg>
      <pc:sldChg chg="modSp">
        <pc:chgData name="Avinash Arun Chauhan" userId="S::avinash.chauhan@mahindrauniversity.edu.in::241b5f3e-36f4-4c61-9553-90e6a1c1b8a6" providerId="AD" clId="Web-{287F2414-09C1-E9A4-E060-9DABB748C0DD}" dt="2025-01-27T05:13:31.954" v="88" actId="20577"/>
        <pc:sldMkLst>
          <pc:docMk/>
          <pc:sldMk cId="2388618079" sldId="367"/>
        </pc:sldMkLst>
      </pc:sldChg>
      <pc:sldChg chg="modSp">
        <pc:chgData name="Avinash Arun Chauhan" userId="S::avinash.chauhan@mahindrauniversity.edu.in::241b5f3e-36f4-4c61-9553-90e6a1c1b8a6" providerId="AD" clId="Web-{287F2414-09C1-E9A4-E060-9DABB748C0DD}" dt="2025-01-27T05:13:48.705" v="102" actId="20577"/>
        <pc:sldMkLst>
          <pc:docMk/>
          <pc:sldMk cId="1689753424" sldId="368"/>
        </pc:sldMkLst>
      </pc:sldChg>
      <pc:sldChg chg="modSp add replId">
        <pc:chgData name="Avinash Arun Chauhan" userId="S::avinash.chauhan@mahindrauniversity.edu.in::241b5f3e-36f4-4c61-9553-90e6a1c1b8a6" providerId="AD" clId="Web-{287F2414-09C1-E9A4-E060-9DABB748C0DD}" dt="2025-01-27T05:23:19.672" v="546" actId="20577"/>
        <pc:sldMkLst>
          <pc:docMk/>
          <pc:sldMk cId="3784808034" sldId="371"/>
        </pc:sldMkLst>
      </pc:sldChg>
      <pc:sldChg chg="modSp add replId">
        <pc:chgData name="Avinash Arun Chauhan" userId="S::avinash.chauhan@mahindrauniversity.edu.in::241b5f3e-36f4-4c61-9553-90e6a1c1b8a6" providerId="AD" clId="Web-{287F2414-09C1-E9A4-E060-9DABB748C0DD}" dt="2025-01-27T05:49:45.991" v="621" actId="20577"/>
        <pc:sldMkLst>
          <pc:docMk/>
          <pc:sldMk cId="4238744636" sldId="372"/>
        </pc:sldMkLst>
      </pc:sldChg>
    </pc:docChg>
  </pc:docChgLst>
  <pc:docChgLst>
    <pc:chgData name="Avinash Arun Chauhan" userId="S::avinash.chauhan@mahindrauniversity.edu.in::241b5f3e-36f4-4c61-9553-90e6a1c1b8a6" providerId="AD" clId="Web-{1C5C0F09-7B97-19DA-65DD-F4ACED4AC09F}"/>
    <pc:docChg chg="modSld">
      <pc:chgData name="Avinash Arun Chauhan" userId="S::avinash.chauhan@mahindrauniversity.edu.in::241b5f3e-36f4-4c61-9553-90e6a1c1b8a6" providerId="AD" clId="Web-{1C5C0F09-7B97-19DA-65DD-F4ACED4AC09F}" dt="2025-03-11T08:38:52.743" v="9" actId="20577"/>
      <pc:docMkLst>
        <pc:docMk/>
      </pc:docMkLst>
      <pc:sldChg chg="modSp">
        <pc:chgData name="Avinash Arun Chauhan" userId="S::avinash.chauhan@mahindrauniversity.edu.in::241b5f3e-36f4-4c61-9553-90e6a1c1b8a6" providerId="AD" clId="Web-{1C5C0F09-7B97-19DA-65DD-F4ACED4AC09F}" dt="2025-03-11T08:38:52.743" v="9" actId="20577"/>
        <pc:sldMkLst>
          <pc:docMk/>
          <pc:sldMk cId="3811169343" sldId="426"/>
        </pc:sldMkLst>
        <pc:spChg chg="mod">
          <ac:chgData name="Avinash Arun Chauhan" userId="S::avinash.chauhan@mahindrauniversity.edu.in::241b5f3e-36f4-4c61-9553-90e6a1c1b8a6" providerId="AD" clId="Web-{1C5C0F09-7B97-19DA-65DD-F4ACED4AC09F}" dt="2025-03-11T08:38:52.743" v="9" actId="20577"/>
          <ac:spMkLst>
            <pc:docMk/>
            <pc:sldMk cId="3811169343" sldId="426"/>
            <ac:spMk id="3" creationId="{31932857-BFC7-D9FE-C8F3-E1C975AD4542}"/>
          </ac:spMkLst>
        </pc:spChg>
      </pc:sldChg>
    </pc:docChg>
  </pc:docChgLst>
  <pc:docChgLst>
    <pc:chgData name="Avinash Arun Chauhan" userId="S::avinash.chauhan@mahindrauniversity.edu.in::241b5f3e-36f4-4c61-9553-90e6a1c1b8a6" providerId="AD" clId="Web-{21DE54D2-85BC-E206-6286-0595254C0848}"/>
    <pc:docChg chg="addSld delSld modSld sldOrd">
      <pc:chgData name="Avinash Arun Chauhan" userId="S::avinash.chauhan@mahindrauniversity.edu.in::241b5f3e-36f4-4c61-9553-90e6a1c1b8a6" providerId="AD" clId="Web-{21DE54D2-85BC-E206-6286-0595254C0848}" dt="2025-03-16T11:47:32.255" v="3329" actId="1076"/>
      <pc:docMkLst>
        <pc:docMk/>
      </pc:docMkLst>
      <pc:sldChg chg="modSp">
        <pc:chgData name="Avinash Arun Chauhan" userId="S::avinash.chauhan@mahindrauniversity.edu.in::241b5f3e-36f4-4c61-9553-90e6a1c1b8a6" providerId="AD" clId="Web-{21DE54D2-85BC-E206-6286-0595254C0848}" dt="2025-03-16T10:55:16.945" v="10" actId="20577"/>
        <pc:sldMkLst>
          <pc:docMk/>
          <pc:sldMk cId="1540275285" sldId="256"/>
        </pc:sldMkLst>
        <pc:spChg chg="mod">
          <ac:chgData name="Avinash Arun Chauhan" userId="S::avinash.chauhan@mahindrauniversity.edu.in::241b5f3e-36f4-4c61-9553-90e6a1c1b8a6" providerId="AD" clId="Web-{21DE54D2-85BC-E206-6286-0595254C0848}" dt="2025-03-16T10:55:16.945" v="10" actId="20577"/>
          <ac:spMkLst>
            <pc:docMk/>
            <pc:sldMk cId="1540275285" sldId="256"/>
            <ac:spMk id="2" creationId="{727870F2-A17E-4535-8ECE-F608007055B7}"/>
          </ac:spMkLst>
        </pc:spChg>
      </pc:sldChg>
      <pc:sldChg chg="modSp">
        <pc:chgData name="Avinash Arun Chauhan" userId="S::avinash.chauhan@mahindrauniversity.edu.in::241b5f3e-36f4-4c61-9553-90e6a1c1b8a6" providerId="AD" clId="Web-{21DE54D2-85BC-E206-6286-0595254C0848}" dt="2025-03-16T11:45:00.780" v="3284" actId="20577"/>
        <pc:sldMkLst>
          <pc:docMk/>
          <pc:sldMk cId="3811169343" sldId="426"/>
        </pc:sldMkLst>
        <pc:spChg chg="mod">
          <ac:chgData name="Avinash Arun Chauhan" userId="S::avinash.chauhan@mahindrauniversity.edu.in::241b5f3e-36f4-4c61-9553-90e6a1c1b8a6" providerId="AD" clId="Web-{21DE54D2-85BC-E206-6286-0595254C0848}" dt="2025-03-16T10:55:41.118" v="39" actId="20577"/>
          <ac:spMkLst>
            <pc:docMk/>
            <pc:sldMk cId="3811169343" sldId="426"/>
            <ac:spMk id="2" creationId="{E3EA47B4-E3C2-3296-7380-E7CEADD60F53}"/>
          </ac:spMkLst>
        </pc:spChg>
        <pc:spChg chg="mod">
          <ac:chgData name="Avinash Arun Chauhan" userId="S::avinash.chauhan@mahindrauniversity.edu.in::241b5f3e-36f4-4c61-9553-90e6a1c1b8a6" providerId="AD" clId="Web-{21DE54D2-85BC-E206-6286-0595254C0848}" dt="2025-03-16T11:45:00.780" v="3284" actId="20577"/>
          <ac:spMkLst>
            <pc:docMk/>
            <pc:sldMk cId="3811169343" sldId="426"/>
            <ac:spMk id="3" creationId="{31932857-BFC7-D9FE-C8F3-E1C975AD4542}"/>
          </ac:spMkLst>
        </pc:spChg>
      </pc:sldChg>
      <pc:sldChg chg="modSp">
        <pc:chgData name="Avinash Arun Chauhan" userId="S::avinash.chauhan@mahindrauniversity.edu.in::241b5f3e-36f4-4c61-9553-90e6a1c1b8a6" providerId="AD" clId="Web-{21DE54D2-85BC-E206-6286-0595254C0848}" dt="2025-03-16T11:03:06.197" v="537" actId="20577"/>
        <pc:sldMkLst>
          <pc:docMk/>
          <pc:sldMk cId="883900188" sldId="505"/>
        </pc:sldMkLst>
        <pc:spChg chg="mod">
          <ac:chgData name="Avinash Arun Chauhan" userId="S::avinash.chauhan@mahindrauniversity.edu.in::241b5f3e-36f4-4c61-9553-90e6a1c1b8a6" providerId="AD" clId="Web-{21DE54D2-85BC-E206-6286-0595254C0848}" dt="2025-03-16T10:59:28.080" v="267" actId="20577"/>
          <ac:spMkLst>
            <pc:docMk/>
            <pc:sldMk cId="883900188" sldId="505"/>
            <ac:spMk id="2" creationId="{5FED248E-235C-2C9F-86E6-FFE7D5586919}"/>
          </ac:spMkLst>
        </pc:spChg>
        <pc:spChg chg="mod">
          <ac:chgData name="Avinash Arun Chauhan" userId="S::avinash.chauhan@mahindrauniversity.edu.in::241b5f3e-36f4-4c61-9553-90e6a1c1b8a6" providerId="AD" clId="Web-{21DE54D2-85BC-E206-6286-0595254C0848}" dt="2025-03-16T11:03:06.197" v="537" actId="20577"/>
          <ac:spMkLst>
            <pc:docMk/>
            <pc:sldMk cId="883900188" sldId="505"/>
            <ac:spMk id="3" creationId="{29BD426B-01FE-6A79-FB41-404DC71E5937}"/>
          </ac:spMkLst>
        </pc:spChg>
      </pc:sldChg>
      <pc:sldChg chg="modSp">
        <pc:chgData name="Avinash Arun Chauhan" userId="S::avinash.chauhan@mahindrauniversity.edu.in::241b5f3e-36f4-4c61-9553-90e6a1c1b8a6" providerId="AD" clId="Web-{21DE54D2-85BC-E206-6286-0595254C0848}" dt="2025-03-16T10:59:22.345" v="266" actId="20577"/>
        <pc:sldMkLst>
          <pc:docMk/>
          <pc:sldMk cId="3012470631" sldId="508"/>
        </pc:sldMkLst>
        <pc:spChg chg="mod">
          <ac:chgData name="Avinash Arun Chauhan" userId="S::avinash.chauhan@mahindrauniversity.edu.in::241b5f3e-36f4-4c61-9553-90e6a1c1b8a6" providerId="AD" clId="Web-{21DE54D2-85BC-E206-6286-0595254C0848}" dt="2025-03-16T10:59:22.345" v="266" actId="20577"/>
          <ac:spMkLst>
            <pc:docMk/>
            <pc:sldMk cId="3012470631" sldId="508"/>
            <ac:spMk id="3" creationId="{96E9C779-DF31-3741-3B77-D003BD44266C}"/>
          </ac:spMkLst>
        </pc:spChg>
      </pc:sldChg>
      <pc:sldChg chg="modSp">
        <pc:chgData name="Avinash Arun Chauhan" userId="S::avinash.chauhan@mahindrauniversity.edu.in::241b5f3e-36f4-4c61-9553-90e6a1c1b8a6" providerId="AD" clId="Web-{21DE54D2-85BC-E206-6286-0595254C0848}" dt="2025-03-16T11:08:43.445" v="815" actId="20577"/>
        <pc:sldMkLst>
          <pc:docMk/>
          <pc:sldMk cId="2210816079" sldId="520"/>
        </pc:sldMkLst>
        <pc:spChg chg="mod">
          <ac:chgData name="Avinash Arun Chauhan" userId="S::avinash.chauhan@mahindrauniversity.edu.in::241b5f3e-36f4-4c61-9553-90e6a1c1b8a6" providerId="AD" clId="Web-{21DE54D2-85BC-E206-6286-0595254C0848}" dt="2025-03-16T11:06:24.002" v="628" actId="20577"/>
          <ac:spMkLst>
            <pc:docMk/>
            <pc:sldMk cId="2210816079" sldId="520"/>
            <ac:spMk id="2" creationId="{F81C0F9D-F1AA-252C-BAF7-02A27D3A994E}"/>
          </ac:spMkLst>
        </pc:spChg>
        <pc:spChg chg="mod">
          <ac:chgData name="Avinash Arun Chauhan" userId="S::avinash.chauhan@mahindrauniversity.edu.in::241b5f3e-36f4-4c61-9553-90e6a1c1b8a6" providerId="AD" clId="Web-{21DE54D2-85BC-E206-6286-0595254C0848}" dt="2025-03-16T11:08:43.445" v="815" actId="20577"/>
          <ac:spMkLst>
            <pc:docMk/>
            <pc:sldMk cId="2210816079" sldId="520"/>
            <ac:spMk id="3" creationId="{D6046B0B-6CD7-2EDE-775F-436266772719}"/>
          </ac:spMkLst>
        </pc:spChg>
      </pc:sldChg>
      <pc:sldChg chg="addSp delSp modSp">
        <pc:chgData name="Avinash Arun Chauhan" userId="S::avinash.chauhan@mahindrauniversity.edu.in::241b5f3e-36f4-4c61-9553-90e6a1c1b8a6" providerId="AD" clId="Web-{21DE54D2-85BC-E206-6286-0595254C0848}" dt="2025-03-16T11:23:49.262" v="1715" actId="1076"/>
        <pc:sldMkLst>
          <pc:docMk/>
          <pc:sldMk cId="1385111681" sldId="521"/>
        </pc:sldMkLst>
        <pc:spChg chg="mod">
          <ac:chgData name="Avinash Arun Chauhan" userId="S::avinash.chauhan@mahindrauniversity.edu.in::241b5f3e-36f4-4c61-9553-90e6a1c1b8a6" providerId="AD" clId="Web-{21DE54D2-85BC-E206-6286-0595254C0848}" dt="2025-03-16T11:23:02.447" v="1707" actId="20577"/>
          <ac:spMkLst>
            <pc:docMk/>
            <pc:sldMk cId="1385111681" sldId="521"/>
            <ac:spMk id="2" creationId="{A43D852D-47E5-487E-992F-8403B7B08907}"/>
          </ac:spMkLst>
        </pc:spChg>
        <pc:spChg chg="del">
          <ac:chgData name="Avinash Arun Chauhan" userId="S::avinash.chauhan@mahindrauniversity.edu.in::241b5f3e-36f4-4c61-9553-90e6a1c1b8a6" providerId="AD" clId="Web-{21DE54D2-85BC-E206-6286-0595254C0848}" dt="2025-03-16T11:23:05.916" v="1708"/>
          <ac:spMkLst>
            <pc:docMk/>
            <pc:sldMk cId="1385111681" sldId="521"/>
            <ac:spMk id="3" creationId="{8F4AFE16-C4D5-1D8A-D212-94DAF051D1D1}"/>
          </ac:spMkLst>
        </pc:spChg>
        <pc:spChg chg="add del mod">
          <ac:chgData name="Avinash Arun Chauhan" userId="S::avinash.chauhan@mahindrauniversity.edu.in::241b5f3e-36f4-4c61-9553-90e6a1c1b8a6" providerId="AD" clId="Web-{21DE54D2-85BC-E206-6286-0595254C0848}" dt="2025-03-16T11:23:11.744" v="1709"/>
          <ac:spMkLst>
            <pc:docMk/>
            <pc:sldMk cId="1385111681" sldId="521"/>
            <ac:spMk id="9" creationId="{D6E9F456-DF85-8F07-F970-2905C95C31DB}"/>
          </ac:spMkLst>
        </pc:spChg>
        <pc:picChg chg="del">
          <ac:chgData name="Avinash Arun Chauhan" userId="S::avinash.chauhan@mahindrauniversity.edu.in::241b5f3e-36f4-4c61-9553-90e6a1c1b8a6" providerId="AD" clId="Web-{21DE54D2-85BC-E206-6286-0595254C0848}" dt="2025-03-16T11:23:12.963" v="1710"/>
          <ac:picMkLst>
            <pc:docMk/>
            <pc:sldMk cId="1385111681" sldId="521"/>
            <ac:picMk id="4" creationId="{55C4443F-C46F-76B0-9395-C0241FC5299F}"/>
          </ac:picMkLst>
        </pc:picChg>
        <pc:picChg chg="add mod">
          <ac:chgData name="Avinash Arun Chauhan" userId="S::avinash.chauhan@mahindrauniversity.edu.in::241b5f3e-36f4-4c61-9553-90e6a1c1b8a6" providerId="AD" clId="Web-{21DE54D2-85BC-E206-6286-0595254C0848}" dt="2025-03-16T11:23:49.262" v="1715" actId="1076"/>
          <ac:picMkLst>
            <pc:docMk/>
            <pc:sldMk cId="1385111681" sldId="521"/>
            <ac:picMk id="10" creationId="{BFB65AD0-288E-CFBE-6B87-F10FD03C2CD6}"/>
          </ac:picMkLst>
        </pc:picChg>
      </pc:sldChg>
      <pc:sldChg chg="del">
        <pc:chgData name="Avinash Arun Chauhan" userId="S::avinash.chauhan@mahindrauniversity.edu.in::241b5f3e-36f4-4c61-9553-90e6a1c1b8a6" providerId="AD" clId="Web-{21DE54D2-85BC-E206-6286-0595254C0848}" dt="2025-03-16T11:24:30.138" v="1716"/>
        <pc:sldMkLst>
          <pc:docMk/>
          <pc:sldMk cId="3202434345" sldId="522"/>
        </pc:sldMkLst>
      </pc:sldChg>
      <pc:sldChg chg="modSp">
        <pc:chgData name="Avinash Arun Chauhan" userId="S::avinash.chauhan@mahindrauniversity.edu.in::241b5f3e-36f4-4c61-9553-90e6a1c1b8a6" providerId="AD" clId="Web-{21DE54D2-85BC-E206-6286-0595254C0848}" dt="2025-03-16T11:29:07.071" v="2234" actId="20577"/>
        <pc:sldMkLst>
          <pc:docMk/>
          <pc:sldMk cId="1001124138" sldId="523"/>
        </pc:sldMkLst>
        <pc:spChg chg="mod">
          <ac:chgData name="Avinash Arun Chauhan" userId="S::avinash.chauhan@mahindrauniversity.edu.in::241b5f3e-36f4-4c61-9553-90e6a1c1b8a6" providerId="AD" clId="Web-{21DE54D2-85BC-E206-6286-0595254C0848}" dt="2025-03-16T11:25:06.765" v="1746" actId="20577"/>
          <ac:spMkLst>
            <pc:docMk/>
            <pc:sldMk cId="1001124138" sldId="523"/>
            <ac:spMk id="2" creationId="{2A534C11-36B3-9490-EC7F-9988C7961814}"/>
          </ac:spMkLst>
        </pc:spChg>
        <pc:spChg chg="mod">
          <ac:chgData name="Avinash Arun Chauhan" userId="S::avinash.chauhan@mahindrauniversity.edu.in::241b5f3e-36f4-4c61-9553-90e6a1c1b8a6" providerId="AD" clId="Web-{21DE54D2-85BC-E206-6286-0595254C0848}" dt="2025-03-16T11:29:07.071" v="2234" actId="20577"/>
          <ac:spMkLst>
            <pc:docMk/>
            <pc:sldMk cId="1001124138" sldId="523"/>
            <ac:spMk id="3" creationId="{EC674E00-65C0-78DB-7888-BC087220702C}"/>
          </ac:spMkLst>
        </pc:spChg>
      </pc:sldChg>
      <pc:sldChg chg="modSp">
        <pc:chgData name="Avinash Arun Chauhan" userId="S::avinash.chauhan@mahindrauniversity.edu.in::241b5f3e-36f4-4c61-9553-90e6a1c1b8a6" providerId="AD" clId="Web-{21DE54D2-85BC-E206-6286-0595254C0848}" dt="2025-03-16T11:44:34.045" v="3273" actId="20577"/>
        <pc:sldMkLst>
          <pc:docMk/>
          <pc:sldMk cId="2459760131" sldId="524"/>
        </pc:sldMkLst>
        <pc:spChg chg="mod">
          <ac:chgData name="Avinash Arun Chauhan" userId="S::avinash.chauhan@mahindrauniversity.edu.in::241b5f3e-36f4-4c61-9553-90e6a1c1b8a6" providerId="AD" clId="Web-{21DE54D2-85BC-E206-6286-0595254C0848}" dt="2025-03-16T11:44:30.529" v="3268" actId="20577"/>
          <ac:spMkLst>
            <pc:docMk/>
            <pc:sldMk cId="2459760131" sldId="524"/>
            <ac:spMk id="2" creationId="{A7A7D3D0-86AC-09B6-4D47-AAF7196860C5}"/>
          </ac:spMkLst>
        </pc:spChg>
        <pc:spChg chg="mod">
          <ac:chgData name="Avinash Arun Chauhan" userId="S::avinash.chauhan@mahindrauniversity.edu.in::241b5f3e-36f4-4c61-9553-90e6a1c1b8a6" providerId="AD" clId="Web-{21DE54D2-85BC-E206-6286-0595254C0848}" dt="2025-03-16T11:44:34.045" v="3273" actId="20577"/>
          <ac:spMkLst>
            <pc:docMk/>
            <pc:sldMk cId="2459760131" sldId="524"/>
            <ac:spMk id="3" creationId="{D66A1C91-2CFA-F0AE-799D-FBEE34CD89C2}"/>
          </ac:spMkLst>
        </pc:spChg>
      </pc:sldChg>
      <pc:sldChg chg="del">
        <pc:chgData name="Avinash Arun Chauhan" userId="S::avinash.chauhan@mahindrauniversity.edu.in::241b5f3e-36f4-4c61-9553-90e6a1c1b8a6" providerId="AD" clId="Web-{21DE54D2-85BC-E206-6286-0595254C0848}" dt="2025-03-16T11:44:38.748" v="3274"/>
        <pc:sldMkLst>
          <pc:docMk/>
          <pc:sldMk cId="1810632395" sldId="525"/>
        </pc:sldMkLst>
      </pc:sldChg>
      <pc:sldChg chg="del">
        <pc:chgData name="Avinash Arun Chauhan" userId="S::avinash.chauhan@mahindrauniversity.edu.in::241b5f3e-36f4-4c61-9553-90e6a1c1b8a6" providerId="AD" clId="Web-{21DE54D2-85BC-E206-6286-0595254C0848}" dt="2025-03-16T11:44:39.576" v="3275"/>
        <pc:sldMkLst>
          <pc:docMk/>
          <pc:sldMk cId="31880306" sldId="526"/>
        </pc:sldMkLst>
      </pc:sldChg>
      <pc:sldChg chg="del">
        <pc:chgData name="Avinash Arun Chauhan" userId="S::avinash.chauhan@mahindrauniversity.edu.in::241b5f3e-36f4-4c61-9553-90e6a1c1b8a6" providerId="AD" clId="Web-{21DE54D2-85BC-E206-6286-0595254C0848}" dt="2025-03-16T11:44:40.279" v="3276"/>
        <pc:sldMkLst>
          <pc:docMk/>
          <pc:sldMk cId="2759698473" sldId="527"/>
        </pc:sldMkLst>
      </pc:sldChg>
      <pc:sldChg chg="del">
        <pc:chgData name="Avinash Arun Chauhan" userId="S::avinash.chauhan@mahindrauniversity.edu.in::241b5f3e-36f4-4c61-9553-90e6a1c1b8a6" providerId="AD" clId="Web-{21DE54D2-85BC-E206-6286-0595254C0848}" dt="2025-03-16T11:44:41.389" v="3278"/>
        <pc:sldMkLst>
          <pc:docMk/>
          <pc:sldMk cId="3949549591" sldId="528"/>
        </pc:sldMkLst>
      </pc:sldChg>
      <pc:sldChg chg="del">
        <pc:chgData name="Avinash Arun Chauhan" userId="S::avinash.chauhan@mahindrauniversity.edu.in::241b5f3e-36f4-4c61-9553-90e6a1c1b8a6" providerId="AD" clId="Web-{21DE54D2-85BC-E206-6286-0595254C0848}" dt="2025-03-16T11:44:40.748" v="3277"/>
        <pc:sldMkLst>
          <pc:docMk/>
          <pc:sldMk cId="567746408" sldId="529"/>
        </pc:sldMkLst>
      </pc:sldChg>
      <pc:sldChg chg="del">
        <pc:chgData name="Avinash Arun Chauhan" userId="S::avinash.chauhan@mahindrauniversity.edu.in::241b5f3e-36f4-4c61-9553-90e6a1c1b8a6" providerId="AD" clId="Web-{21DE54D2-85BC-E206-6286-0595254C0848}" dt="2025-03-16T11:44:41.732" v="3279"/>
        <pc:sldMkLst>
          <pc:docMk/>
          <pc:sldMk cId="1610820302" sldId="530"/>
        </pc:sldMkLst>
      </pc:sldChg>
      <pc:sldChg chg="del">
        <pc:chgData name="Avinash Arun Chauhan" userId="S::avinash.chauhan@mahindrauniversity.edu.in::241b5f3e-36f4-4c61-9553-90e6a1c1b8a6" providerId="AD" clId="Web-{21DE54D2-85BC-E206-6286-0595254C0848}" dt="2025-03-16T11:44:42.482" v="3280"/>
        <pc:sldMkLst>
          <pc:docMk/>
          <pc:sldMk cId="2249390123" sldId="531"/>
        </pc:sldMkLst>
      </pc:sldChg>
      <pc:sldChg chg="del">
        <pc:chgData name="Avinash Arun Chauhan" userId="S::avinash.chauhan@mahindrauniversity.edu.in::241b5f3e-36f4-4c61-9553-90e6a1c1b8a6" providerId="AD" clId="Web-{21DE54D2-85BC-E206-6286-0595254C0848}" dt="2025-03-16T11:44:43.779" v="3282"/>
        <pc:sldMkLst>
          <pc:docMk/>
          <pc:sldMk cId="4032944436" sldId="532"/>
        </pc:sldMkLst>
      </pc:sldChg>
      <pc:sldChg chg="del">
        <pc:chgData name="Avinash Arun Chauhan" userId="S::avinash.chauhan@mahindrauniversity.edu.in::241b5f3e-36f4-4c61-9553-90e6a1c1b8a6" providerId="AD" clId="Web-{21DE54D2-85BC-E206-6286-0595254C0848}" dt="2025-03-16T11:44:44.279" v="3283"/>
        <pc:sldMkLst>
          <pc:docMk/>
          <pc:sldMk cId="1554376908" sldId="534"/>
        </pc:sldMkLst>
      </pc:sldChg>
      <pc:sldChg chg="del">
        <pc:chgData name="Avinash Arun Chauhan" userId="S::avinash.chauhan@mahindrauniversity.edu.in::241b5f3e-36f4-4c61-9553-90e6a1c1b8a6" providerId="AD" clId="Web-{21DE54D2-85BC-E206-6286-0595254C0848}" dt="2025-03-16T11:44:43.170" v="3281"/>
        <pc:sldMkLst>
          <pc:docMk/>
          <pc:sldMk cId="2900418944" sldId="535"/>
        </pc:sldMkLst>
      </pc:sldChg>
      <pc:sldChg chg="addSp delSp modSp add ord replId">
        <pc:chgData name="Avinash Arun Chauhan" userId="S::avinash.chauhan@mahindrauniversity.edu.in::241b5f3e-36f4-4c61-9553-90e6a1c1b8a6" providerId="AD" clId="Web-{21DE54D2-85BC-E206-6286-0595254C0848}" dt="2025-03-16T11:17:12.902" v="1399" actId="20577"/>
        <pc:sldMkLst>
          <pc:docMk/>
          <pc:sldMk cId="3425567104" sldId="536"/>
        </pc:sldMkLst>
        <pc:spChg chg="mod">
          <ac:chgData name="Avinash Arun Chauhan" userId="S::avinash.chauhan@mahindrauniversity.edu.in::241b5f3e-36f4-4c61-9553-90e6a1c1b8a6" providerId="AD" clId="Web-{21DE54D2-85BC-E206-6286-0595254C0848}" dt="2025-03-16T11:15:59.915" v="1324" actId="20577"/>
          <ac:spMkLst>
            <pc:docMk/>
            <pc:sldMk cId="3425567104" sldId="536"/>
            <ac:spMk id="2" creationId="{C6572595-8BDF-1ECC-9F45-1DE1F5D7EAFA}"/>
          </ac:spMkLst>
        </pc:spChg>
        <pc:spChg chg="mod">
          <ac:chgData name="Avinash Arun Chauhan" userId="S::avinash.chauhan@mahindrauniversity.edu.in::241b5f3e-36f4-4c61-9553-90e6a1c1b8a6" providerId="AD" clId="Web-{21DE54D2-85BC-E206-6286-0595254C0848}" dt="2025-03-16T11:17:12.902" v="1399" actId="20577"/>
          <ac:spMkLst>
            <pc:docMk/>
            <pc:sldMk cId="3425567104" sldId="536"/>
            <ac:spMk id="3" creationId="{0E83EF3D-3BBE-C0C1-B7BC-091AEA10A3B8}"/>
          </ac:spMkLst>
        </pc:spChg>
        <pc:picChg chg="del">
          <ac:chgData name="Avinash Arun Chauhan" userId="S::avinash.chauhan@mahindrauniversity.edu.in::241b5f3e-36f4-4c61-9553-90e6a1c1b8a6" providerId="AD" clId="Web-{21DE54D2-85BC-E206-6286-0595254C0848}" dt="2025-03-16T11:05:11.484" v="594"/>
          <ac:picMkLst>
            <pc:docMk/>
            <pc:sldMk cId="3425567104" sldId="536"/>
            <ac:picMk id="4" creationId="{63DFB1BF-FD6C-DF22-47BA-FD94C856BFBE}"/>
          </ac:picMkLst>
        </pc:picChg>
        <pc:picChg chg="add mod">
          <ac:chgData name="Avinash Arun Chauhan" userId="S::avinash.chauhan@mahindrauniversity.edu.in::241b5f3e-36f4-4c61-9553-90e6a1c1b8a6" providerId="AD" clId="Web-{21DE54D2-85BC-E206-6286-0595254C0848}" dt="2025-03-16T11:15:40.180" v="1315" actId="1076"/>
          <ac:picMkLst>
            <pc:docMk/>
            <pc:sldMk cId="3425567104" sldId="536"/>
            <ac:picMk id="5" creationId="{95BEF6DF-9308-2F8E-0045-FC3155DE7357}"/>
          </ac:picMkLst>
        </pc:picChg>
      </pc:sldChg>
      <pc:sldChg chg="modSp add replId">
        <pc:chgData name="Avinash Arun Chauhan" userId="S::avinash.chauhan@mahindrauniversity.edu.in::241b5f3e-36f4-4c61-9553-90e6a1c1b8a6" providerId="AD" clId="Web-{21DE54D2-85BC-E206-6286-0595254C0848}" dt="2025-03-16T11:11:18.467" v="985" actId="20577"/>
        <pc:sldMkLst>
          <pc:docMk/>
          <pc:sldMk cId="459135711" sldId="537"/>
        </pc:sldMkLst>
        <pc:spChg chg="mod">
          <ac:chgData name="Avinash Arun Chauhan" userId="S::avinash.chauhan@mahindrauniversity.edu.in::241b5f3e-36f4-4c61-9553-90e6a1c1b8a6" providerId="AD" clId="Web-{21DE54D2-85BC-E206-6286-0595254C0848}" dt="2025-03-16T11:08:53.570" v="824" actId="20577"/>
          <ac:spMkLst>
            <pc:docMk/>
            <pc:sldMk cId="459135711" sldId="537"/>
            <ac:spMk id="2" creationId="{7B794E29-6799-867C-7C00-722616E687CD}"/>
          </ac:spMkLst>
        </pc:spChg>
        <pc:spChg chg="mod">
          <ac:chgData name="Avinash Arun Chauhan" userId="S::avinash.chauhan@mahindrauniversity.edu.in::241b5f3e-36f4-4c61-9553-90e6a1c1b8a6" providerId="AD" clId="Web-{21DE54D2-85BC-E206-6286-0595254C0848}" dt="2025-03-16T11:11:18.467" v="985" actId="20577"/>
          <ac:spMkLst>
            <pc:docMk/>
            <pc:sldMk cId="459135711" sldId="537"/>
            <ac:spMk id="3" creationId="{CF408DFA-52F7-71A7-95F0-471B20EC4B31}"/>
          </ac:spMkLst>
        </pc:spChg>
      </pc:sldChg>
      <pc:sldChg chg="modSp add replId">
        <pc:chgData name="Avinash Arun Chauhan" userId="S::avinash.chauhan@mahindrauniversity.edu.in::241b5f3e-36f4-4c61-9553-90e6a1c1b8a6" providerId="AD" clId="Web-{21DE54D2-85BC-E206-6286-0595254C0848}" dt="2025-03-16T11:15:14.413" v="1284" actId="20577"/>
        <pc:sldMkLst>
          <pc:docMk/>
          <pc:sldMk cId="2464847432" sldId="538"/>
        </pc:sldMkLst>
        <pc:spChg chg="mod">
          <ac:chgData name="Avinash Arun Chauhan" userId="S::avinash.chauhan@mahindrauniversity.edu.in::241b5f3e-36f4-4c61-9553-90e6a1c1b8a6" providerId="AD" clId="Web-{21DE54D2-85BC-E206-6286-0595254C0848}" dt="2025-03-16T11:11:42.905" v="1011" actId="20577"/>
          <ac:spMkLst>
            <pc:docMk/>
            <pc:sldMk cId="2464847432" sldId="538"/>
            <ac:spMk id="2" creationId="{A237C1F7-B098-F5B7-D131-907C101E865E}"/>
          </ac:spMkLst>
        </pc:spChg>
        <pc:spChg chg="mod">
          <ac:chgData name="Avinash Arun Chauhan" userId="S::avinash.chauhan@mahindrauniversity.edu.in::241b5f3e-36f4-4c61-9553-90e6a1c1b8a6" providerId="AD" clId="Web-{21DE54D2-85BC-E206-6286-0595254C0848}" dt="2025-03-16T11:15:14.413" v="1284" actId="20577"/>
          <ac:spMkLst>
            <pc:docMk/>
            <pc:sldMk cId="2464847432" sldId="538"/>
            <ac:spMk id="3" creationId="{BB2723DE-C469-9051-050A-9B28CA29CE2E}"/>
          </ac:spMkLst>
        </pc:spChg>
      </pc:sldChg>
      <pc:sldChg chg="modSp add replId">
        <pc:chgData name="Avinash Arun Chauhan" userId="S::avinash.chauhan@mahindrauniversity.edu.in::241b5f3e-36f4-4c61-9553-90e6a1c1b8a6" providerId="AD" clId="Web-{21DE54D2-85BC-E206-6286-0595254C0848}" dt="2025-03-16T11:22:25.930" v="1672" actId="20577"/>
        <pc:sldMkLst>
          <pc:docMk/>
          <pc:sldMk cId="1206480458" sldId="539"/>
        </pc:sldMkLst>
        <pc:spChg chg="mod">
          <ac:chgData name="Avinash Arun Chauhan" userId="S::avinash.chauhan@mahindrauniversity.edu.in::241b5f3e-36f4-4c61-9553-90e6a1c1b8a6" providerId="AD" clId="Web-{21DE54D2-85BC-E206-6286-0595254C0848}" dt="2025-03-16T11:22:25.930" v="1672" actId="20577"/>
          <ac:spMkLst>
            <pc:docMk/>
            <pc:sldMk cId="1206480458" sldId="539"/>
            <ac:spMk id="2" creationId="{98CD1B69-5875-0B4C-EA1C-FA733C769087}"/>
          </ac:spMkLst>
        </pc:spChg>
        <pc:spChg chg="mod">
          <ac:chgData name="Avinash Arun Chauhan" userId="S::avinash.chauhan@mahindrauniversity.edu.in::241b5f3e-36f4-4c61-9553-90e6a1c1b8a6" providerId="AD" clId="Web-{21DE54D2-85BC-E206-6286-0595254C0848}" dt="2025-03-16T11:22:00.882" v="1652" actId="20577"/>
          <ac:spMkLst>
            <pc:docMk/>
            <pc:sldMk cId="1206480458" sldId="539"/>
            <ac:spMk id="3" creationId="{2D33DCC8-B508-9381-4015-3B42777AD359}"/>
          </ac:spMkLst>
        </pc:spChg>
      </pc:sldChg>
      <pc:sldChg chg="addSp delSp modSp add replId">
        <pc:chgData name="Avinash Arun Chauhan" userId="S::avinash.chauhan@mahindrauniversity.edu.in::241b5f3e-36f4-4c61-9553-90e6a1c1b8a6" providerId="AD" clId="Web-{21DE54D2-85BC-E206-6286-0595254C0848}" dt="2025-03-16T11:47:32.255" v="3329" actId="1076"/>
        <pc:sldMkLst>
          <pc:docMk/>
          <pc:sldMk cId="4274453463" sldId="540"/>
        </pc:sldMkLst>
        <pc:spChg chg="mod">
          <ac:chgData name="Avinash Arun Chauhan" userId="S::avinash.chauhan@mahindrauniversity.edu.in::241b5f3e-36f4-4c61-9553-90e6a1c1b8a6" providerId="AD" clId="Web-{21DE54D2-85BC-E206-6286-0595254C0848}" dt="2025-03-16T11:47:32.255" v="3329" actId="1076"/>
          <ac:spMkLst>
            <pc:docMk/>
            <pc:sldMk cId="4274453463" sldId="540"/>
            <ac:spMk id="2" creationId="{3E74C8EA-ACA3-D12C-A4C1-ADC3636814F7}"/>
          </ac:spMkLst>
        </pc:spChg>
        <pc:spChg chg="del">
          <ac:chgData name="Avinash Arun Chauhan" userId="S::avinash.chauhan@mahindrauniversity.edu.in::241b5f3e-36f4-4c61-9553-90e6a1c1b8a6" providerId="AD" clId="Web-{21DE54D2-85BC-E206-6286-0595254C0848}" dt="2025-03-16T11:29:13.290" v="2236"/>
          <ac:spMkLst>
            <pc:docMk/>
            <pc:sldMk cId="4274453463" sldId="540"/>
            <ac:spMk id="3" creationId="{BDF5E184-FE66-5720-942A-808177FCF865}"/>
          </ac:spMkLst>
        </pc:spChg>
        <pc:spChg chg="add del mod">
          <ac:chgData name="Avinash Arun Chauhan" userId="S::avinash.chauhan@mahindrauniversity.edu.in::241b5f3e-36f4-4c61-9553-90e6a1c1b8a6" providerId="AD" clId="Web-{21DE54D2-85BC-E206-6286-0595254C0848}" dt="2025-03-16T11:29:16.602" v="2237"/>
          <ac:spMkLst>
            <pc:docMk/>
            <pc:sldMk cId="4274453463" sldId="540"/>
            <ac:spMk id="5" creationId="{8B7B30BB-4597-D7C4-DE00-24A764DEB051}"/>
          </ac:spMkLst>
        </pc:spChg>
        <pc:picChg chg="add mod">
          <ac:chgData name="Avinash Arun Chauhan" userId="S::avinash.chauhan@mahindrauniversity.edu.in::241b5f3e-36f4-4c61-9553-90e6a1c1b8a6" providerId="AD" clId="Web-{21DE54D2-85BC-E206-6286-0595254C0848}" dt="2025-03-16T11:47:27.083" v="3328" actId="1076"/>
          <ac:picMkLst>
            <pc:docMk/>
            <pc:sldMk cId="4274453463" sldId="540"/>
            <ac:picMk id="9" creationId="{B7A7084D-D640-5352-D454-295DECBFA826}"/>
          </ac:picMkLst>
        </pc:picChg>
      </pc:sldChg>
      <pc:sldChg chg="modSp add ord replId">
        <pc:chgData name="Avinash Arun Chauhan" userId="S::avinash.chauhan@mahindrauniversity.edu.in::241b5f3e-36f4-4c61-9553-90e6a1c1b8a6" providerId="AD" clId="Web-{21DE54D2-85BC-E206-6286-0595254C0848}" dt="2025-03-16T11:36:50.042" v="2721" actId="20577"/>
        <pc:sldMkLst>
          <pc:docMk/>
          <pc:sldMk cId="441690049" sldId="541"/>
        </pc:sldMkLst>
        <pc:spChg chg="mod">
          <ac:chgData name="Avinash Arun Chauhan" userId="S::avinash.chauhan@mahindrauniversity.edu.in::241b5f3e-36f4-4c61-9553-90e6a1c1b8a6" providerId="AD" clId="Web-{21DE54D2-85BC-E206-6286-0595254C0848}" dt="2025-03-16T11:36:50.042" v="2721" actId="20577"/>
          <ac:spMkLst>
            <pc:docMk/>
            <pc:sldMk cId="441690049" sldId="541"/>
            <ac:spMk id="3" creationId="{5707EB94-2010-8C34-206A-7ADF120CA162}"/>
          </ac:spMkLst>
        </pc:spChg>
      </pc:sldChg>
      <pc:sldChg chg="modSp add replId">
        <pc:chgData name="Avinash Arun Chauhan" userId="S::avinash.chauhan@mahindrauniversity.edu.in::241b5f3e-36f4-4c61-9553-90e6a1c1b8a6" providerId="AD" clId="Web-{21DE54D2-85BC-E206-6286-0595254C0848}" dt="2025-03-16T11:43:25.776" v="3247" actId="20577"/>
        <pc:sldMkLst>
          <pc:docMk/>
          <pc:sldMk cId="3619178225" sldId="542"/>
        </pc:sldMkLst>
        <pc:spChg chg="mod">
          <ac:chgData name="Avinash Arun Chauhan" userId="S::avinash.chauhan@mahindrauniversity.edu.in::241b5f3e-36f4-4c61-9553-90e6a1c1b8a6" providerId="AD" clId="Web-{21DE54D2-85BC-E206-6286-0595254C0848}" dt="2025-03-16T11:43:25.776" v="3247" actId="20577"/>
          <ac:spMkLst>
            <pc:docMk/>
            <pc:sldMk cId="3619178225" sldId="542"/>
            <ac:spMk id="3" creationId="{134D2F87-2A43-124D-4092-6E7AF9A64675}"/>
          </ac:spMkLst>
        </pc:spChg>
      </pc:sldChg>
      <pc:sldChg chg="modSp add replId">
        <pc:chgData name="Avinash Arun Chauhan" userId="S::avinash.chauhan@mahindrauniversity.edu.in::241b5f3e-36f4-4c61-9553-90e6a1c1b8a6" providerId="AD" clId="Web-{21DE54D2-85BC-E206-6286-0595254C0848}" dt="2025-03-16T11:44:19.388" v="3257" actId="20577"/>
        <pc:sldMkLst>
          <pc:docMk/>
          <pc:sldMk cId="1126217134" sldId="543"/>
        </pc:sldMkLst>
        <pc:spChg chg="mod">
          <ac:chgData name="Avinash Arun Chauhan" userId="S::avinash.chauhan@mahindrauniversity.edu.in::241b5f3e-36f4-4c61-9553-90e6a1c1b8a6" providerId="AD" clId="Web-{21DE54D2-85BC-E206-6286-0595254C0848}" dt="2025-03-16T11:44:19.388" v="3257" actId="20577"/>
          <ac:spMkLst>
            <pc:docMk/>
            <pc:sldMk cId="1126217134" sldId="543"/>
            <ac:spMk id="3" creationId="{5329D04E-D7ED-29D6-1223-D46F31BC357A}"/>
          </ac:spMkLst>
        </pc:spChg>
      </pc:sldChg>
    </pc:docChg>
  </pc:docChgLst>
  <pc:docChgLst>
    <pc:chgData name="Avinash Arun Chauhan" userId="S::avinash.chauhan@mahindrauniversity.edu.in::241b5f3e-36f4-4c61-9553-90e6a1c1b8a6" providerId="AD" clId="Web-{EBA24D9F-CDCD-CBD6-41DF-4F13FCC4EB50}"/>
    <pc:docChg chg="addSld delSld modSld sldOrd">
      <pc:chgData name="Avinash Arun Chauhan" userId="S::avinash.chauhan@mahindrauniversity.edu.in::241b5f3e-36f4-4c61-9553-90e6a1c1b8a6" providerId="AD" clId="Web-{EBA24D9F-CDCD-CBD6-41DF-4F13FCC4EB50}" dt="2025-03-03T07:50:55.628" v="1803" actId="20577"/>
      <pc:docMkLst>
        <pc:docMk/>
      </pc:docMkLst>
      <pc:sldChg chg="modSp">
        <pc:chgData name="Avinash Arun Chauhan" userId="S::avinash.chauhan@mahindrauniversity.edu.in::241b5f3e-36f4-4c61-9553-90e6a1c1b8a6" providerId="AD" clId="Web-{EBA24D9F-CDCD-CBD6-41DF-4F13FCC4EB50}" dt="2025-03-03T04:55:19.327" v="269" actId="20577"/>
        <pc:sldMkLst>
          <pc:docMk/>
          <pc:sldMk cId="3245650646" sldId="448"/>
        </pc:sldMkLst>
        <pc:spChg chg="mod">
          <ac:chgData name="Avinash Arun Chauhan" userId="S::avinash.chauhan@mahindrauniversity.edu.in::241b5f3e-36f4-4c61-9553-90e6a1c1b8a6" providerId="AD" clId="Web-{EBA24D9F-CDCD-CBD6-41DF-4F13FCC4EB50}" dt="2025-03-03T04:55:19.327" v="269" actId="20577"/>
          <ac:spMkLst>
            <pc:docMk/>
            <pc:sldMk cId="3245650646" sldId="448"/>
            <ac:spMk id="3" creationId="{AA5D3276-030C-B00D-CA3B-85DFB1127F1C}"/>
          </ac:spMkLst>
        </pc:spChg>
      </pc:sldChg>
      <pc:sldChg chg="modSp">
        <pc:chgData name="Avinash Arun Chauhan" userId="S::avinash.chauhan@mahindrauniversity.edu.in::241b5f3e-36f4-4c61-9553-90e6a1c1b8a6" providerId="AD" clId="Web-{EBA24D9F-CDCD-CBD6-41DF-4F13FCC4EB50}" dt="2025-03-03T07:42:00.315" v="1795" actId="20577"/>
        <pc:sldMkLst>
          <pc:docMk/>
          <pc:sldMk cId="1929007449" sldId="449"/>
        </pc:sldMkLst>
        <pc:spChg chg="mod">
          <ac:chgData name="Avinash Arun Chauhan" userId="S::avinash.chauhan@mahindrauniversity.edu.in::241b5f3e-36f4-4c61-9553-90e6a1c1b8a6" providerId="AD" clId="Web-{EBA24D9F-CDCD-CBD6-41DF-4F13FCC4EB50}" dt="2025-03-03T07:42:00.315" v="1795" actId="20577"/>
          <ac:spMkLst>
            <pc:docMk/>
            <pc:sldMk cId="1929007449" sldId="449"/>
            <ac:spMk id="3" creationId="{167220CA-E969-0C11-4B20-1B5E88FEAD25}"/>
          </ac:spMkLst>
        </pc:spChg>
      </pc:sldChg>
      <pc:sldChg chg="modSp">
        <pc:chgData name="Avinash Arun Chauhan" userId="S::avinash.chauhan@mahindrauniversity.edu.in::241b5f3e-36f4-4c61-9553-90e6a1c1b8a6" providerId="AD" clId="Web-{EBA24D9F-CDCD-CBD6-41DF-4F13FCC4EB50}" dt="2025-03-03T04:57:35.863" v="351" actId="20577"/>
        <pc:sldMkLst>
          <pc:docMk/>
          <pc:sldMk cId="1547259945" sldId="450"/>
        </pc:sldMkLst>
        <pc:spChg chg="mod">
          <ac:chgData name="Avinash Arun Chauhan" userId="S::avinash.chauhan@mahindrauniversity.edu.in::241b5f3e-36f4-4c61-9553-90e6a1c1b8a6" providerId="AD" clId="Web-{EBA24D9F-CDCD-CBD6-41DF-4F13FCC4EB50}" dt="2025-03-03T04:57:35.863" v="351" actId="20577"/>
          <ac:spMkLst>
            <pc:docMk/>
            <pc:sldMk cId="1547259945" sldId="450"/>
            <ac:spMk id="3" creationId="{35ED2F53-1304-99AB-504A-F87136F1B587}"/>
          </ac:spMkLst>
        </pc:spChg>
      </pc:sldChg>
      <pc:sldChg chg="modSp">
        <pc:chgData name="Avinash Arun Chauhan" userId="S::avinash.chauhan@mahindrauniversity.edu.in::241b5f3e-36f4-4c61-9553-90e6a1c1b8a6" providerId="AD" clId="Web-{EBA24D9F-CDCD-CBD6-41DF-4F13FCC4EB50}" dt="2025-03-03T05:07:14.082" v="422" actId="20577"/>
        <pc:sldMkLst>
          <pc:docMk/>
          <pc:sldMk cId="1257462275" sldId="451"/>
        </pc:sldMkLst>
        <pc:spChg chg="mod">
          <ac:chgData name="Avinash Arun Chauhan" userId="S::avinash.chauhan@mahindrauniversity.edu.in::241b5f3e-36f4-4c61-9553-90e6a1c1b8a6" providerId="AD" clId="Web-{EBA24D9F-CDCD-CBD6-41DF-4F13FCC4EB50}" dt="2025-03-03T05:07:14.082" v="422" actId="20577"/>
          <ac:spMkLst>
            <pc:docMk/>
            <pc:sldMk cId="1257462275" sldId="451"/>
            <ac:spMk id="3" creationId="{D723B647-E000-FF48-8207-2C1A0A765E54}"/>
          </ac:spMkLst>
        </pc:spChg>
      </pc:sldChg>
      <pc:sldChg chg="modSp">
        <pc:chgData name="Avinash Arun Chauhan" userId="S::avinash.chauhan@mahindrauniversity.edu.in::241b5f3e-36f4-4c61-9553-90e6a1c1b8a6" providerId="AD" clId="Web-{EBA24D9F-CDCD-CBD6-41DF-4F13FCC4EB50}" dt="2025-03-03T04:59:37.866" v="354" actId="20577"/>
        <pc:sldMkLst>
          <pc:docMk/>
          <pc:sldMk cId="3382390238" sldId="453"/>
        </pc:sldMkLst>
        <pc:spChg chg="mod">
          <ac:chgData name="Avinash Arun Chauhan" userId="S::avinash.chauhan@mahindrauniversity.edu.in::241b5f3e-36f4-4c61-9553-90e6a1c1b8a6" providerId="AD" clId="Web-{EBA24D9F-CDCD-CBD6-41DF-4F13FCC4EB50}" dt="2025-03-03T04:59:37.866" v="354" actId="20577"/>
          <ac:spMkLst>
            <pc:docMk/>
            <pc:sldMk cId="3382390238" sldId="453"/>
            <ac:spMk id="3" creationId="{1428BC14-AC9B-25B4-0748-A2B6FE9AD070}"/>
          </ac:spMkLst>
        </pc:spChg>
      </pc:sldChg>
      <pc:sldChg chg="modSp">
        <pc:chgData name="Avinash Arun Chauhan" userId="S::avinash.chauhan@mahindrauniversity.edu.in::241b5f3e-36f4-4c61-9553-90e6a1c1b8a6" providerId="AD" clId="Web-{EBA24D9F-CDCD-CBD6-41DF-4F13FCC4EB50}" dt="2025-03-03T04:59:51.335" v="356" actId="20577"/>
        <pc:sldMkLst>
          <pc:docMk/>
          <pc:sldMk cId="710131590" sldId="454"/>
        </pc:sldMkLst>
        <pc:spChg chg="mod">
          <ac:chgData name="Avinash Arun Chauhan" userId="S::avinash.chauhan@mahindrauniversity.edu.in::241b5f3e-36f4-4c61-9553-90e6a1c1b8a6" providerId="AD" clId="Web-{EBA24D9F-CDCD-CBD6-41DF-4F13FCC4EB50}" dt="2025-03-03T04:59:51.335" v="356" actId="20577"/>
          <ac:spMkLst>
            <pc:docMk/>
            <pc:sldMk cId="710131590" sldId="454"/>
            <ac:spMk id="3" creationId="{09B2303B-68AE-C740-B002-969DE684664D}"/>
          </ac:spMkLst>
        </pc:spChg>
      </pc:sldChg>
      <pc:sldChg chg="modSp">
        <pc:chgData name="Avinash Arun Chauhan" userId="S::avinash.chauhan@mahindrauniversity.edu.in::241b5f3e-36f4-4c61-9553-90e6a1c1b8a6" providerId="AD" clId="Web-{EBA24D9F-CDCD-CBD6-41DF-4F13FCC4EB50}" dt="2025-03-03T05:00:34.243" v="358" actId="20577"/>
        <pc:sldMkLst>
          <pc:docMk/>
          <pc:sldMk cId="695737555" sldId="458"/>
        </pc:sldMkLst>
        <pc:spChg chg="mod">
          <ac:chgData name="Avinash Arun Chauhan" userId="S::avinash.chauhan@mahindrauniversity.edu.in::241b5f3e-36f4-4c61-9553-90e6a1c1b8a6" providerId="AD" clId="Web-{EBA24D9F-CDCD-CBD6-41DF-4F13FCC4EB50}" dt="2025-03-03T05:00:34.243" v="358" actId="20577"/>
          <ac:spMkLst>
            <pc:docMk/>
            <pc:sldMk cId="695737555" sldId="458"/>
            <ac:spMk id="3" creationId="{89A86F13-EC69-FA7C-1D01-E0349F2CE034}"/>
          </ac:spMkLst>
        </pc:spChg>
      </pc:sldChg>
      <pc:sldChg chg="modSp">
        <pc:chgData name="Avinash Arun Chauhan" userId="S::avinash.chauhan@mahindrauniversity.edu.in::241b5f3e-36f4-4c61-9553-90e6a1c1b8a6" providerId="AD" clId="Web-{EBA24D9F-CDCD-CBD6-41DF-4F13FCC4EB50}" dt="2025-03-03T05:00:59.728" v="363" actId="20577"/>
        <pc:sldMkLst>
          <pc:docMk/>
          <pc:sldMk cId="3273740067" sldId="459"/>
        </pc:sldMkLst>
        <pc:spChg chg="mod">
          <ac:chgData name="Avinash Arun Chauhan" userId="S::avinash.chauhan@mahindrauniversity.edu.in::241b5f3e-36f4-4c61-9553-90e6a1c1b8a6" providerId="AD" clId="Web-{EBA24D9F-CDCD-CBD6-41DF-4F13FCC4EB50}" dt="2025-03-03T05:00:59.728" v="363" actId="20577"/>
          <ac:spMkLst>
            <pc:docMk/>
            <pc:sldMk cId="3273740067" sldId="459"/>
            <ac:spMk id="3" creationId="{7FC51406-65B3-68FE-6D70-43DA9674C8DF}"/>
          </ac:spMkLst>
        </pc:spChg>
      </pc:sldChg>
      <pc:sldChg chg="modSp">
        <pc:chgData name="Avinash Arun Chauhan" userId="S::avinash.chauhan@mahindrauniversity.edu.in::241b5f3e-36f4-4c61-9553-90e6a1c1b8a6" providerId="AD" clId="Web-{EBA24D9F-CDCD-CBD6-41DF-4F13FCC4EB50}" dt="2025-03-03T05:02:46.887" v="376" actId="20577"/>
        <pc:sldMkLst>
          <pc:docMk/>
          <pc:sldMk cId="3573909319" sldId="461"/>
        </pc:sldMkLst>
        <pc:spChg chg="mod">
          <ac:chgData name="Avinash Arun Chauhan" userId="S::avinash.chauhan@mahindrauniversity.edu.in::241b5f3e-36f4-4c61-9553-90e6a1c1b8a6" providerId="AD" clId="Web-{EBA24D9F-CDCD-CBD6-41DF-4F13FCC4EB50}" dt="2025-03-03T05:02:46.887" v="376" actId="20577"/>
          <ac:spMkLst>
            <pc:docMk/>
            <pc:sldMk cId="3573909319" sldId="461"/>
            <ac:spMk id="3" creationId="{127A5B15-E472-15EF-377E-89C7D795216F}"/>
          </ac:spMkLst>
        </pc:spChg>
      </pc:sldChg>
      <pc:sldChg chg="modSp">
        <pc:chgData name="Avinash Arun Chauhan" userId="S::avinash.chauhan@mahindrauniversity.edu.in::241b5f3e-36f4-4c61-9553-90e6a1c1b8a6" providerId="AD" clId="Web-{EBA24D9F-CDCD-CBD6-41DF-4F13FCC4EB50}" dt="2025-03-03T07:50:55.628" v="1803" actId="20577"/>
        <pc:sldMkLst>
          <pc:docMk/>
          <pc:sldMk cId="2194272374" sldId="464"/>
        </pc:sldMkLst>
        <pc:spChg chg="mod">
          <ac:chgData name="Avinash Arun Chauhan" userId="S::avinash.chauhan@mahindrauniversity.edu.in::241b5f3e-36f4-4c61-9553-90e6a1c1b8a6" providerId="AD" clId="Web-{EBA24D9F-CDCD-CBD6-41DF-4F13FCC4EB50}" dt="2025-03-03T07:50:55.628" v="1803" actId="20577"/>
          <ac:spMkLst>
            <pc:docMk/>
            <pc:sldMk cId="2194272374" sldId="464"/>
            <ac:spMk id="3" creationId="{0D7DA1F3-F5B3-90A6-9823-DB3E33B816BB}"/>
          </ac:spMkLst>
        </pc:spChg>
      </pc:sldChg>
      <pc:sldChg chg="modSp del">
        <pc:chgData name="Avinash Arun Chauhan" userId="S::avinash.chauhan@mahindrauniversity.edu.in::241b5f3e-36f4-4c61-9553-90e6a1c1b8a6" providerId="AD" clId="Web-{EBA24D9F-CDCD-CBD6-41DF-4F13FCC4EB50}" dt="2025-03-03T05:43:05.456" v="1020"/>
        <pc:sldMkLst>
          <pc:docMk/>
          <pc:sldMk cId="855053669" sldId="466"/>
        </pc:sldMkLst>
        <pc:spChg chg="mod">
          <ac:chgData name="Avinash Arun Chauhan" userId="S::avinash.chauhan@mahindrauniversity.edu.in::241b5f3e-36f4-4c61-9553-90e6a1c1b8a6" providerId="AD" clId="Web-{EBA24D9F-CDCD-CBD6-41DF-4F13FCC4EB50}" dt="2025-03-03T05:35:06.427" v="1012" actId="20577"/>
          <ac:spMkLst>
            <pc:docMk/>
            <pc:sldMk cId="855053669" sldId="466"/>
            <ac:spMk id="2" creationId="{EEFE2FE1-1406-C57F-4A30-1C8A563220BD}"/>
          </ac:spMkLst>
        </pc:spChg>
      </pc:sldChg>
      <pc:sldChg chg="modSp">
        <pc:chgData name="Avinash Arun Chauhan" userId="S::avinash.chauhan@mahindrauniversity.edu.in::241b5f3e-36f4-4c61-9553-90e6a1c1b8a6" providerId="AD" clId="Web-{EBA24D9F-CDCD-CBD6-41DF-4F13FCC4EB50}" dt="2025-03-03T05:43:57.348" v="1090" actId="20577"/>
        <pc:sldMkLst>
          <pc:docMk/>
          <pc:sldMk cId="661248127" sldId="467"/>
        </pc:sldMkLst>
        <pc:spChg chg="mod">
          <ac:chgData name="Avinash Arun Chauhan" userId="S::avinash.chauhan@mahindrauniversity.edu.in::241b5f3e-36f4-4c61-9553-90e6a1c1b8a6" providerId="AD" clId="Web-{EBA24D9F-CDCD-CBD6-41DF-4F13FCC4EB50}" dt="2025-03-03T05:43:57.348" v="1090" actId="20577"/>
          <ac:spMkLst>
            <pc:docMk/>
            <pc:sldMk cId="661248127" sldId="467"/>
            <ac:spMk id="2" creationId="{0E974464-01D7-17E3-4AE7-26EF2FF34CD4}"/>
          </ac:spMkLst>
        </pc:spChg>
        <pc:spChg chg="mod">
          <ac:chgData name="Avinash Arun Chauhan" userId="S::avinash.chauhan@mahindrauniversity.edu.in::241b5f3e-36f4-4c61-9553-90e6a1c1b8a6" providerId="AD" clId="Web-{EBA24D9F-CDCD-CBD6-41DF-4F13FCC4EB50}" dt="2025-03-03T05:43:50.832" v="1087" actId="20577"/>
          <ac:spMkLst>
            <pc:docMk/>
            <pc:sldMk cId="661248127" sldId="467"/>
            <ac:spMk id="3" creationId="{87F64AFB-12D2-CE32-8255-52C5E6C16B7D}"/>
          </ac:spMkLst>
        </pc:spChg>
      </pc:sldChg>
      <pc:sldChg chg="modSp">
        <pc:chgData name="Avinash Arun Chauhan" userId="S::avinash.chauhan@mahindrauniversity.edu.in::241b5f3e-36f4-4c61-9553-90e6a1c1b8a6" providerId="AD" clId="Web-{EBA24D9F-CDCD-CBD6-41DF-4F13FCC4EB50}" dt="2025-03-03T05:36:37.945" v="1019" actId="20577"/>
        <pc:sldMkLst>
          <pc:docMk/>
          <pc:sldMk cId="3230780544" sldId="469"/>
        </pc:sldMkLst>
        <pc:spChg chg="mod">
          <ac:chgData name="Avinash Arun Chauhan" userId="S::avinash.chauhan@mahindrauniversity.edu.in::241b5f3e-36f4-4c61-9553-90e6a1c1b8a6" providerId="AD" clId="Web-{EBA24D9F-CDCD-CBD6-41DF-4F13FCC4EB50}" dt="2025-03-03T05:36:37.945" v="1019" actId="20577"/>
          <ac:spMkLst>
            <pc:docMk/>
            <pc:sldMk cId="3230780544" sldId="469"/>
            <ac:spMk id="2" creationId="{61998922-ADAF-8179-3D83-16DE977A4B06}"/>
          </ac:spMkLst>
        </pc:spChg>
      </pc:sldChg>
      <pc:sldChg chg="modSp">
        <pc:chgData name="Avinash Arun Chauhan" userId="S::avinash.chauhan@mahindrauniversity.edu.in::241b5f3e-36f4-4c61-9553-90e6a1c1b8a6" providerId="AD" clId="Web-{EBA24D9F-CDCD-CBD6-41DF-4F13FCC4EB50}" dt="2025-03-03T05:46:06.977" v="1185" actId="20577"/>
        <pc:sldMkLst>
          <pc:docMk/>
          <pc:sldMk cId="741423929" sldId="470"/>
        </pc:sldMkLst>
        <pc:spChg chg="mod">
          <ac:chgData name="Avinash Arun Chauhan" userId="S::avinash.chauhan@mahindrauniversity.edu.in::241b5f3e-36f4-4c61-9553-90e6a1c1b8a6" providerId="AD" clId="Web-{EBA24D9F-CDCD-CBD6-41DF-4F13FCC4EB50}" dt="2025-03-03T05:46:06.977" v="1185" actId="20577"/>
          <ac:spMkLst>
            <pc:docMk/>
            <pc:sldMk cId="741423929" sldId="470"/>
            <ac:spMk id="3" creationId="{F15CBDE3-FFFF-DCD2-B356-7F49A2DD8D2D}"/>
          </ac:spMkLst>
        </pc:spChg>
      </pc:sldChg>
      <pc:sldChg chg="modSp">
        <pc:chgData name="Avinash Arun Chauhan" userId="S::avinash.chauhan@mahindrauniversity.edu.in::241b5f3e-36f4-4c61-9553-90e6a1c1b8a6" providerId="AD" clId="Web-{EBA24D9F-CDCD-CBD6-41DF-4F13FCC4EB50}" dt="2025-03-03T05:55:45.696" v="1281" actId="20577"/>
        <pc:sldMkLst>
          <pc:docMk/>
          <pc:sldMk cId="4153259254" sldId="476"/>
        </pc:sldMkLst>
        <pc:spChg chg="mod">
          <ac:chgData name="Avinash Arun Chauhan" userId="S::avinash.chauhan@mahindrauniversity.edu.in::241b5f3e-36f4-4c61-9553-90e6a1c1b8a6" providerId="AD" clId="Web-{EBA24D9F-CDCD-CBD6-41DF-4F13FCC4EB50}" dt="2025-03-03T05:55:45.696" v="1281" actId="20577"/>
          <ac:spMkLst>
            <pc:docMk/>
            <pc:sldMk cId="4153259254" sldId="476"/>
            <ac:spMk id="3" creationId="{A4EBA04A-5FAB-3C85-BEBB-7175D74CD3B9}"/>
          </ac:spMkLst>
        </pc:spChg>
      </pc:sldChg>
      <pc:sldChg chg="modSp">
        <pc:chgData name="Avinash Arun Chauhan" userId="S::avinash.chauhan@mahindrauniversity.edu.in::241b5f3e-36f4-4c61-9553-90e6a1c1b8a6" providerId="AD" clId="Web-{EBA24D9F-CDCD-CBD6-41DF-4F13FCC4EB50}" dt="2025-03-03T05:50:47.594" v="1274" actId="20577"/>
        <pc:sldMkLst>
          <pc:docMk/>
          <pc:sldMk cId="3410386749" sldId="479"/>
        </pc:sldMkLst>
        <pc:spChg chg="mod">
          <ac:chgData name="Avinash Arun Chauhan" userId="S::avinash.chauhan@mahindrauniversity.edu.in::241b5f3e-36f4-4c61-9553-90e6a1c1b8a6" providerId="AD" clId="Web-{EBA24D9F-CDCD-CBD6-41DF-4F13FCC4EB50}" dt="2025-03-03T05:50:47.594" v="1274" actId="20577"/>
          <ac:spMkLst>
            <pc:docMk/>
            <pc:sldMk cId="3410386749" sldId="479"/>
            <ac:spMk id="2" creationId="{9DEE656C-39FE-B4EB-07FA-C953342682DC}"/>
          </ac:spMkLst>
        </pc:spChg>
      </pc:sldChg>
      <pc:sldChg chg="modSp">
        <pc:chgData name="Avinash Arun Chauhan" userId="S::avinash.chauhan@mahindrauniversity.edu.in::241b5f3e-36f4-4c61-9553-90e6a1c1b8a6" providerId="AD" clId="Web-{EBA24D9F-CDCD-CBD6-41DF-4F13FCC4EB50}" dt="2025-03-03T05:50:52.438" v="1275" actId="20577"/>
        <pc:sldMkLst>
          <pc:docMk/>
          <pc:sldMk cId="214929715" sldId="480"/>
        </pc:sldMkLst>
        <pc:spChg chg="mod">
          <ac:chgData name="Avinash Arun Chauhan" userId="S::avinash.chauhan@mahindrauniversity.edu.in::241b5f3e-36f4-4c61-9553-90e6a1c1b8a6" providerId="AD" clId="Web-{EBA24D9F-CDCD-CBD6-41DF-4F13FCC4EB50}" dt="2025-03-03T05:50:52.438" v="1275" actId="20577"/>
          <ac:spMkLst>
            <pc:docMk/>
            <pc:sldMk cId="214929715" sldId="480"/>
            <ac:spMk id="2" creationId="{407F7261-2D05-A2F3-4888-B31645F52D95}"/>
          </ac:spMkLst>
        </pc:spChg>
      </pc:sldChg>
      <pc:sldChg chg="modSp">
        <pc:chgData name="Avinash Arun Chauhan" userId="S::avinash.chauhan@mahindrauniversity.edu.in::241b5f3e-36f4-4c61-9553-90e6a1c1b8a6" providerId="AD" clId="Web-{EBA24D9F-CDCD-CBD6-41DF-4F13FCC4EB50}" dt="2025-03-03T06:18:23.031" v="1449" actId="20577"/>
        <pc:sldMkLst>
          <pc:docMk/>
          <pc:sldMk cId="1601459820" sldId="481"/>
        </pc:sldMkLst>
        <pc:spChg chg="mod">
          <ac:chgData name="Avinash Arun Chauhan" userId="S::avinash.chauhan@mahindrauniversity.edu.in::241b5f3e-36f4-4c61-9553-90e6a1c1b8a6" providerId="AD" clId="Web-{EBA24D9F-CDCD-CBD6-41DF-4F13FCC4EB50}" dt="2025-03-03T05:55:50.993" v="1284" actId="20577"/>
          <ac:spMkLst>
            <pc:docMk/>
            <pc:sldMk cId="1601459820" sldId="481"/>
            <ac:spMk id="2" creationId="{2E562D1C-246E-BE14-1C84-4FF1B16103FA}"/>
          </ac:spMkLst>
        </pc:spChg>
        <pc:spChg chg="mod">
          <ac:chgData name="Avinash Arun Chauhan" userId="S::avinash.chauhan@mahindrauniversity.edu.in::241b5f3e-36f4-4c61-9553-90e6a1c1b8a6" providerId="AD" clId="Web-{EBA24D9F-CDCD-CBD6-41DF-4F13FCC4EB50}" dt="2025-03-03T06:18:23.031" v="1449" actId="20577"/>
          <ac:spMkLst>
            <pc:docMk/>
            <pc:sldMk cId="1601459820" sldId="481"/>
            <ac:spMk id="3" creationId="{6C02F89E-AF0B-46B7-52A7-C5F4FBF6CD2C}"/>
          </ac:spMkLst>
        </pc:spChg>
      </pc:sldChg>
      <pc:sldChg chg="modSp add replId">
        <pc:chgData name="Avinash Arun Chauhan" userId="S::avinash.chauhan@mahindrauniversity.edu.in::241b5f3e-36f4-4c61-9553-90e6a1c1b8a6" providerId="AD" clId="Web-{EBA24D9F-CDCD-CBD6-41DF-4F13FCC4EB50}" dt="2025-03-03T07:42:28.534" v="1800" actId="20577"/>
        <pc:sldMkLst>
          <pc:docMk/>
          <pc:sldMk cId="1554059342" sldId="484"/>
        </pc:sldMkLst>
        <pc:spChg chg="mod">
          <ac:chgData name="Avinash Arun Chauhan" userId="S::avinash.chauhan@mahindrauniversity.edu.in::241b5f3e-36f4-4c61-9553-90e6a1c1b8a6" providerId="AD" clId="Web-{EBA24D9F-CDCD-CBD6-41DF-4F13FCC4EB50}" dt="2025-03-03T07:42:28.534" v="1800" actId="20577"/>
          <ac:spMkLst>
            <pc:docMk/>
            <pc:sldMk cId="1554059342" sldId="484"/>
            <ac:spMk id="2" creationId="{2A8AAA4E-5EAD-E94F-71FF-65074198C743}"/>
          </ac:spMkLst>
        </pc:spChg>
        <pc:spChg chg="mod">
          <ac:chgData name="Avinash Arun Chauhan" userId="S::avinash.chauhan@mahindrauniversity.edu.in::241b5f3e-36f4-4c61-9553-90e6a1c1b8a6" providerId="AD" clId="Web-{EBA24D9F-CDCD-CBD6-41DF-4F13FCC4EB50}" dt="2025-03-03T04:45:13.248" v="52" actId="20577"/>
          <ac:spMkLst>
            <pc:docMk/>
            <pc:sldMk cId="1554059342" sldId="484"/>
            <ac:spMk id="3" creationId="{64E90AAB-6A22-B4A4-A437-D94BB399C404}"/>
          </ac:spMkLst>
        </pc:spChg>
      </pc:sldChg>
      <pc:sldChg chg="modSp add replId">
        <pc:chgData name="Avinash Arun Chauhan" userId="S::avinash.chauhan@mahindrauniversity.edu.in::241b5f3e-36f4-4c61-9553-90e6a1c1b8a6" providerId="AD" clId="Web-{EBA24D9F-CDCD-CBD6-41DF-4F13FCC4EB50}" dt="2025-03-03T04:52:44.901" v="211" actId="20577"/>
        <pc:sldMkLst>
          <pc:docMk/>
          <pc:sldMk cId="2260623868" sldId="485"/>
        </pc:sldMkLst>
        <pc:spChg chg="mod">
          <ac:chgData name="Avinash Arun Chauhan" userId="S::avinash.chauhan@mahindrauniversity.edu.in::241b5f3e-36f4-4c61-9553-90e6a1c1b8a6" providerId="AD" clId="Web-{EBA24D9F-CDCD-CBD6-41DF-4F13FCC4EB50}" dt="2025-03-03T04:46:24.968" v="64" actId="20577"/>
          <ac:spMkLst>
            <pc:docMk/>
            <pc:sldMk cId="2260623868" sldId="485"/>
            <ac:spMk id="2" creationId="{022C0EA1-2BED-5278-761A-983E9CAEC245}"/>
          </ac:spMkLst>
        </pc:spChg>
        <pc:spChg chg="mod">
          <ac:chgData name="Avinash Arun Chauhan" userId="S::avinash.chauhan@mahindrauniversity.edu.in::241b5f3e-36f4-4c61-9553-90e6a1c1b8a6" providerId="AD" clId="Web-{EBA24D9F-CDCD-CBD6-41DF-4F13FCC4EB50}" dt="2025-03-03T04:52:44.901" v="211" actId="20577"/>
          <ac:spMkLst>
            <pc:docMk/>
            <pc:sldMk cId="2260623868" sldId="485"/>
            <ac:spMk id="3" creationId="{7E72C7A4-DE55-E64D-BC1A-F4B87C408258}"/>
          </ac:spMkLst>
        </pc:spChg>
      </pc:sldChg>
      <pc:sldChg chg="modSp add replId">
        <pc:chgData name="Avinash Arun Chauhan" userId="S::avinash.chauhan@mahindrauniversity.edu.in::241b5f3e-36f4-4c61-9553-90e6a1c1b8a6" providerId="AD" clId="Web-{EBA24D9F-CDCD-CBD6-41DF-4F13FCC4EB50}" dt="2025-03-03T04:54:19.482" v="266" actId="20577"/>
        <pc:sldMkLst>
          <pc:docMk/>
          <pc:sldMk cId="2448879130" sldId="486"/>
        </pc:sldMkLst>
        <pc:spChg chg="mod">
          <ac:chgData name="Avinash Arun Chauhan" userId="S::avinash.chauhan@mahindrauniversity.edu.in::241b5f3e-36f4-4c61-9553-90e6a1c1b8a6" providerId="AD" clId="Web-{EBA24D9F-CDCD-CBD6-41DF-4F13FCC4EB50}" dt="2025-03-03T04:54:19.482" v="266" actId="20577"/>
          <ac:spMkLst>
            <pc:docMk/>
            <pc:sldMk cId="2448879130" sldId="486"/>
            <ac:spMk id="3" creationId="{33BF4E44-2FFF-2789-59E8-0AACE90A188A}"/>
          </ac:spMkLst>
        </pc:spChg>
      </pc:sldChg>
      <pc:sldChg chg="addSp delSp modSp add replId">
        <pc:chgData name="Avinash Arun Chauhan" userId="S::avinash.chauhan@mahindrauniversity.edu.in::241b5f3e-36f4-4c61-9553-90e6a1c1b8a6" providerId="AD" clId="Web-{EBA24D9F-CDCD-CBD6-41DF-4F13FCC4EB50}" dt="2025-03-03T05:15:11.768" v="792" actId="20577"/>
        <pc:sldMkLst>
          <pc:docMk/>
          <pc:sldMk cId="2853831445" sldId="487"/>
        </pc:sldMkLst>
        <pc:spChg chg="mod">
          <ac:chgData name="Avinash Arun Chauhan" userId="S::avinash.chauhan@mahindrauniversity.edu.in::241b5f3e-36f4-4c61-9553-90e6a1c1b8a6" providerId="AD" clId="Web-{EBA24D9F-CDCD-CBD6-41DF-4F13FCC4EB50}" dt="2025-03-03T05:15:11.768" v="792" actId="20577"/>
          <ac:spMkLst>
            <pc:docMk/>
            <pc:sldMk cId="2853831445" sldId="487"/>
            <ac:spMk id="2" creationId="{835BC812-1020-27E2-38A5-CC2637A0C2FC}"/>
          </ac:spMkLst>
        </pc:spChg>
        <pc:spChg chg="del mod">
          <ac:chgData name="Avinash Arun Chauhan" userId="S::avinash.chauhan@mahindrauniversity.edu.in::241b5f3e-36f4-4c61-9553-90e6a1c1b8a6" providerId="AD" clId="Web-{EBA24D9F-CDCD-CBD6-41DF-4F13FCC4EB50}" dt="2025-03-03T05:06:01.002" v="380"/>
          <ac:spMkLst>
            <pc:docMk/>
            <pc:sldMk cId="2853831445" sldId="487"/>
            <ac:spMk id="3" creationId="{2F45F4B2-1BDB-1CF0-7B51-18252A2FF3C2}"/>
          </ac:spMkLst>
        </pc:spChg>
        <pc:spChg chg="add mod">
          <ac:chgData name="Avinash Arun Chauhan" userId="S::avinash.chauhan@mahindrauniversity.edu.in::241b5f3e-36f4-4c61-9553-90e6a1c1b8a6" providerId="AD" clId="Web-{EBA24D9F-CDCD-CBD6-41DF-4F13FCC4EB50}" dt="2025-03-03T05:09:00.632" v="523" actId="20577"/>
          <ac:spMkLst>
            <pc:docMk/>
            <pc:sldMk cId="2853831445" sldId="487"/>
            <ac:spMk id="4" creationId="{19EBD78E-1548-1B4B-B4D0-9415255E0983}"/>
          </ac:spMkLst>
        </pc:spChg>
        <pc:spChg chg="add mod">
          <ac:chgData name="Avinash Arun Chauhan" userId="S::avinash.chauhan@mahindrauniversity.edu.in::241b5f3e-36f4-4c61-9553-90e6a1c1b8a6" providerId="AD" clId="Web-{EBA24D9F-CDCD-CBD6-41DF-4F13FCC4EB50}" dt="2025-03-03T05:12:19.732" v="635" actId="1076"/>
          <ac:spMkLst>
            <pc:docMk/>
            <pc:sldMk cId="2853831445" sldId="487"/>
            <ac:spMk id="5" creationId="{069370F4-1BDA-0241-73D8-FDF8D95BCEF0}"/>
          </ac:spMkLst>
        </pc:spChg>
        <pc:spChg chg="add mod">
          <ac:chgData name="Avinash Arun Chauhan" userId="S::avinash.chauhan@mahindrauniversity.edu.in::241b5f3e-36f4-4c61-9553-90e6a1c1b8a6" providerId="AD" clId="Web-{EBA24D9F-CDCD-CBD6-41DF-4F13FCC4EB50}" dt="2025-03-03T05:12:11.263" v="634" actId="20577"/>
          <ac:spMkLst>
            <pc:docMk/>
            <pc:sldMk cId="2853831445" sldId="487"/>
            <ac:spMk id="9" creationId="{60BF97BA-445C-C439-A560-B6A18A0BEAF8}"/>
          </ac:spMkLst>
        </pc:spChg>
        <pc:spChg chg="add mod">
          <ac:chgData name="Avinash Arun Chauhan" userId="S::avinash.chauhan@mahindrauniversity.edu.in::241b5f3e-36f4-4c61-9553-90e6a1c1b8a6" providerId="AD" clId="Web-{EBA24D9F-CDCD-CBD6-41DF-4F13FCC4EB50}" dt="2025-03-03T05:15:03.768" v="790" actId="20577"/>
          <ac:spMkLst>
            <pc:docMk/>
            <pc:sldMk cId="2853831445" sldId="487"/>
            <ac:spMk id="10" creationId="{AF5D9704-D495-ACE5-2A8A-D2A536ADE7BA}"/>
          </ac:spMkLst>
        </pc:spChg>
      </pc:sldChg>
      <pc:sldChg chg="modSp add replId">
        <pc:chgData name="Avinash Arun Chauhan" userId="S::avinash.chauhan@mahindrauniversity.edu.in::241b5f3e-36f4-4c61-9553-90e6a1c1b8a6" providerId="AD" clId="Web-{EBA24D9F-CDCD-CBD6-41DF-4F13FCC4EB50}" dt="2025-03-03T05:31:51.359" v="853" actId="20577"/>
        <pc:sldMkLst>
          <pc:docMk/>
          <pc:sldMk cId="1797309917" sldId="488"/>
        </pc:sldMkLst>
        <pc:spChg chg="mod">
          <ac:chgData name="Avinash Arun Chauhan" userId="S::avinash.chauhan@mahindrauniversity.edu.in::241b5f3e-36f4-4c61-9553-90e6a1c1b8a6" providerId="AD" clId="Web-{EBA24D9F-CDCD-CBD6-41DF-4F13FCC4EB50}" dt="2025-03-03T05:29:37.262" v="811" actId="20577"/>
          <ac:spMkLst>
            <pc:docMk/>
            <pc:sldMk cId="1797309917" sldId="488"/>
            <ac:spMk id="2" creationId="{5CB9500B-7E98-6DFE-1D2F-A89DE8DAB1BC}"/>
          </ac:spMkLst>
        </pc:spChg>
        <pc:spChg chg="mod">
          <ac:chgData name="Avinash Arun Chauhan" userId="S::avinash.chauhan@mahindrauniversity.edu.in::241b5f3e-36f4-4c61-9553-90e6a1c1b8a6" providerId="AD" clId="Web-{EBA24D9F-CDCD-CBD6-41DF-4F13FCC4EB50}" dt="2025-03-03T05:31:51.359" v="853" actId="20577"/>
          <ac:spMkLst>
            <pc:docMk/>
            <pc:sldMk cId="1797309917" sldId="488"/>
            <ac:spMk id="3" creationId="{D292A6DE-3CE6-3178-E2C4-EC70EB74E655}"/>
          </ac:spMkLst>
        </pc:spChg>
      </pc:sldChg>
      <pc:sldChg chg="modSp add ord replId">
        <pc:chgData name="Avinash Arun Chauhan" userId="S::avinash.chauhan@mahindrauniversity.edu.in::241b5f3e-36f4-4c61-9553-90e6a1c1b8a6" providerId="AD" clId="Web-{EBA24D9F-CDCD-CBD6-41DF-4F13FCC4EB50}" dt="2025-03-03T05:34:34.223" v="999" actId="20577"/>
        <pc:sldMkLst>
          <pc:docMk/>
          <pc:sldMk cId="3811111185" sldId="489"/>
        </pc:sldMkLst>
        <pc:spChg chg="mod">
          <ac:chgData name="Avinash Arun Chauhan" userId="S::avinash.chauhan@mahindrauniversity.edu.in::241b5f3e-36f4-4c61-9553-90e6a1c1b8a6" providerId="AD" clId="Web-{EBA24D9F-CDCD-CBD6-41DF-4F13FCC4EB50}" dt="2025-03-03T05:34:34.223" v="999" actId="20577"/>
          <ac:spMkLst>
            <pc:docMk/>
            <pc:sldMk cId="3811111185" sldId="489"/>
            <ac:spMk id="3" creationId="{A965E702-4D25-90FE-0D27-E55DF436744A}"/>
          </ac:spMkLst>
        </pc:spChg>
      </pc:sldChg>
      <pc:sldChg chg="modSp add ord replId">
        <pc:chgData name="Avinash Arun Chauhan" userId="S::avinash.chauhan@mahindrauniversity.edu.in::241b5f3e-36f4-4c61-9553-90e6a1c1b8a6" providerId="AD" clId="Web-{EBA24D9F-CDCD-CBD6-41DF-4F13FCC4EB50}" dt="2025-03-03T05:45:21.507" v="1172" actId="20577"/>
        <pc:sldMkLst>
          <pc:docMk/>
          <pc:sldMk cId="3241686281" sldId="490"/>
        </pc:sldMkLst>
        <pc:spChg chg="mod">
          <ac:chgData name="Avinash Arun Chauhan" userId="S::avinash.chauhan@mahindrauniversity.edu.in::241b5f3e-36f4-4c61-9553-90e6a1c1b8a6" providerId="AD" clId="Web-{EBA24D9F-CDCD-CBD6-41DF-4F13FCC4EB50}" dt="2025-03-03T05:44:18.255" v="1100" actId="20577"/>
          <ac:spMkLst>
            <pc:docMk/>
            <pc:sldMk cId="3241686281" sldId="490"/>
            <ac:spMk id="2" creationId="{E08A769B-43E6-712C-003E-6D8E71A8506A}"/>
          </ac:spMkLst>
        </pc:spChg>
        <pc:spChg chg="mod">
          <ac:chgData name="Avinash Arun Chauhan" userId="S::avinash.chauhan@mahindrauniversity.edu.in::241b5f3e-36f4-4c61-9553-90e6a1c1b8a6" providerId="AD" clId="Web-{EBA24D9F-CDCD-CBD6-41DF-4F13FCC4EB50}" dt="2025-03-03T05:45:21.507" v="1172" actId="20577"/>
          <ac:spMkLst>
            <pc:docMk/>
            <pc:sldMk cId="3241686281" sldId="490"/>
            <ac:spMk id="3" creationId="{852FB649-6BF5-FB20-1246-5DB120B396CD}"/>
          </ac:spMkLst>
        </pc:spChg>
      </pc:sldChg>
      <pc:sldChg chg="modSp add replId">
        <pc:chgData name="Avinash Arun Chauhan" userId="S::avinash.chauhan@mahindrauniversity.edu.in::241b5f3e-36f4-4c61-9553-90e6a1c1b8a6" providerId="AD" clId="Web-{EBA24D9F-CDCD-CBD6-41DF-4F13FCC4EB50}" dt="2025-03-03T05:50:14.421" v="1273" actId="20577"/>
        <pc:sldMkLst>
          <pc:docMk/>
          <pc:sldMk cId="1595328450" sldId="491"/>
        </pc:sldMkLst>
        <pc:spChg chg="mod">
          <ac:chgData name="Avinash Arun Chauhan" userId="S::avinash.chauhan@mahindrauniversity.edu.in::241b5f3e-36f4-4c61-9553-90e6a1c1b8a6" providerId="AD" clId="Web-{EBA24D9F-CDCD-CBD6-41DF-4F13FCC4EB50}" dt="2025-03-03T05:48:13.371" v="1189" actId="20577"/>
          <ac:spMkLst>
            <pc:docMk/>
            <pc:sldMk cId="1595328450" sldId="491"/>
            <ac:spMk id="2" creationId="{1E717463-49CE-E56B-BB99-6485786A9EF8}"/>
          </ac:spMkLst>
        </pc:spChg>
        <pc:spChg chg="mod">
          <ac:chgData name="Avinash Arun Chauhan" userId="S::avinash.chauhan@mahindrauniversity.edu.in::241b5f3e-36f4-4c61-9553-90e6a1c1b8a6" providerId="AD" clId="Web-{EBA24D9F-CDCD-CBD6-41DF-4F13FCC4EB50}" dt="2025-03-03T05:50:14.421" v="1273" actId="20577"/>
          <ac:spMkLst>
            <pc:docMk/>
            <pc:sldMk cId="1595328450" sldId="491"/>
            <ac:spMk id="3" creationId="{8E631F88-E0C8-A9B0-4D94-35FEA3EB3D04}"/>
          </ac:spMkLst>
        </pc:spChg>
      </pc:sldChg>
      <pc:sldChg chg="modSp add replId">
        <pc:chgData name="Avinash Arun Chauhan" userId="S::avinash.chauhan@mahindrauniversity.edu.in::241b5f3e-36f4-4c61-9553-90e6a1c1b8a6" providerId="AD" clId="Web-{EBA24D9F-CDCD-CBD6-41DF-4F13FCC4EB50}" dt="2025-03-03T06:06:27.293" v="1403" actId="20577"/>
        <pc:sldMkLst>
          <pc:docMk/>
          <pc:sldMk cId="3296502734" sldId="492"/>
        </pc:sldMkLst>
        <pc:spChg chg="mod">
          <ac:chgData name="Avinash Arun Chauhan" userId="S::avinash.chauhan@mahindrauniversity.edu.in::241b5f3e-36f4-4c61-9553-90e6a1c1b8a6" providerId="AD" clId="Web-{EBA24D9F-CDCD-CBD6-41DF-4F13FCC4EB50}" dt="2025-03-03T06:05:52.135" v="1385" actId="20577"/>
          <ac:spMkLst>
            <pc:docMk/>
            <pc:sldMk cId="3296502734" sldId="492"/>
            <ac:spMk id="2" creationId="{5C209A39-9AA4-9BC0-54FE-91720F26B2F9}"/>
          </ac:spMkLst>
        </pc:spChg>
        <pc:spChg chg="mod">
          <ac:chgData name="Avinash Arun Chauhan" userId="S::avinash.chauhan@mahindrauniversity.edu.in::241b5f3e-36f4-4c61-9553-90e6a1c1b8a6" providerId="AD" clId="Web-{EBA24D9F-CDCD-CBD6-41DF-4F13FCC4EB50}" dt="2025-03-03T06:06:27.293" v="1403" actId="20577"/>
          <ac:spMkLst>
            <pc:docMk/>
            <pc:sldMk cId="3296502734" sldId="492"/>
            <ac:spMk id="3" creationId="{B8EC958A-0A25-3A49-6AC5-5FF825D0E7D5}"/>
          </ac:spMkLst>
        </pc:spChg>
      </pc:sldChg>
      <pc:sldChg chg="add ord replId">
        <pc:chgData name="Avinash Arun Chauhan" userId="S::avinash.chauhan@mahindrauniversity.edu.in::241b5f3e-36f4-4c61-9553-90e6a1c1b8a6" providerId="AD" clId="Web-{EBA24D9F-CDCD-CBD6-41DF-4F13FCC4EB50}" dt="2025-03-03T06:06:58.497" v="1404"/>
        <pc:sldMkLst>
          <pc:docMk/>
          <pc:sldMk cId="3193196148" sldId="493"/>
        </pc:sldMkLst>
      </pc:sldChg>
      <pc:sldChg chg="modSp add replId">
        <pc:chgData name="Avinash Arun Chauhan" userId="S::avinash.chauhan@mahindrauniversity.edu.in::241b5f3e-36f4-4c61-9553-90e6a1c1b8a6" providerId="AD" clId="Web-{EBA24D9F-CDCD-CBD6-41DF-4F13FCC4EB50}" dt="2025-03-03T06:18:46.360" v="1463" actId="20577"/>
        <pc:sldMkLst>
          <pc:docMk/>
          <pc:sldMk cId="1216913954" sldId="494"/>
        </pc:sldMkLst>
        <pc:spChg chg="mod">
          <ac:chgData name="Avinash Arun Chauhan" userId="S::avinash.chauhan@mahindrauniversity.edu.in::241b5f3e-36f4-4c61-9553-90e6a1c1b8a6" providerId="AD" clId="Web-{EBA24D9F-CDCD-CBD6-41DF-4F13FCC4EB50}" dt="2025-03-03T06:18:46.360" v="1463" actId="20577"/>
          <ac:spMkLst>
            <pc:docMk/>
            <pc:sldMk cId="1216913954" sldId="494"/>
            <ac:spMk id="3" creationId="{CBD7EC55-E3FE-AC8A-B8AD-8424FBAF0CA2}"/>
          </ac:spMkLst>
        </pc:spChg>
      </pc:sldChg>
      <pc:sldChg chg="modSp add replId">
        <pc:chgData name="Avinash Arun Chauhan" userId="S::avinash.chauhan@mahindrauniversity.edu.in::241b5f3e-36f4-4c61-9553-90e6a1c1b8a6" providerId="AD" clId="Web-{EBA24D9F-CDCD-CBD6-41DF-4F13FCC4EB50}" dt="2025-03-03T06:20:47.973" v="1505" actId="20577"/>
        <pc:sldMkLst>
          <pc:docMk/>
          <pc:sldMk cId="17115714" sldId="495"/>
        </pc:sldMkLst>
        <pc:spChg chg="mod">
          <ac:chgData name="Avinash Arun Chauhan" userId="S::avinash.chauhan@mahindrauniversity.edu.in::241b5f3e-36f4-4c61-9553-90e6a1c1b8a6" providerId="AD" clId="Web-{EBA24D9F-CDCD-CBD6-41DF-4F13FCC4EB50}" dt="2025-03-03T06:19:27.221" v="1469" actId="20577"/>
          <ac:spMkLst>
            <pc:docMk/>
            <pc:sldMk cId="17115714" sldId="495"/>
            <ac:spMk id="2" creationId="{60EE3BD9-A602-B008-3675-53B37CC2FF8A}"/>
          </ac:spMkLst>
        </pc:spChg>
        <pc:spChg chg="mod">
          <ac:chgData name="Avinash Arun Chauhan" userId="S::avinash.chauhan@mahindrauniversity.edu.in::241b5f3e-36f4-4c61-9553-90e6a1c1b8a6" providerId="AD" clId="Web-{EBA24D9F-CDCD-CBD6-41DF-4F13FCC4EB50}" dt="2025-03-03T06:20:47.973" v="1505" actId="20577"/>
          <ac:spMkLst>
            <pc:docMk/>
            <pc:sldMk cId="17115714" sldId="495"/>
            <ac:spMk id="3" creationId="{E36BACC8-17F6-260A-FB79-053A14640DD0}"/>
          </ac:spMkLst>
        </pc:spChg>
      </pc:sldChg>
      <pc:sldChg chg="modSp add replId">
        <pc:chgData name="Avinash Arun Chauhan" userId="S::avinash.chauhan@mahindrauniversity.edu.in::241b5f3e-36f4-4c61-9553-90e6a1c1b8a6" providerId="AD" clId="Web-{EBA24D9F-CDCD-CBD6-41DF-4F13FCC4EB50}" dt="2025-03-03T06:24:45.214" v="1727" actId="20577"/>
        <pc:sldMkLst>
          <pc:docMk/>
          <pc:sldMk cId="2740781287" sldId="496"/>
        </pc:sldMkLst>
        <pc:spChg chg="mod">
          <ac:chgData name="Avinash Arun Chauhan" userId="S::avinash.chauhan@mahindrauniversity.edu.in::241b5f3e-36f4-4c61-9553-90e6a1c1b8a6" providerId="AD" clId="Web-{EBA24D9F-CDCD-CBD6-41DF-4F13FCC4EB50}" dt="2025-03-03T06:20:55.301" v="1527" actId="20577"/>
          <ac:spMkLst>
            <pc:docMk/>
            <pc:sldMk cId="2740781287" sldId="496"/>
            <ac:spMk id="2" creationId="{942128D9-60DF-68C7-0515-4571D25D9AC6}"/>
          </ac:spMkLst>
        </pc:spChg>
        <pc:spChg chg="mod">
          <ac:chgData name="Avinash Arun Chauhan" userId="S::avinash.chauhan@mahindrauniversity.edu.in::241b5f3e-36f4-4c61-9553-90e6a1c1b8a6" providerId="AD" clId="Web-{EBA24D9F-CDCD-CBD6-41DF-4F13FCC4EB50}" dt="2025-03-03T06:24:45.214" v="1727" actId="20577"/>
          <ac:spMkLst>
            <pc:docMk/>
            <pc:sldMk cId="2740781287" sldId="496"/>
            <ac:spMk id="3" creationId="{26F071AC-B205-492F-726A-E8A97D87FEC8}"/>
          </ac:spMkLst>
        </pc:spChg>
      </pc:sldChg>
      <pc:sldChg chg="modSp add replId">
        <pc:chgData name="Avinash Arun Chauhan" userId="S::avinash.chauhan@mahindrauniversity.edu.in::241b5f3e-36f4-4c61-9553-90e6a1c1b8a6" providerId="AD" clId="Web-{EBA24D9F-CDCD-CBD6-41DF-4F13FCC4EB50}" dt="2025-03-03T06:27:26" v="1792" actId="20577"/>
        <pc:sldMkLst>
          <pc:docMk/>
          <pc:sldMk cId="1423176506" sldId="497"/>
        </pc:sldMkLst>
        <pc:spChg chg="mod">
          <ac:chgData name="Avinash Arun Chauhan" userId="S::avinash.chauhan@mahindrauniversity.edu.in::241b5f3e-36f4-4c61-9553-90e6a1c1b8a6" providerId="AD" clId="Web-{EBA24D9F-CDCD-CBD6-41DF-4F13FCC4EB50}" dt="2025-03-03T06:24:50.964" v="1736" actId="20577"/>
          <ac:spMkLst>
            <pc:docMk/>
            <pc:sldMk cId="1423176506" sldId="497"/>
            <ac:spMk id="2" creationId="{09044225-372F-92B1-2994-28513E125A4D}"/>
          </ac:spMkLst>
        </pc:spChg>
        <pc:spChg chg="mod">
          <ac:chgData name="Avinash Arun Chauhan" userId="S::avinash.chauhan@mahindrauniversity.edu.in::241b5f3e-36f4-4c61-9553-90e6a1c1b8a6" providerId="AD" clId="Web-{EBA24D9F-CDCD-CBD6-41DF-4F13FCC4EB50}" dt="2025-03-03T06:27:26" v="1792" actId="20577"/>
          <ac:spMkLst>
            <pc:docMk/>
            <pc:sldMk cId="1423176506" sldId="497"/>
            <ac:spMk id="3" creationId="{43BA66E9-48D9-EF0E-DAF5-818626CDEAD4}"/>
          </ac:spMkLst>
        </pc:spChg>
      </pc:sldChg>
    </pc:docChg>
  </pc:docChgLst>
  <pc:docChgLst>
    <pc:chgData name="Avinash Arun Chauhan" userId="S::avinash.chauhan@mahindrauniversity.edu.in::241b5f3e-36f4-4c61-9553-90e6a1c1b8a6" providerId="AD" clId="Web-{1275CFF0-B0A6-9E21-2257-5F1735AF2566}"/>
    <pc:docChg chg="addSld modSld">
      <pc:chgData name="Avinash Arun Chauhan" userId="S::avinash.chauhan@mahindrauniversity.edu.in::241b5f3e-36f4-4c61-9553-90e6a1c1b8a6" providerId="AD" clId="Web-{1275CFF0-B0A6-9E21-2257-5F1735AF2566}" dt="2025-03-11T05:42:30.979" v="516"/>
      <pc:docMkLst>
        <pc:docMk/>
      </pc:docMkLst>
      <pc:sldChg chg="modSp">
        <pc:chgData name="Avinash Arun Chauhan" userId="S::avinash.chauhan@mahindrauniversity.edu.in::241b5f3e-36f4-4c61-9553-90e6a1c1b8a6" providerId="AD" clId="Web-{1275CFF0-B0A6-9E21-2257-5F1735AF2566}" dt="2025-03-11T04:58:53.340" v="81" actId="1076"/>
        <pc:sldMkLst>
          <pc:docMk/>
          <pc:sldMk cId="883900188" sldId="505"/>
        </pc:sldMkLst>
        <pc:spChg chg="mod">
          <ac:chgData name="Avinash Arun Chauhan" userId="S::avinash.chauhan@mahindrauniversity.edu.in::241b5f3e-36f4-4c61-9553-90e6a1c1b8a6" providerId="AD" clId="Web-{1275CFF0-B0A6-9E21-2257-5F1735AF2566}" dt="2025-03-11T04:58:53.340" v="81" actId="1076"/>
          <ac:spMkLst>
            <pc:docMk/>
            <pc:sldMk cId="883900188" sldId="505"/>
            <ac:spMk id="3" creationId="{29BD426B-01FE-6A79-FB41-404DC71E5937}"/>
          </ac:spMkLst>
        </pc:spChg>
      </pc:sldChg>
      <pc:sldChg chg="modSp">
        <pc:chgData name="Avinash Arun Chauhan" userId="S::avinash.chauhan@mahindrauniversity.edu.in::241b5f3e-36f4-4c61-9553-90e6a1c1b8a6" providerId="AD" clId="Web-{1275CFF0-B0A6-9E21-2257-5F1735AF2566}" dt="2025-03-11T04:59:31.998" v="89" actId="20577"/>
        <pc:sldMkLst>
          <pc:docMk/>
          <pc:sldMk cId="2210816079" sldId="520"/>
        </pc:sldMkLst>
        <pc:spChg chg="mod">
          <ac:chgData name="Avinash Arun Chauhan" userId="S::avinash.chauhan@mahindrauniversity.edu.in::241b5f3e-36f4-4c61-9553-90e6a1c1b8a6" providerId="AD" clId="Web-{1275CFF0-B0A6-9E21-2257-5F1735AF2566}" dt="2025-03-11T04:59:31.998" v="89" actId="20577"/>
          <ac:spMkLst>
            <pc:docMk/>
            <pc:sldMk cId="2210816079" sldId="520"/>
            <ac:spMk id="3" creationId="{D6046B0B-6CD7-2EDE-775F-436266772719}"/>
          </ac:spMkLst>
        </pc:spChg>
      </pc:sldChg>
      <pc:sldChg chg="modSp">
        <pc:chgData name="Avinash Arun Chauhan" userId="S::avinash.chauhan@mahindrauniversity.edu.in::241b5f3e-36f4-4c61-9553-90e6a1c1b8a6" providerId="AD" clId="Web-{1275CFF0-B0A6-9E21-2257-5F1735AF2566}" dt="2025-03-11T05:02:28.816" v="95" actId="20577"/>
        <pc:sldMkLst>
          <pc:docMk/>
          <pc:sldMk cId="1001124138" sldId="523"/>
        </pc:sldMkLst>
        <pc:spChg chg="mod">
          <ac:chgData name="Avinash Arun Chauhan" userId="S::avinash.chauhan@mahindrauniversity.edu.in::241b5f3e-36f4-4c61-9553-90e6a1c1b8a6" providerId="AD" clId="Web-{1275CFF0-B0A6-9E21-2257-5F1735AF2566}" dt="2025-03-11T05:02:28.816" v="95" actId="20577"/>
          <ac:spMkLst>
            <pc:docMk/>
            <pc:sldMk cId="1001124138" sldId="523"/>
            <ac:spMk id="3" creationId="{EC674E00-65C0-78DB-7888-BC087220702C}"/>
          </ac:spMkLst>
        </pc:spChg>
      </pc:sldChg>
      <pc:sldChg chg="modSp">
        <pc:chgData name="Avinash Arun Chauhan" userId="S::avinash.chauhan@mahindrauniversity.edu.in::241b5f3e-36f4-4c61-9553-90e6a1c1b8a6" providerId="AD" clId="Web-{1275CFF0-B0A6-9E21-2257-5F1735AF2566}" dt="2025-03-11T05:13:41.340" v="109" actId="1076"/>
        <pc:sldMkLst>
          <pc:docMk/>
          <pc:sldMk cId="31880306" sldId="526"/>
        </pc:sldMkLst>
        <pc:spChg chg="mod">
          <ac:chgData name="Avinash Arun Chauhan" userId="S::avinash.chauhan@mahindrauniversity.edu.in::241b5f3e-36f4-4c61-9553-90e6a1c1b8a6" providerId="AD" clId="Web-{1275CFF0-B0A6-9E21-2257-5F1735AF2566}" dt="2025-03-11T05:13:38.027" v="108" actId="20577"/>
          <ac:spMkLst>
            <pc:docMk/>
            <pc:sldMk cId="31880306" sldId="526"/>
            <ac:spMk id="3" creationId="{732BDF2D-288F-C87C-12F7-34EED5CEEE78}"/>
          </ac:spMkLst>
        </pc:spChg>
        <pc:picChg chg="mod">
          <ac:chgData name="Avinash Arun Chauhan" userId="S::avinash.chauhan@mahindrauniversity.edu.in::241b5f3e-36f4-4c61-9553-90e6a1c1b8a6" providerId="AD" clId="Web-{1275CFF0-B0A6-9E21-2257-5F1735AF2566}" dt="2025-03-11T05:13:41.340" v="109" actId="1076"/>
          <ac:picMkLst>
            <pc:docMk/>
            <pc:sldMk cId="31880306" sldId="526"/>
            <ac:picMk id="4" creationId="{2A4CD60B-58C9-BC81-BE5F-31CF75F75957}"/>
          </ac:picMkLst>
        </pc:picChg>
      </pc:sldChg>
      <pc:sldChg chg="modSp">
        <pc:chgData name="Avinash Arun Chauhan" userId="S::avinash.chauhan@mahindrauniversity.edu.in::241b5f3e-36f4-4c61-9553-90e6a1c1b8a6" providerId="AD" clId="Web-{1275CFF0-B0A6-9E21-2257-5F1735AF2566}" dt="2025-03-11T05:19:39.227" v="123" actId="20577"/>
        <pc:sldMkLst>
          <pc:docMk/>
          <pc:sldMk cId="2759698473" sldId="527"/>
        </pc:sldMkLst>
        <pc:spChg chg="mod">
          <ac:chgData name="Avinash Arun Chauhan" userId="S::avinash.chauhan@mahindrauniversity.edu.in::241b5f3e-36f4-4c61-9553-90e6a1c1b8a6" providerId="AD" clId="Web-{1275CFF0-B0A6-9E21-2257-5F1735AF2566}" dt="2025-03-11T05:19:39.227" v="123" actId="20577"/>
          <ac:spMkLst>
            <pc:docMk/>
            <pc:sldMk cId="2759698473" sldId="527"/>
            <ac:spMk id="3" creationId="{B9657582-A812-E808-9D17-E270286AA099}"/>
          </ac:spMkLst>
        </pc:spChg>
      </pc:sldChg>
      <pc:sldChg chg="mod modShow">
        <pc:chgData name="Avinash Arun Chauhan" userId="S::avinash.chauhan@mahindrauniversity.edu.in::241b5f3e-36f4-4c61-9553-90e6a1c1b8a6" providerId="AD" clId="Web-{1275CFF0-B0A6-9E21-2257-5F1735AF2566}" dt="2025-03-11T05:42:28.682" v="515"/>
        <pc:sldMkLst>
          <pc:docMk/>
          <pc:sldMk cId="4032944436" sldId="532"/>
        </pc:sldMkLst>
      </pc:sldChg>
      <pc:sldChg chg="mod modShow">
        <pc:chgData name="Avinash Arun Chauhan" userId="S::avinash.chauhan@mahindrauniversity.edu.in::241b5f3e-36f4-4c61-9553-90e6a1c1b8a6" providerId="AD" clId="Web-{1275CFF0-B0A6-9E21-2257-5F1735AF2566}" dt="2025-03-11T05:42:30.979" v="516"/>
        <pc:sldMkLst>
          <pc:docMk/>
          <pc:sldMk cId="1554376908" sldId="534"/>
        </pc:sldMkLst>
      </pc:sldChg>
      <pc:sldChg chg="modSp add replId">
        <pc:chgData name="Avinash Arun Chauhan" userId="S::avinash.chauhan@mahindrauniversity.edu.in::241b5f3e-36f4-4c61-9553-90e6a1c1b8a6" providerId="AD" clId="Web-{1275CFF0-B0A6-9E21-2257-5F1735AF2566}" dt="2025-03-11T05:41:41.117" v="514" actId="20577"/>
        <pc:sldMkLst>
          <pc:docMk/>
          <pc:sldMk cId="2900418944" sldId="535"/>
        </pc:sldMkLst>
        <pc:spChg chg="mod">
          <ac:chgData name="Avinash Arun Chauhan" userId="S::avinash.chauhan@mahindrauniversity.edu.in::241b5f3e-36f4-4c61-9553-90e6a1c1b8a6" providerId="AD" clId="Web-{1275CFF0-B0A6-9E21-2257-5F1735AF2566}" dt="2025-03-11T05:34:36.587" v="128" actId="20577"/>
          <ac:spMkLst>
            <pc:docMk/>
            <pc:sldMk cId="2900418944" sldId="535"/>
            <ac:spMk id="2" creationId="{63CB345A-8243-97D0-5CC0-8F6413570869}"/>
          </ac:spMkLst>
        </pc:spChg>
        <pc:spChg chg="mod">
          <ac:chgData name="Avinash Arun Chauhan" userId="S::avinash.chauhan@mahindrauniversity.edu.in::241b5f3e-36f4-4c61-9553-90e6a1c1b8a6" providerId="AD" clId="Web-{1275CFF0-B0A6-9E21-2257-5F1735AF2566}" dt="2025-03-11T05:41:41.117" v="514" actId="20577"/>
          <ac:spMkLst>
            <pc:docMk/>
            <pc:sldMk cId="2900418944" sldId="535"/>
            <ac:spMk id="3" creationId="{FC5DF5D4-84C3-8F2E-EED6-C9CD05B05D45}"/>
          </ac:spMkLst>
        </pc:spChg>
      </pc:sldChg>
    </pc:docChg>
  </pc:docChgLst>
  <pc:docChgLst>
    <pc:chgData name="Avinash Arun Chauhan" userId="S::avinash.chauhan@mahindrauniversity.edu.in::241b5f3e-36f4-4c61-9553-90e6a1c1b8a6" providerId="AD" clId="Web-{DE20BC69-CF6E-A49F-81B1-8333E6848700}"/>
    <pc:docChg chg="addSld modSld">
      <pc:chgData name="Avinash Arun Chauhan" userId="S::avinash.chauhan@mahindrauniversity.edu.in::241b5f3e-36f4-4c61-9553-90e6a1c1b8a6" providerId="AD" clId="Web-{DE20BC69-CF6E-A49F-81B1-8333E6848700}" dt="2022-08-04T06:50:39.092" v="779" actId="20577"/>
      <pc:docMkLst>
        <pc:docMk/>
      </pc:docMkLst>
      <pc:sldChg chg="addSp modSp">
        <pc:chgData name="Avinash Arun Chauhan" userId="S::avinash.chauhan@mahindrauniversity.edu.in::241b5f3e-36f4-4c61-9553-90e6a1c1b8a6" providerId="AD" clId="Web-{DE20BC69-CF6E-A49F-81B1-8333E6848700}" dt="2022-08-04T06:39:49.323" v="661" actId="20577"/>
        <pc:sldMkLst>
          <pc:docMk/>
          <pc:sldMk cId="832602602" sldId="257"/>
        </pc:sldMkLst>
      </pc:sldChg>
      <pc:sldChg chg="modSp new">
        <pc:chgData name="Avinash Arun Chauhan" userId="S::avinash.chauhan@mahindrauniversity.edu.in::241b5f3e-36f4-4c61-9553-90e6a1c1b8a6" providerId="AD" clId="Web-{DE20BC69-CF6E-A49F-81B1-8333E6848700}" dt="2022-08-04T05:30:10.128" v="252" actId="20577"/>
        <pc:sldMkLst>
          <pc:docMk/>
          <pc:sldMk cId="3131259695" sldId="258"/>
        </pc:sldMkLst>
      </pc:sldChg>
      <pc:sldChg chg="addSp modSp new">
        <pc:chgData name="Avinash Arun Chauhan" userId="S::avinash.chauhan@mahindrauniversity.edu.in::241b5f3e-36f4-4c61-9553-90e6a1c1b8a6" providerId="AD" clId="Web-{DE20BC69-CF6E-A49F-81B1-8333E6848700}" dt="2022-08-04T06:38:20.289" v="653" actId="20577"/>
        <pc:sldMkLst>
          <pc:docMk/>
          <pc:sldMk cId="3615545428" sldId="259"/>
        </pc:sldMkLst>
      </pc:sldChg>
      <pc:sldChg chg="modSp new">
        <pc:chgData name="Avinash Arun Chauhan" userId="S::avinash.chauhan@mahindrauniversity.edu.in::241b5f3e-36f4-4c61-9553-90e6a1c1b8a6" providerId="AD" clId="Web-{DE20BC69-CF6E-A49F-81B1-8333E6848700}" dt="2022-08-04T06:40:15.355" v="670" actId="20577"/>
        <pc:sldMkLst>
          <pc:docMk/>
          <pc:sldMk cId="665632959" sldId="260"/>
        </pc:sldMkLst>
      </pc:sldChg>
      <pc:sldChg chg="addSp delSp modSp new">
        <pc:chgData name="Avinash Arun Chauhan" userId="S::avinash.chauhan@mahindrauniversity.edu.in::241b5f3e-36f4-4c61-9553-90e6a1c1b8a6" providerId="AD" clId="Web-{DE20BC69-CF6E-A49F-81B1-8333E6848700}" dt="2022-08-04T06:50:08.716" v="744" actId="1076"/>
        <pc:sldMkLst>
          <pc:docMk/>
          <pc:sldMk cId="1478581017" sldId="261"/>
        </pc:sldMkLst>
      </pc:sldChg>
      <pc:sldChg chg="modSp new">
        <pc:chgData name="Avinash Arun Chauhan" userId="S::avinash.chauhan@mahindrauniversity.edu.in::241b5f3e-36f4-4c61-9553-90e6a1c1b8a6" providerId="AD" clId="Web-{DE20BC69-CF6E-A49F-81B1-8333E6848700}" dt="2022-08-04T06:50:39.092" v="779" actId="20577"/>
        <pc:sldMkLst>
          <pc:docMk/>
          <pc:sldMk cId="686329520" sldId="262"/>
        </pc:sldMkLst>
      </pc:sldChg>
    </pc:docChg>
  </pc:docChgLst>
  <pc:docChgLst>
    <pc:chgData name="Avinash Arun Chauhan" userId="S::avinash.chauhan@mahindrauniversity.edu.in::241b5f3e-36f4-4c61-9553-90e6a1c1b8a6" providerId="AD" clId="Web-{23D9C326-8867-3AAB-842C-749AEE04DCBA}"/>
    <pc:docChg chg="modSld">
      <pc:chgData name="Avinash Arun Chauhan" userId="S::avinash.chauhan@mahindrauniversity.edu.in::241b5f3e-36f4-4c61-9553-90e6a1c1b8a6" providerId="AD" clId="Web-{23D9C326-8867-3AAB-842C-749AEE04DCBA}" dt="2025-01-20T07:30:21.717" v="86" actId="20577"/>
      <pc:docMkLst>
        <pc:docMk/>
      </pc:docMkLst>
      <pc:sldChg chg="modSp">
        <pc:chgData name="Avinash Arun Chauhan" userId="S::avinash.chauhan@mahindrauniversity.edu.in::241b5f3e-36f4-4c61-9553-90e6a1c1b8a6" providerId="AD" clId="Web-{23D9C326-8867-3AAB-842C-749AEE04DCBA}" dt="2025-01-20T07:30:21.717" v="86" actId="20577"/>
        <pc:sldMkLst>
          <pc:docMk/>
          <pc:sldMk cId="3676104736" sldId="321"/>
        </pc:sldMkLst>
      </pc:sldChg>
      <pc:sldChg chg="modSp">
        <pc:chgData name="Avinash Arun Chauhan" userId="S::avinash.chauhan@mahindrauniversity.edu.in::241b5f3e-36f4-4c61-9553-90e6a1c1b8a6" providerId="AD" clId="Web-{23D9C326-8867-3AAB-842C-749AEE04DCBA}" dt="2025-01-20T07:29:56.592" v="79" actId="20577"/>
        <pc:sldMkLst>
          <pc:docMk/>
          <pc:sldMk cId="3627241866" sldId="322"/>
        </pc:sldMkLst>
      </pc:sldChg>
    </pc:docChg>
  </pc:docChgLst>
  <pc:docChgLst>
    <pc:chgData name="Avinash Arun Chauhan" userId="S::avinash.chauhan@mahindrauniversity.edu.in::241b5f3e-36f4-4c61-9553-90e6a1c1b8a6" providerId="AD" clId="Web-{CDE5C315-6269-F2BE-BF46-2275AC7685C8}"/>
    <pc:docChg chg="addSld delSld modSld sldOrd">
      <pc:chgData name="Avinash Arun Chauhan" userId="S::avinash.chauhan@mahindrauniversity.edu.in::241b5f3e-36f4-4c61-9553-90e6a1c1b8a6" providerId="AD" clId="Web-{CDE5C315-6269-F2BE-BF46-2275AC7685C8}" dt="2024-08-07T12:38:12.825" v="122" actId="1076"/>
      <pc:docMkLst>
        <pc:docMk/>
      </pc:docMkLst>
      <pc:sldChg chg="modSp">
        <pc:chgData name="Avinash Arun Chauhan" userId="S::avinash.chauhan@mahindrauniversity.edu.in::241b5f3e-36f4-4c61-9553-90e6a1c1b8a6" providerId="AD" clId="Web-{CDE5C315-6269-F2BE-BF46-2275AC7685C8}" dt="2024-08-07T12:26:37.318" v="16" actId="20577"/>
        <pc:sldMkLst>
          <pc:docMk/>
          <pc:sldMk cId="3445711273" sldId="267"/>
        </pc:sldMkLst>
      </pc:sldChg>
      <pc:sldChg chg="modSp">
        <pc:chgData name="Avinash Arun Chauhan" userId="S::avinash.chauhan@mahindrauniversity.edu.in::241b5f3e-36f4-4c61-9553-90e6a1c1b8a6" providerId="AD" clId="Web-{CDE5C315-6269-F2BE-BF46-2275AC7685C8}" dt="2024-08-07T12:38:12.825" v="122" actId="1076"/>
        <pc:sldMkLst>
          <pc:docMk/>
          <pc:sldMk cId="3140380364" sldId="277"/>
        </pc:sldMkLst>
      </pc:sldChg>
      <pc:sldChg chg="del">
        <pc:chgData name="Avinash Arun Chauhan" userId="S::avinash.chauhan@mahindrauniversity.edu.in::241b5f3e-36f4-4c61-9553-90e6a1c1b8a6" providerId="AD" clId="Web-{CDE5C315-6269-F2BE-BF46-2275AC7685C8}" dt="2024-08-07T12:25:37.504" v="13"/>
        <pc:sldMkLst>
          <pc:docMk/>
          <pc:sldMk cId="1175868767" sldId="286"/>
        </pc:sldMkLst>
      </pc:sldChg>
      <pc:sldChg chg="modSp">
        <pc:chgData name="Avinash Arun Chauhan" userId="S::avinash.chauhan@mahindrauniversity.edu.in::241b5f3e-36f4-4c61-9553-90e6a1c1b8a6" providerId="AD" clId="Web-{CDE5C315-6269-F2BE-BF46-2275AC7685C8}" dt="2024-08-07T12:37:36.871" v="112" actId="20577"/>
        <pc:sldMkLst>
          <pc:docMk/>
          <pc:sldMk cId="1259393115" sldId="287"/>
        </pc:sldMkLst>
      </pc:sldChg>
      <pc:sldChg chg="del">
        <pc:chgData name="Avinash Arun Chauhan" userId="S::avinash.chauhan@mahindrauniversity.edu.in::241b5f3e-36f4-4c61-9553-90e6a1c1b8a6" providerId="AD" clId="Web-{CDE5C315-6269-F2BE-BF46-2275AC7685C8}" dt="2024-08-07T12:31:49.375" v="46"/>
        <pc:sldMkLst>
          <pc:docMk/>
          <pc:sldMk cId="3032553957" sldId="289"/>
        </pc:sldMkLst>
      </pc:sldChg>
      <pc:sldChg chg="addSp delSp modSp add replId">
        <pc:chgData name="Avinash Arun Chauhan" userId="S::avinash.chauhan@mahindrauniversity.edu.in::241b5f3e-36f4-4c61-9553-90e6a1c1b8a6" providerId="AD" clId="Web-{CDE5C315-6269-F2BE-BF46-2275AC7685C8}" dt="2024-08-07T12:37:41.090" v="113" actId="20577"/>
        <pc:sldMkLst>
          <pc:docMk/>
          <pc:sldMk cId="3127311794" sldId="290"/>
        </pc:sldMkLst>
      </pc:sldChg>
      <pc:sldChg chg="modSp add replId">
        <pc:chgData name="Avinash Arun Chauhan" userId="S::avinash.chauhan@mahindrauniversity.edu.in::241b5f3e-36f4-4c61-9553-90e6a1c1b8a6" providerId="AD" clId="Web-{CDE5C315-6269-F2BE-BF46-2275AC7685C8}" dt="2024-08-07T12:30:38.514" v="45" actId="20577"/>
        <pc:sldMkLst>
          <pc:docMk/>
          <pc:sldMk cId="3716297763" sldId="291"/>
        </pc:sldMkLst>
      </pc:sldChg>
      <pc:sldChg chg="modSp add ord replId">
        <pc:chgData name="Avinash Arun Chauhan" userId="S::avinash.chauhan@mahindrauniversity.edu.in::241b5f3e-36f4-4c61-9553-90e6a1c1b8a6" providerId="AD" clId="Web-{CDE5C315-6269-F2BE-BF46-2275AC7685C8}" dt="2024-08-07T12:37:45.527" v="114" actId="20577"/>
        <pc:sldMkLst>
          <pc:docMk/>
          <pc:sldMk cId="2340768922" sldId="292"/>
        </pc:sldMkLst>
      </pc:sldChg>
    </pc:docChg>
  </pc:docChgLst>
  <pc:docChgLst>
    <pc:chgData name="Avinash Arun Chauhan" userId="S::avinash.chauhan@mahindrauniversity.edu.in::241b5f3e-36f4-4c61-9553-90e6a1c1b8a6" providerId="AD" clId="Web-{8235EC8E-C51D-1126-BEDF-ADAFE7E21C23}"/>
    <pc:docChg chg="modSld">
      <pc:chgData name="Avinash Arun Chauhan" userId="S::avinash.chauhan@mahindrauniversity.edu.in::241b5f3e-36f4-4c61-9553-90e6a1c1b8a6" providerId="AD" clId="Web-{8235EC8E-C51D-1126-BEDF-ADAFE7E21C23}" dt="2022-08-04T07:27:29.959" v="6" actId="20577"/>
      <pc:docMkLst>
        <pc:docMk/>
      </pc:docMkLst>
      <pc:sldChg chg="modSp">
        <pc:chgData name="Avinash Arun Chauhan" userId="S::avinash.chauhan@mahindrauniversity.edu.in::241b5f3e-36f4-4c61-9553-90e6a1c1b8a6" providerId="AD" clId="Web-{8235EC8E-C51D-1126-BEDF-ADAFE7E21C23}" dt="2022-08-04T07:27:29.959" v="6" actId="20577"/>
        <pc:sldMkLst>
          <pc:docMk/>
          <pc:sldMk cId="3009557333" sldId="264"/>
        </pc:sldMkLst>
      </pc:sldChg>
    </pc:docChg>
  </pc:docChgLst>
  <pc:docChgLst>
    <pc:chgData name="Avinash Arun Chauhan" userId="S::avinash.chauhan@mahindrauniversity.edu.in::241b5f3e-36f4-4c61-9553-90e6a1c1b8a6" providerId="AD" clId="Web-{155C9E16-AA39-E38A-5513-B4780A847347}"/>
    <pc:docChg chg="addSld delSld modSld">
      <pc:chgData name="Avinash Arun Chauhan" userId="S::avinash.chauhan@mahindrauniversity.edu.in::241b5f3e-36f4-4c61-9553-90e6a1c1b8a6" providerId="AD" clId="Web-{155C9E16-AA39-E38A-5513-B4780A847347}" dt="2024-07-30T07:29:25.304" v="149"/>
      <pc:docMkLst>
        <pc:docMk/>
      </pc:docMkLst>
      <pc:sldChg chg="addSp delSp modSp">
        <pc:chgData name="Avinash Arun Chauhan" userId="S::avinash.chauhan@mahindrauniversity.edu.in::241b5f3e-36f4-4c61-9553-90e6a1c1b8a6" providerId="AD" clId="Web-{155C9E16-AA39-E38A-5513-B4780A847347}" dt="2024-07-30T07:22:29.852" v="127" actId="20577"/>
        <pc:sldMkLst>
          <pc:docMk/>
          <pc:sldMk cId="1482878579" sldId="272"/>
        </pc:sldMkLst>
      </pc:sldChg>
      <pc:sldChg chg="modSp">
        <pc:chgData name="Avinash Arun Chauhan" userId="S::avinash.chauhan@mahindrauniversity.edu.in::241b5f3e-36f4-4c61-9553-90e6a1c1b8a6" providerId="AD" clId="Web-{155C9E16-AA39-E38A-5513-B4780A847347}" dt="2024-07-30T07:24:10.109" v="148" actId="20577"/>
        <pc:sldMkLst>
          <pc:docMk/>
          <pc:sldMk cId="2029719128" sldId="274"/>
        </pc:sldMkLst>
      </pc:sldChg>
      <pc:sldChg chg="modSp modNotes">
        <pc:chgData name="Avinash Arun Chauhan" userId="S::avinash.chauhan@mahindrauniversity.edu.in::241b5f3e-36f4-4c61-9553-90e6a1c1b8a6" providerId="AD" clId="Web-{155C9E16-AA39-E38A-5513-B4780A847347}" dt="2024-07-30T06:42:09.120" v="92" actId="20577"/>
        <pc:sldMkLst>
          <pc:docMk/>
          <pc:sldMk cId="1186293514" sldId="278"/>
        </pc:sldMkLst>
      </pc:sldChg>
      <pc:sldChg chg="modSp add del replId">
        <pc:chgData name="Avinash Arun Chauhan" userId="S::avinash.chauhan@mahindrauniversity.edu.in::241b5f3e-36f4-4c61-9553-90e6a1c1b8a6" providerId="AD" clId="Web-{155C9E16-AA39-E38A-5513-B4780A847347}" dt="2024-07-30T07:29:25.304" v="149"/>
        <pc:sldMkLst>
          <pc:docMk/>
          <pc:sldMk cId="1574474309" sldId="279"/>
        </pc:sldMkLst>
      </pc:sldChg>
    </pc:docChg>
  </pc:docChgLst>
  <pc:docChgLst>
    <pc:chgData name="Avinash Arun Chauhan" userId="S::avinash.chauhan@mahindrauniversity.edu.in::241b5f3e-36f4-4c61-9553-90e6a1c1b8a6" providerId="AD" clId="Web-{00867C39-5A66-2B18-1860-AFE52050463A}"/>
    <pc:docChg chg="modSld">
      <pc:chgData name="Avinash Arun Chauhan" userId="S::avinash.chauhan@mahindrauniversity.edu.in::241b5f3e-36f4-4c61-9553-90e6a1c1b8a6" providerId="AD" clId="Web-{00867C39-5A66-2B18-1860-AFE52050463A}" dt="2025-03-03T09:06:42.661" v="12" actId="20577"/>
      <pc:docMkLst>
        <pc:docMk/>
      </pc:docMkLst>
      <pc:sldChg chg="modSp">
        <pc:chgData name="Avinash Arun Chauhan" userId="S::avinash.chauhan@mahindrauniversity.edu.in::241b5f3e-36f4-4c61-9553-90e6a1c1b8a6" providerId="AD" clId="Web-{00867C39-5A66-2B18-1860-AFE52050463A}" dt="2025-03-03T09:06:42.661" v="12" actId="20577"/>
        <pc:sldMkLst>
          <pc:docMk/>
          <pc:sldMk cId="1540275285" sldId="256"/>
        </pc:sldMkLst>
        <pc:spChg chg="mod">
          <ac:chgData name="Avinash Arun Chauhan" userId="S::avinash.chauhan@mahindrauniversity.edu.in::241b5f3e-36f4-4c61-9553-90e6a1c1b8a6" providerId="AD" clId="Web-{00867C39-5A66-2B18-1860-AFE52050463A}" dt="2025-03-03T09:06:42.661" v="12" actId="20577"/>
          <ac:spMkLst>
            <pc:docMk/>
            <pc:sldMk cId="1540275285" sldId="256"/>
            <ac:spMk id="2" creationId="{727870F2-A17E-4535-8ECE-F608007055B7}"/>
          </ac:spMkLst>
        </pc:spChg>
      </pc:sldChg>
    </pc:docChg>
  </pc:docChgLst>
  <pc:docChgLst>
    <pc:chgData clId="Web-{4853FC14-9A2F-F5CE-90AC-342A5EEDD2AF}"/>
    <pc:docChg chg="delSld">
      <pc:chgData name="" userId="" providerId="" clId="Web-{4853FC14-9A2F-F5CE-90AC-342A5EEDD2AF}" dt="2025-02-24T05:30:34.961" v="0"/>
      <pc:docMkLst>
        <pc:docMk/>
      </pc:docMkLst>
      <pc:sldChg chg="del">
        <pc:chgData name="" userId="" providerId="" clId="Web-{4853FC14-9A2F-F5CE-90AC-342A5EEDD2AF}" dt="2025-02-24T05:30:34.961" v="0"/>
        <pc:sldMkLst>
          <pc:docMk/>
          <pc:sldMk cId="3811169343" sldId="426"/>
        </pc:sldMkLst>
      </pc:sldChg>
    </pc:docChg>
  </pc:docChgLst>
  <pc:docChgLst>
    <pc:chgData name="Avinash Arun Chauhan" userId="S::avinash.chauhan@mahindrauniversity.edu.in::241b5f3e-36f4-4c61-9553-90e6a1c1b8a6" providerId="AD" clId="Web-{4C0D58E0-1B06-491A-5175-A5C570146ADF}"/>
    <pc:docChg chg="delSld">
      <pc:chgData name="Avinash Arun Chauhan" userId="S::avinash.chauhan@mahindrauniversity.edu.in::241b5f3e-36f4-4c61-9553-90e6a1c1b8a6" providerId="AD" clId="Web-{4C0D58E0-1B06-491A-5175-A5C570146ADF}" dt="2025-01-20T04:04:53.763" v="0"/>
      <pc:docMkLst>
        <pc:docMk/>
      </pc:docMkLst>
      <pc:sldChg chg="del">
        <pc:chgData name="Avinash Arun Chauhan" userId="S::avinash.chauhan@mahindrauniversity.edu.in::241b5f3e-36f4-4c61-9553-90e6a1c1b8a6" providerId="AD" clId="Web-{4C0D58E0-1B06-491A-5175-A5C570146ADF}" dt="2025-01-20T04:04:53.763" v="0"/>
        <pc:sldMkLst>
          <pc:docMk/>
          <pc:sldMk cId="2511884408" sldId="305"/>
        </pc:sldMkLst>
      </pc:sldChg>
    </pc:docChg>
  </pc:docChgLst>
  <pc:docChgLst>
    <pc:chgData name="Avinash Arun Chauhan" userId="S::avinash.chauhan@mahindrauniversity.edu.in::241b5f3e-36f4-4c61-9553-90e6a1c1b8a6" providerId="AD" clId="Web-{AB7E9CC4-D0FE-F3DD-DE81-506CCF713EA9}"/>
    <pc:docChg chg="addSld delSld modSld sldOrd">
      <pc:chgData name="Avinash Arun Chauhan" userId="S::avinash.chauhan@mahindrauniversity.edu.in::241b5f3e-36f4-4c61-9553-90e6a1c1b8a6" providerId="AD" clId="Web-{AB7E9CC4-D0FE-F3DD-DE81-506CCF713EA9}" dt="2025-01-18T12:25:22.335" v="2619" actId="20577"/>
      <pc:docMkLst>
        <pc:docMk/>
      </pc:docMkLst>
      <pc:sldChg chg="modSp">
        <pc:chgData name="Avinash Arun Chauhan" userId="S::avinash.chauhan@mahindrauniversity.edu.in::241b5f3e-36f4-4c61-9553-90e6a1c1b8a6" providerId="AD" clId="Web-{AB7E9CC4-D0FE-F3DD-DE81-506CCF713EA9}" dt="2025-01-18T12:21:44.373" v="2506" actId="20577"/>
        <pc:sldMkLst>
          <pc:docMk/>
          <pc:sldMk cId="934216185" sldId="268"/>
        </pc:sldMkLst>
      </pc:sldChg>
      <pc:sldChg chg="modSp">
        <pc:chgData name="Avinash Arun Chauhan" userId="S::avinash.chauhan@mahindrauniversity.edu.in::241b5f3e-36f4-4c61-9553-90e6a1c1b8a6" providerId="AD" clId="Web-{AB7E9CC4-D0FE-F3DD-DE81-506CCF713EA9}" dt="2025-01-18T11:38:09.718" v="77" actId="20577"/>
        <pc:sldMkLst>
          <pc:docMk/>
          <pc:sldMk cId="1186293514" sldId="278"/>
        </pc:sldMkLst>
      </pc:sldChg>
      <pc:sldChg chg="del">
        <pc:chgData name="Avinash Arun Chauhan" userId="S::avinash.chauhan@mahindrauniversity.edu.in::241b5f3e-36f4-4c61-9553-90e6a1c1b8a6" providerId="AD" clId="Web-{AB7E9CC4-D0FE-F3DD-DE81-506CCF713EA9}" dt="2025-01-18T12:20:43.387" v="2478"/>
        <pc:sldMkLst>
          <pc:docMk/>
          <pc:sldMk cId="724459202" sldId="288"/>
        </pc:sldMkLst>
      </pc:sldChg>
      <pc:sldChg chg="modSp">
        <pc:chgData name="Avinash Arun Chauhan" userId="S::avinash.chauhan@mahindrauniversity.edu.in::241b5f3e-36f4-4c61-9553-90e6a1c1b8a6" providerId="AD" clId="Web-{AB7E9CC4-D0FE-F3DD-DE81-506CCF713EA9}" dt="2025-01-18T11:34:01.006" v="2" actId="20577"/>
        <pc:sldMkLst>
          <pc:docMk/>
          <pc:sldMk cId="4174301513" sldId="296"/>
        </pc:sldMkLst>
      </pc:sldChg>
      <pc:sldChg chg="del">
        <pc:chgData name="Avinash Arun Chauhan" userId="S::avinash.chauhan@mahindrauniversity.edu.in::241b5f3e-36f4-4c61-9553-90e6a1c1b8a6" providerId="AD" clId="Web-{AB7E9CC4-D0FE-F3DD-DE81-506CCF713EA9}" dt="2025-01-18T12:19:47.369" v="2473"/>
        <pc:sldMkLst>
          <pc:docMk/>
          <pc:sldMk cId="3274344979" sldId="298"/>
        </pc:sldMkLst>
      </pc:sldChg>
      <pc:sldChg chg="modSp">
        <pc:chgData name="Avinash Arun Chauhan" userId="S::avinash.chauhan@mahindrauniversity.edu.in::241b5f3e-36f4-4c61-9553-90e6a1c1b8a6" providerId="AD" clId="Web-{AB7E9CC4-D0FE-F3DD-DE81-506CCF713EA9}" dt="2025-01-18T12:20:22.824" v="2477" actId="20577"/>
        <pc:sldMkLst>
          <pc:docMk/>
          <pc:sldMk cId="49444374" sldId="300"/>
        </pc:sldMkLst>
      </pc:sldChg>
      <pc:sldChg chg="del">
        <pc:chgData name="Avinash Arun Chauhan" userId="S::avinash.chauhan@mahindrauniversity.edu.in::241b5f3e-36f4-4c61-9553-90e6a1c1b8a6" providerId="AD" clId="Web-{AB7E9CC4-D0FE-F3DD-DE81-506CCF713EA9}" dt="2025-01-18T12:20:13.542" v="2474"/>
        <pc:sldMkLst>
          <pc:docMk/>
          <pc:sldMk cId="3359934488" sldId="303"/>
        </pc:sldMkLst>
      </pc:sldChg>
      <pc:sldChg chg="add replId">
        <pc:chgData name="Avinash Arun Chauhan" userId="S::avinash.chauhan@mahindrauniversity.edu.in::241b5f3e-36f4-4c61-9553-90e6a1c1b8a6" providerId="AD" clId="Web-{AB7E9CC4-D0FE-F3DD-DE81-506CCF713EA9}" dt="2025-01-18T11:36:09.527" v="3"/>
        <pc:sldMkLst>
          <pc:docMk/>
          <pc:sldMk cId="3244401758" sldId="307"/>
        </pc:sldMkLst>
      </pc:sldChg>
      <pc:sldChg chg="modSp add replId">
        <pc:chgData name="Avinash Arun Chauhan" userId="S::avinash.chauhan@mahindrauniversity.edu.in::241b5f3e-36f4-4c61-9553-90e6a1c1b8a6" providerId="AD" clId="Web-{AB7E9CC4-D0FE-F3DD-DE81-506CCF713EA9}" dt="2025-01-18T11:42:36.822" v="146" actId="20577"/>
        <pc:sldMkLst>
          <pc:docMk/>
          <pc:sldMk cId="502777159" sldId="308"/>
        </pc:sldMkLst>
      </pc:sldChg>
      <pc:sldChg chg="addSp modSp add replId">
        <pc:chgData name="Avinash Arun Chauhan" userId="S::avinash.chauhan@mahindrauniversity.edu.in::241b5f3e-36f4-4c61-9553-90e6a1c1b8a6" providerId="AD" clId="Web-{AB7E9CC4-D0FE-F3DD-DE81-506CCF713EA9}" dt="2025-01-18T11:40:38.239" v="134" actId="1076"/>
        <pc:sldMkLst>
          <pc:docMk/>
          <pc:sldMk cId="4254305730" sldId="309"/>
        </pc:sldMkLst>
      </pc:sldChg>
      <pc:sldChg chg="addSp delSp modSp add replId">
        <pc:chgData name="Avinash Arun Chauhan" userId="S::avinash.chauhan@mahindrauniversity.edu.in::241b5f3e-36f4-4c61-9553-90e6a1c1b8a6" providerId="AD" clId="Web-{AB7E9CC4-D0FE-F3DD-DE81-506CCF713EA9}" dt="2025-01-18T11:41:40.757" v="142" actId="1076"/>
        <pc:sldMkLst>
          <pc:docMk/>
          <pc:sldMk cId="1320266241" sldId="310"/>
        </pc:sldMkLst>
      </pc:sldChg>
      <pc:sldChg chg="modSp add replId">
        <pc:chgData name="Avinash Arun Chauhan" userId="S::avinash.chauhan@mahindrauniversity.edu.in::241b5f3e-36f4-4c61-9553-90e6a1c1b8a6" providerId="AD" clId="Web-{AB7E9CC4-D0FE-F3DD-DE81-506CCF713EA9}" dt="2025-01-18T11:46:43.127" v="420" actId="20577"/>
        <pc:sldMkLst>
          <pc:docMk/>
          <pc:sldMk cId="807900793" sldId="311"/>
        </pc:sldMkLst>
      </pc:sldChg>
      <pc:sldChg chg="addSp modSp add ord replId">
        <pc:chgData name="Avinash Arun Chauhan" userId="S::avinash.chauhan@mahindrauniversity.edu.in::241b5f3e-36f4-4c61-9553-90e6a1c1b8a6" providerId="AD" clId="Web-{AB7E9CC4-D0FE-F3DD-DE81-506CCF713EA9}" dt="2025-01-18T11:52:38.827" v="850" actId="1076"/>
        <pc:sldMkLst>
          <pc:docMk/>
          <pc:sldMk cId="3590600133" sldId="312"/>
        </pc:sldMkLst>
      </pc:sldChg>
      <pc:sldChg chg="addSp delSp modSp add replId">
        <pc:chgData name="Avinash Arun Chauhan" userId="S::avinash.chauhan@mahindrauniversity.edu.in::241b5f3e-36f4-4c61-9553-90e6a1c1b8a6" providerId="AD" clId="Web-{AB7E9CC4-D0FE-F3DD-DE81-506CCF713EA9}" dt="2025-01-18T11:55:17.520" v="886" actId="1076"/>
        <pc:sldMkLst>
          <pc:docMk/>
          <pc:sldMk cId="1004175266" sldId="313"/>
        </pc:sldMkLst>
      </pc:sldChg>
      <pc:sldChg chg="modSp add replId">
        <pc:chgData name="Avinash Arun Chauhan" userId="S::avinash.chauhan@mahindrauniversity.edu.in::241b5f3e-36f4-4c61-9553-90e6a1c1b8a6" providerId="AD" clId="Web-{AB7E9CC4-D0FE-F3DD-DE81-506CCF713EA9}" dt="2025-01-18T12:01:59.050" v="1104" actId="20577"/>
        <pc:sldMkLst>
          <pc:docMk/>
          <pc:sldMk cId="4200966765" sldId="314"/>
        </pc:sldMkLst>
      </pc:sldChg>
      <pc:sldChg chg="modSp add replId">
        <pc:chgData name="Avinash Arun Chauhan" userId="S::avinash.chauhan@mahindrauniversity.edu.in::241b5f3e-36f4-4c61-9553-90e6a1c1b8a6" providerId="AD" clId="Web-{AB7E9CC4-D0FE-F3DD-DE81-506CCF713EA9}" dt="2025-01-18T12:04:54.197" v="1168" actId="20577"/>
        <pc:sldMkLst>
          <pc:docMk/>
          <pc:sldMk cId="3694787939" sldId="315"/>
        </pc:sldMkLst>
      </pc:sldChg>
      <pc:sldChg chg="modSp add replId">
        <pc:chgData name="Avinash Arun Chauhan" userId="S::avinash.chauhan@mahindrauniversity.edu.in::241b5f3e-36f4-4c61-9553-90e6a1c1b8a6" providerId="AD" clId="Web-{AB7E9CC4-D0FE-F3DD-DE81-506CCF713EA9}" dt="2025-01-18T12:10:37.334" v="1647" actId="20577"/>
        <pc:sldMkLst>
          <pc:docMk/>
          <pc:sldMk cId="1593666684" sldId="316"/>
        </pc:sldMkLst>
      </pc:sldChg>
      <pc:sldChg chg="modSp add replId">
        <pc:chgData name="Avinash Arun Chauhan" userId="S::avinash.chauhan@mahindrauniversity.edu.in::241b5f3e-36f4-4c61-9553-90e6a1c1b8a6" providerId="AD" clId="Web-{AB7E9CC4-D0FE-F3DD-DE81-506CCF713EA9}" dt="2025-01-18T12:13:28.387" v="1964" actId="20577"/>
        <pc:sldMkLst>
          <pc:docMk/>
          <pc:sldMk cId="12336382" sldId="317"/>
        </pc:sldMkLst>
      </pc:sldChg>
      <pc:sldChg chg="modSp add replId">
        <pc:chgData name="Avinash Arun Chauhan" userId="S::avinash.chauhan@mahindrauniversity.edu.in::241b5f3e-36f4-4c61-9553-90e6a1c1b8a6" providerId="AD" clId="Web-{AB7E9CC4-D0FE-F3DD-DE81-506CCF713EA9}" dt="2025-01-18T12:19:33.478" v="2472" actId="20577"/>
        <pc:sldMkLst>
          <pc:docMk/>
          <pc:sldMk cId="2660924394" sldId="318"/>
        </pc:sldMkLst>
      </pc:sldChg>
      <pc:sldChg chg="modSp add replId">
        <pc:chgData name="Avinash Arun Chauhan" userId="S::avinash.chauhan@mahindrauniversity.edu.in::241b5f3e-36f4-4c61-9553-90e6a1c1b8a6" providerId="AD" clId="Web-{AB7E9CC4-D0FE-F3DD-DE81-506CCF713EA9}" dt="2025-01-18T12:21:08.200" v="2490" actId="20577"/>
        <pc:sldMkLst>
          <pc:docMk/>
          <pc:sldMk cId="1399442832" sldId="319"/>
        </pc:sldMkLst>
      </pc:sldChg>
      <pc:sldChg chg="add replId">
        <pc:chgData name="Avinash Arun Chauhan" userId="S::avinash.chauhan@mahindrauniversity.edu.in::241b5f3e-36f4-4c61-9553-90e6a1c1b8a6" providerId="AD" clId="Web-{AB7E9CC4-D0FE-F3DD-DE81-506CCF713EA9}" dt="2025-01-18T12:22:39.125" v="2507"/>
        <pc:sldMkLst>
          <pc:docMk/>
          <pc:sldMk cId="817768886" sldId="320"/>
        </pc:sldMkLst>
      </pc:sldChg>
      <pc:sldChg chg="modSp add replId">
        <pc:chgData name="Avinash Arun Chauhan" userId="S::avinash.chauhan@mahindrauniversity.edu.in::241b5f3e-36f4-4c61-9553-90e6a1c1b8a6" providerId="AD" clId="Web-{AB7E9CC4-D0FE-F3DD-DE81-506CCF713EA9}" dt="2025-01-18T12:25:22.335" v="2619" actId="20577"/>
        <pc:sldMkLst>
          <pc:docMk/>
          <pc:sldMk cId="3676104736" sldId="321"/>
        </pc:sldMkLst>
      </pc:sldChg>
      <pc:sldChg chg="modSp add replId">
        <pc:chgData name="Avinash Arun Chauhan" userId="S::avinash.chauhan@mahindrauniversity.edu.in::241b5f3e-36f4-4c61-9553-90e6a1c1b8a6" providerId="AD" clId="Web-{AB7E9CC4-D0FE-F3DD-DE81-506CCF713EA9}" dt="2025-01-18T12:24:10.222" v="2595" actId="20577"/>
        <pc:sldMkLst>
          <pc:docMk/>
          <pc:sldMk cId="3627241866" sldId="322"/>
        </pc:sldMkLst>
      </pc:sldChg>
    </pc:docChg>
  </pc:docChgLst>
  <pc:docChgLst>
    <pc:chgData name="Avinash Arun Chauhan" userId="S::avinash.chauhan@mahindrauniversity.edu.in::241b5f3e-36f4-4c61-9553-90e6a1c1b8a6" providerId="AD" clId="Web-{AA73B30D-C922-8CA1-7242-F7BB74F2625C}"/>
    <pc:docChg chg="addSld delSld modSld sldOrd">
      <pc:chgData name="Avinash Arun Chauhan" userId="S::avinash.chauhan@mahindrauniversity.edu.in::241b5f3e-36f4-4c61-9553-90e6a1c1b8a6" providerId="AD" clId="Web-{AA73B30D-C922-8CA1-7242-F7BB74F2625C}" dt="2025-02-03T07:06:05.690" v="689" actId="20577"/>
      <pc:docMkLst>
        <pc:docMk/>
      </pc:docMkLst>
      <pc:sldChg chg="del">
        <pc:chgData name="Avinash Arun Chauhan" userId="S::avinash.chauhan@mahindrauniversity.edu.in::241b5f3e-36f4-4c61-9553-90e6a1c1b8a6" providerId="AD" clId="Web-{AA73B30D-C922-8CA1-7242-F7BB74F2625C}" dt="2025-02-03T05:55:26.669" v="292"/>
        <pc:sldMkLst>
          <pc:docMk/>
          <pc:sldMk cId="3928791571" sldId="330"/>
        </pc:sldMkLst>
      </pc:sldChg>
      <pc:sldChg chg="del">
        <pc:chgData name="Avinash Arun Chauhan" userId="S::avinash.chauhan@mahindrauniversity.edu.in::241b5f3e-36f4-4c61-9553-90e6a1c1b8a6" providerId="AD" clId="Web-{AA73B30D-C922-8CA1-7242-F7BB74F2625C}" dt="2025-02-03T05:55:25.107" v="290"/>
        <pc:sldMkLst>
          <pc:docMk/>
          <pc:sldMk cId="3075298093" sldId="338"/>
        </pc:sldMkLst>
      </pc:sldChg>
      <pc:sldChg chg="del">
        <pc:chgData name="Avinash Arun Chauhan" userId="S::avinash.chauhan@mahindrauniversity.edu.in::241b5f3e-36f4-4c61-9553-90e6a1c1b8a6" providerId="AD" clId="Web-{AA73B30D-C922-8CA1-7242-F7BB74F2625C}" dt="2025-02-03T05:55:25.841" v="291"/>
        <pc:sldMkLst>
          <pc:docMk/>
          <pc:sldMk cId="3210930401" sldId="339"/>
        </pc:sldMkLst>
      </pc:sldChg>
      <pc:sldChg chg="modSp">
        <pc:chgData name="Avinash Arun Chauhan" userId="S::avinash.chauhan@mahindrauniversity.edu.in::241b5f3e-36f4-4c61-9553-90e6a1c1b8a6" providerId="AD" clId="Web-{AA73B30D-C922-8CA1-7242-F7BB74F2625C}" dt="2025-02-03T07:06:05.690" v="689" actId="20577"/>
        <pc:sldMkLst>
          <pc:docMk/>
          <pc:sldMk cId="3662289297" sldId="343"/>
        </pc:sldMkLst>
      </pc:sldChg>
      <pc:sldChg chg="modSp">
        <pc:chgData name="Avinash Arun Chauhan" userId="S::avinash.chauhan@mahindrauniversity.edu.in::241b5f3e-36f4-4c61-9553-90e6a1c1b8a6" providerId="AD" clId="Web-{AA73B30D-C922-8CA1-7242-F7BB74F2625C}" dt="2025-02-03T07:00:08.987" v="623" actId="20577"/>
        <pc:sldMkLst>
          <pc:docMk/>
          <pc:sldMk cId="1153999674" sldId="355"/>
        </pc:sldMkLst>
      </pc:sldChg>
      <pc:sldChg chg="addSp modSp ord modNotes">
        <pc:chgData name="Avinash Arun Chauhan" userId="S::avinash.chauhan@mahindrauniversity.edu.in::241b5f3e-36f4-4c61-9553-90e6a1c1b8a6" providerId="AD" clId="Web-{AA73B30D-C922-8CA1-7242-F7BB74F2625C}" dt="2025-02-03T04:57:30.322" v="138"/>
        <pc:sldMkLst>
          <pc:docMk/>
          <pc:sldMk cId="4238744636" sldId="372"/>
        </pc:sldMkLst>
      </pc:sldChg>
      <pc:sldChg chg="addSp modSp add del ord">
        <pc:chgData name="Avinash Arun Chauhan" userId="S::avinash.chauhan@mahindrauniversity.edu.in::241b5f3e-36f4-4c61-9553-90e6a1c1b8a6" providerId="AD" clId="Web-{AA73B30D-C922-8CA1-7242-F7BB74F2625C}" dt="2025-02-03T05:03:23.711" v="174"/>
        <pc:sldMkLst>
          <pc:docMk/>
          <pc:sldMk cId="1215175948" sldId="379"/>
        </pc:sldMkLst>
      </pc:sldChg>
      <pc:sldChg chg="addSp delSp modSp ord">
        <pc:chgData name="Avinash Arun Chauhan" userId="S::avinash.chauhan@mahindrauniversity.edu.in::241b5f3e-36f4-4c61-9553-90e6a1c1b8a6" providerId="AD" clId="Web-{AA73B30D-C922-8CA1-7242-F7BB74F2625C}" dt="2025-02-03T05:31:02.640" v="288"/>
        <pc:sldMkLst>
          <pc:docMk/>
          <pc:sldMk cId="3894528177" sldId="380"/>
        </pc:sldMkLst>
      </pc:sldChg>
      <pc:sldChg chg="modSp">
        <pc:chgData name="Avinash Arun Chauhan" userId="S::avinash.chauhan@mahindrauniversity.edu.in::241b5f3e-36f4-4c61-9553-90e6a1c1b8a6" providerId="AD" clId="Web-{AA73B30D-C922-8CA1-7242-F7BB74F2625C}" dt="2025-02-03T05:17:28.450" v="237" actId="20577"/>
        <pc:sldMkLst>
          <pc:docMk/>
          <pc:sldMk cId="278790401" sldId="383"/>
        </pc:sldMkLst>
      </pc:sldChg>
      <pc:sldChg chg="modSp">
        <pc:chgData name="Avinash Arun Chauhan" userId="S::avinash.chauhan@mahindrauniversity.edu.in::241b5f3e-36f4-4c61-9553-90e6a1c1b8a6" providerId="AD" clId="Web-{AA73B30D-C922-8CA1-7242-F7BB74F2625C}" dt="2025-02-03T05:24:07.716" v="259" actId="20577"/>
        <pc:sldMkLst>
          <pc:docMk/>
          <pc:sldMk cId="45710291" sldId="384"/>
        </pc:sldMkLst>
      </pc:sldChg>
      <pc:sldChg chg="modSp add replId">
        <pc:chgData name="Avinash Arun Chauhan" userId="S::avinash.chauhan@mahindrauniversity.edu.in::241b5f3e-36f4-4c61-9553-90e6a1c1b8a6" providerId="AD" clId="Web-{AA73B30D-C922-8CA1-7242-F7BB74F2625C}" dt="2025-02-03T04:45:40.120" v="50" actId="20577"/>
        <pc:sldMkLst>
          <pc:docMk/>
          <pc:sldMk cId="3390613039" sldId="386"/>
        </pc:sldMkLst>
      </pc:sldChg>
      <pc:sldChg chg="modSp add ord replId">
        <pc:chgData name="Avinash Arun Chauhan" userId="S::avinash.chauhan@mahindrauniversity.edu.in::241b5f3e-36f4-4c61-9553-90e6a1c1b8a6" providerId="AD" clId="Web-{AA73B30D-C922-8CA1-7242-F7BB74F2625C}" dt="2025-02-03T04:47:55.485" v="97" actId="20577"/>
        <pc:sldMkLst>
          <pc:docMk/>
          <pc:sldMk cId="1930055580" sldId="387"/>
        </pc:sldMkLst>
      </pc:sldChg>
      <pc:sldChg chg="modSp add replId">
        <pc:chgData name="Avinash Arun Chauhan" userId="S::avinash.chauhan@mahindrauniversity.edu.in::241b5f3e-36f4-4c61-9553-90e6a1c1b8a6" providerId="AD" clId="Web-{AA73B30D-C922-8CA1-7242-F7BB74F2625C}" dt="2025-02-03T04:48:47.112" v="110" actId="20577"/>
        <pc:sldMkLst>
          <pc:docMk/>
          <pc:sldMk cId="4197956168" sldId="388"/>
        </pc:sldMkLst>
      </pc:sldChg>
      <pc:sldChg chg="modSp add ord replId">
        <pc:chgData name="Avinash Arun Chauhan" userId="S::avinash.chauhan@mahindrauniversity.edu.in::241b5f3e-36f4-4c61-9553-90e6a1c1b8a6" providerId="AD" clId="Web-{AA73B30D-C922-8CA1-7242-F7BB74F2625C}" dt="2025-02-03T05:19:42.940" v="244" actId="20577"/>
        <pc:sldMkLst>
          <pc:docMk/>
          <pc:sldMk cId="1309432007" sldId="389"/>
        </pc:sldMkLst>
      </pc:sldChg>
      <pc:sldChg chg="modSp add replId">
        <pc:chgData name="Avinash Arun Chauhan" userId="S::avinash.chauhan@mahindrauniversity.edu.in::241b5f3e-36f4-4c61-9553-90e6a1c1b8a6" providerId="AD" clId="Web-{AA73B30D-C922-8CA1-7242-F7BB74F2625C}" dt="2025-02-03T05:03:51.041" v="190" actId="20577"/>
        <pc:sldMkLst>
          <pc:docMk/>
          <pc:sldMk cId="4178756537" sldId="390"/>
        </pc:sldMkLst>
      </pc:sldChg>
      <pc:sldChg chg="modSp add replId">
        <pc:chgData name="Avinash Arun Chauhan" userId="S::avinash.chauhan@mahindrauniversity.edu.in::241b5f3e-36f4-4c61-9553-90e6a1c1b8a6" providerId="AD" clId="Web-{AA73B30D-C922-8CA1-7242-F7BB74F2625C}" dt="2025-02-03T05:13:40.096" v="233" actId="20577"/>
        <pc:sldMkLst>
          <pc:docMk/>
          <pc:sldMk cId="1642163674" sldId="391"/>
        </pc:sldMkLst>
      </pc:sldChg>
      <pc:sldChg chg="modSp add ord replId">
        <pc:chgData name="Avinash Arun Chauhan" userId="S::avinash.chauhan@mahindrauniversity.edu.in::241b5f3e-36f4-4c61-9553-90e6a1c1b8a6" providerId="AD" clId="Web-{AA73B30D-C922-8CA1-7242-F7BB74F2625C}" dt="2025-02-03T05:35:48.433" v="289" actId="20577"/>
        <pc:sldMkLst>
          <pc:docMk/>
          <pc:sldMk cId="3166245324" sldId="392"/>
        </pc:sldMkLst>
      </pc:sldChg>
      <pc:sldChg chg="modSp add replId">
        <pc:chgData name="Avinash Arun Chauhan" userId="S::avinash.chauhan@mahindrauniversity.edu.in::241b5f3e-36f4-4c61-9553-90e6a1c1b8a6" providerId="AD" clId="Web-{AA73B30D-C922-8CA1-7242-F7BB74F2625C}" dt="2025-02-03T06:04:59.615" v="369" actId="20577"/>
        <pc:sldMkLst>
          <pc:docMk/>
          <pc:sldMk cId="3653590986" sldId="393"/>
        </pc:sldMkLst>
      </pc:sldChg>
      <pc:sldChg chg="modSp add ord replId">
        <pc:chgData name="Avinash Arun Chauhan" userId="S::avinash.chauhan@mahindrauniversity.edu.in::241b5f3e-36f4-4c61-9553-90e6a1c1b8a6" providerId="AD" clId="Web-{AA73B30D-C922-8CA1-7242-F7BB74F2625C}" dt="2025-02-03T06:37:36.150" v="394" actId="14100"/>
        <pc:sldMkLst>
          <pc:docMk/>
          <pc:sldMk cId="113107880" sldId="394"/>
        </pc:sldMkLst>
      </pc:sldChg>
      <pc:sldChg chg="modSp add replId">
        <pc:chgData name="Avinash Arun Chauhan" userId="S::avinash.chauhan@mahindrauniversity.edu.in::241b5f3e-36f4-4c61-9553-90e6a1c1b8a6" providerId="AD" clId="Web-{AA73B30D-C922-8CA1-7242-F7BB74F2625C}" dt="2025-02-03T06:59:47.861" v="611" actId="20577"/>
        <pc:sldMkLst>
          <pc:docMk/>
          <pc:sldMk cId="3754596656" sldId="395"/>
        </pc:sldMkLst>
      </pc:sldChg>
      <pc:sldChg chg="addSp delSp modSp add replId">
        <pc:chgData name="Avinash Arun Chauhan" userId="S::avinash.chauhan@mahindrauniversity.edu.in::241b5f3e-36f4-4c61-9553-90e6a1c1b8a6" providerId="AD" clId="Web-{AA73B30D-C922-8CA1-7242-F7BB74F2625C}" dt="2025-02-03T07:02:02.586" v="651" actId="1076"/>
        <pc:sldMkLst>
          <pc:docMk/>
          <pc:sldMk cId="1331974274" sldId="396"/>
        </pc:sldMkLst>
      </pc:sldChg>
      <pc:sldChg chg="addSp delSp modSp add replId">
        <pc:chgData name="Avinash Arun Chauhan" userId="S::avinash.chauhan@mahindrauniversity.edu.in::241b5f3e-36f4-4c61-9553-90e6a1c1b8a6" providerId="AD" clId="Web-{AA73B30D-C922-8CA1-7242-F7BB74F2625C}" dt="2025-02-03T07:03:01.604" v="669" actId="1076"/>
        <pc:sldMkLst>
          <pc:docMk/>
          <pc:sldMk cId="1676810814" sldId="397"/>
        </pc:sldMkLst>
      </pc:sldChg>
    </pc:docChg>
  </pc:docChgLst>
  <pc:docChgLst>
    <pc:chgData name="Avinash Arun Chauhan" userId="S::avinash.chauhan@mahindrauniversity.edu.in::241b5f3e-36f4-4c61-9553-90e6a1c1b8a6" providerId="AD" clId="Web-{F582C8EE-BC47-BB7D-C1BF-84110F70DB10}"/>
    <pc:docChg chg="modSld">
      <pc:chgData name="Avinash Arun Chauhan" userId="S::avinash.chauhan@mahindrauniversity.edu.in::241b5f3e-36f4-4c61-9553-90e6a1c1b8a6" providerId="AD" clId="Web-{F582C8EE-BC47-BB7D-C1BF-84110F70DB10}" dt="2025-02-17T10:19:01.837" v="143" actId="20577"/>
      <pc:docMkLst>
        <pc:docMk/>
      </pc:docMkLst>
      <pc:sldChg chg="modSp">
        <pc:chgData name="Avinash Arun Chauhan" userId="S::avinash.chauhan@mahindrauniversity.edu.in::241b5f3e-36f4-4c61-9553-90e6a1c1b8a6" providerId="AD" clId="Web-{F582C8EE-BC47-BB7D-C1BF-84110F70DB10}" dt="2025-02-17T08:17:35.085" v="9" actId="20577"/>
        <pc:sldMkLst>
          <pc:docMk/>
          <pc:sldMk cId="2802681030" sldId="425"/>
        </pc:sldMkLst>
      </pc:sldChg>
      <pc:sldChg chg="modSp">
        <pc:chgData name="Avinash Arun Chauhan" userId="S::avinash.chauhan@mahindrauniversity.edu.in::241b5f3e-36f4-4c61-9553-90e6a1c1b8a6" providerId="AD" clId="Web-{F582C8EE-BC47-BB7D-C1BF-84110F70DB10}" dt="2025-02-17T09:36:41.903" v="45" actId="20577"/>
        <pc:sldMkLst>
          <pc:docMk/>
          <pc:sldMk cId="3686490617" sldId="429"/>
        </pc:sldMkLst>
      </pc:sldChg>
      <pc:sldChg chg="modSp">
        <pc:chgData name="Avinash Arun Chauhan" userId="S::avinash.chauhan@mahindrauniversity.edu.in::241b5f3e-36f4-4c61-9553-90e6a1c1b8a6" providerId="AD" clId="Web-{F582C8EE-BC47-BB7D-C1BF-84110F70DB10}" dt="2025-02-17T08:21:42.767" v="29" actId="20577"/>
        <pc:sldMkLst>
          <pc:docMk/>
          <pc:sldMk cId="1125462947" sldId="438"/>
        </pc:sldMkLst>
      </pc:sldChg>
      <pc:sldChg chg="modSp">
        <pc:chgData name="Avinash Arun Chauhan" userId="S::avinash.chauhan@mahindrauniversity.edu.in::241b5f3e-36f4-4c61-9553-90e6a1c1b8a6" providerId="AD" clId="Web-{F582C8EE-BC47-BB7D-C1BF-84110F70DB10}" dt="2025-02-17T10:19:01.837" v="143" actId="20577"/>
        <pc:sldMkLst>
          <pc:docMk/>
          <pc:sldMk cId="685589665" sldId="439"/>
        </pc:sldMkLst>
      </pc:sldChg>
      <pc:sldChg chg="modSp">
        <pc:chgData name="Avinash Arun Chauhan" userId="S::avinash.chauhan@mahindrauniversity.edu.in::241b5f3e-36f4-4c61-9553-90e6a1c1b8a6" providerId="AD" clId="Web-{F582C8EE-BC47-BB7D-C1BF-84110F70DB10}" dt="2025-02-17T09:37:20.779" v="69" actId="20577"/>
        <pc:sldMkLst>
          <pc:docMk/>
          <pc:sldMk cId="2918292430" sldId="447"/>
        </pc:sldMkLst>
      </pc:sldChg>
      <pc:sldChg chg="modSp">
        <pc:chgData name="Avinash Arun Chauhan" userId="S::avinash.chauhan@mahindrauniversity.edu.in::241b5f3e-36f4-4c61-9553-90e6a1c1b8a6" providerId="AD" clId="Web-{F582C8EE-BC47-BB7D-C1BF-84110F70DB10}" dt="2025-02-17T08:28:35.595" v="35" actId="20577"/>
        <pc:sldMkLst>
          <pc:docMk/>
          <pc:sldMk cId="3007920269" sldId="452"/>
        </pc:sldMkLst>
      </pc:sldChg>
    </pc:docChg>
  </pc:docChgLst>
  <pc:docChgLst>
    <pc:chgData name="Avinash Arun Chauhan" userId="S::avinash.chauhan@mahindrauniversity.edu.in::241b5f3e-36f4-4c61-9553-90e6a1c1b8a6" providerId="AD" clId="Web-{C21D973D-348C-4C8E-91E8-927E40FC3DAF}"/>
    <pc:docChg chg="modSld">
      <pc:chgData name="Avinash Arun Chauhan" userId="S::avinash.chauhan@mahindrauniversity.edu.in::241b5f3e-36f4-4c61-9553-90e6a1c1b8a6" providerId="AD" clId="Web-{C21D973D-348C-4C8E-91E8-927E40FC3DAF}" dt="2025-01-17T13:46:38.126" v="114" actId="1076"/>
      <pc:docMkLst>
        <pc:docMk/>
      </pc:docMkLst>
      <pc:sldChg chg="addSp modSp">
        <pc:chgData name="Avinash Arun Chauhan" userId="S::avinash.chauhan@mahindrauniversity.edu.in::241b5f3e-36f4-4c61-9553-90e6a1c1b8a6" providerId="AD" clId="Web-{C21D973D-348C-4C8E-91E8-927E40FC3DAF}" dt="2025-01-17T13:46:38.126" v="114" actId="1076"/>
        <pc:sldMkLst>
          <pc:docMk/>
          <pc:sldMk cId="2029719128" sldId="274"/>
        </pc:sldMkLst>
      </pc:sldChg>
    </pc:docChg>
  </pc:docChgLst>
  <pc:docChgLst>
    <pc:chgData name="Avinash Arun Chauhan" userId="S::avinash.chauhan@mahindrauniversity.edu.in::241b5f3e-36f4-4c61-9553-90e6a1c1b8a6" providerId="AD" clId="Web-{C10FAA6F-49BB-A50F-77FD-8F0F1F6027B5}"/>
    <pc:docChg chg="addSld modSld">
      <pc:chgData name="Avinash Arun Chauhan" userId="S::avinash.chauhan@mahindrauniversity.edu.in::241b5f3e-36f4-4c61-9553-90e6a1c1b8a6" providerId="AD" clId="Web-{C10FAA6F-49BB-A50F-77FD-8F0F1F6027B5}" dt="2025-01-24T07:25:56.095" v="45" actId="1076"/>
      <pc:docMkLst>
        <pc:docMk/>
      </pc:docMkLst>
      <pc:sldChg chg="addSp delSp modSp add replId">
        <pc:chgData name="Avinash Arun Chauhan" userId="S::avinash.chauhan@mahindrauniversity.edu.in::241b5f3e-36f4-4c61-9553-90e6a1c1b8a6" providerId="AD" clId="Web-{C10FAA6F-49BB-A50F-77FD-8F0F1F6027B5}" dt="2025-01-24T07:25:27.344" v="36" actId="20577"/>
        <pc:sldMkLst>
          <pc:docMk/>
          <pc:sldMk cId="2898864194" sldId="369"/>
        </pc:sldMkLst>
      </pc:sldChg>
      <pc:sldChg chg="addSp delSp modSp add replId">
        <pc:chgData name="Avinash Arun Chauhan" userId="S::avinash.chauhan@mahindrauniversity.edu.in::241b5f3e-36f4-4c61-9553-90e6a1c1b8a6" providerId="AD" clId="Web-{C10FAA6F-49BB-A50F-77FD-8F0F1F6027B5}" dt="2025-01-24T07:25:56.095" v="45" actId="1076"/>
        <pc:sldMkLst>
          <pc:docMk/>
          <pc:sldMk cId="1949490953" sldId="370"/>
        </pc:sldMkLst>
      </pc:sldChg>
    </pc:docChg>
  </pc:docChgLst>
  <pc:docChgLst>
    <pc:chgData name="Avinash Arun Chauhan" userId="S::avinash.chauhan@mahindrauniversity.edu.in::241b5f3e-36f4-4c61-9553-90e6a1c1b8a6" providerId="AD" clId="Web-{93E60203-4A11-256C-2606-20F9145B4C5E}"/>
    <pc:docChg chg="modSld">
      <pc:chgData name="Avinash Arun Chauhan" userId="S::avinash.chauhan@mahindrauniversity.edu.in::241b5f3e-36f4-4c61-9553-90e6a1c1b8a6" providerId="AD" clId="Web-{93E60203-4A11-256C-2606-20F9145B4C5E}" dt="2022-09-14T05:57:35.259" v="13" actId="20577"/>
      <pc:docMkLst>
        <pc:docMk/>
      </pc:docMkLst>
      <pc:sldChg chg="modSp">
        <pc:chgData name="Avinash Arun Chauhan" userId="S::avinash.chauhan@mahindrauniversity.edu.in::241b5f3e-36f4-4c61-9553-90e6a1c1b8a6" providerId="AD" clId="Web-{93E60203-4A11-256C-2606-20F9145B4C5E}" dt="2022-09-14T05:57:35.259" v="13" actId="20577"/>
        <pc:sldMkLst>
          <pc:docMk/>
          <pc:sldMk cId="1540275285" sldId="256"/>
        </pc:sldMkLst>
      </pc:sldChg>
      <pc:sldChg chg="modSp">
        <pc:chgData name="Avinash Arun Chauhan" userId="S::avinash.chauhan@mahindrauniversity.edu.in::241b5f3e-36f4-4c61-9553-90e6a1c1b8a6" providerId="AD" clId="Web-{93E60203-4A11-256C-2606-20F9145B4C5E}" dt="2022-09-14T05:53:16.547" v="5" actId="20577"/>
        <pc:sldMkLst>
          <pc:docMk/>
          <pc:sldMk cId="3834488751" sldId="263"/>
        </pc:sldMkLst>
      </pc:sldChg>
    </pc:docChg>
  </pc:docChgLst>
  <pc:docChgLst>
    <pc:chgData name="Avinash Arun Chauhan" userId="S::avinash.chauhan@mahindrauniversity.edu.in::241b5f3e-36f4-4c61-9553-90e6a1c1b8a6" providerId="AD" clId="Web-{FE990829-D28F-469B-345C-EE3618E5848F}"/>
    <pc:docChg chg="modSld">
      <pc:chgData name="Avinash Arun Chauhan" userId="S::avinash.chauhan@mahindrauniversity.edu.in::241b5f3e-36f4-4c61-9553-90e6a1c1b8a6" providerId="AD" clId="Web-{FE990829-D28F-469B-345C-EE3618E5848F}" dt="2023-08-14T14:59:48.121" v="0" actId="20577"/>
      <pc:docMkLst>
        <pc:docMk/>
      </pc:docMkLst>
      <pc:sldChg chg="modSp">
        <pc:chgData name="Avinash Arun Chauhan" userId="S::avinash.chauhan@mahindrauniversity.edu.in::241b5f3e-36f4-4c61-9553-90e6a1c1b8a6" providerId="AD" clId="Web-{FE990829-D28F-469B-345C-EE3618E5848F}" dt="2023-08-14T14:59:48.121" v="0" actId="20577"/>
        <pc:sldMkLst>
          <pc:docMk/>
          <pc:sldMk cId="3615545428" sldId="259"/>
        </pc:sldMkLst>
      </pc:sldChg>
    </pc:docChg>
  </pc:docChgLst>
  <pc:docChgLst>
    <pc:chgData name="Avinash Arun Chauhan" userId="S::avinash.chauhan@mahindrauniversity.edu.in::241b5f3e-36f4-4c61-9553-90e6a1c1b8a6" providerId="AD" clId="Web-{A3D0EA8E-F272-DFB1-5A2A-0D10F8D2DF89}"/>
    <pc:docChg chg="addSld delSld modSld">
      <pc:chgData name="Avinash Arun Chauhan" userId="S::avinash.chauhan@mahindrauniversity.edu.in::241b5f3e-36f4-4c61-9553-90e6a1c1b8a6" providerId="AD" clId="Web-{A3D0EA8E-F272-DFB1-5A2A-0D10F8D2DF89}" dt="2025-03-07T12:27:09.963" v="136" actId="20577"/>
      <pc:docMkLst>
        <pc:docMk/>
      </pc:docMkLst>
      <pc:sldChg chg="modSp">
        <pc:chgData name="Avinash Arun Chauhan" userId="S::avinash.chauhan@mahindrauniversity.edu.in::241b5f3e-36f4-4c61-9553-90e6a1c1b8a6" providerId="AD" clId="Web-{A3D0EA8E-F272-DFB1-5A2A-0D10F8D2DF89}" dt="2025-03-07T12:26:52.994" v="123" actId="20577"/>
        <pc:sldMkLst>
          <pc:docMk/>
          <pc:sldMk cId="2459760131" sldId="524"/>
        </pc:sldMkLst>
        <pc:spChg chg="mod">
          <ac:chgData name="Avinash Arun Chauhan" userId="S::avinash.chauhan@mahindrauniversity.edu.in::241b5f3e-36f4-4c61-9553-90e6a1c1b8a6" providerId="AD" clId="Web-{A3D0EA8E-F272-DFB1-5A2A-0D10F8D2DF89}" dt="2025-03-07T12:26:52.994" v="123" actId="20577"/>
          <ac:spMkLst>
            <pc:docMk/>
            <pc:sldMk cId="2459760131" sldId="524"/>
            <ac:spMk id="3" creationId="{D66A1C91-2CFA-F0AE-799D-FBEE34CD89C2}"/>
          </ac:spMkLst>
        </pc:spChg>
      </pc:sldChg>
      <pc:sldChg chg="modSp">
        <pc:chgData name="Avinash Arun Chauhan" userId="S::avinash.chauhan@mahindrauniversity.edu.in::241b5f3e-36f4-4c61-9553-90e6a1c1b8a6" providerId="AD" clId="Web-{A3D0EA8E-F272-DFB1-5A2A-0D10F8D2DF89}" dt="2025-03-07T12:27:09.963" v="136" actId="20577"/>
        <pc:sldMkLst>
          <pc:docMk/>
          <pc:sldMk cId="2759698473" sldId="527"/>
        </pc:sldMkLst>
        <pc:spChg chg="mod">
          <ac:chgData name="Avinash Arun Chauhan" userId="S::avinash.chauhan@mahindrauniversity.edu.in::241b5f3e-36f4-4c61-9553-90e6a1c1b8a6" providerId="AD" clId="Web-{A3D0EA8E-F272-DFB1-5A2A-0D10F8D2DF89}" dt="2025-03-07T12:27:09.963" v="136" actId="20577"/>
          <ac:spMkLst>
            <pc:docMk/>
            <pc:sldMk cId="2759698473" sldId="527"/>
            <ac:spMk id="3" creationId="{B9657582-A812-E808-9D17-E270286AA099}"/>
          </ac:spMkLst>
        </pc:spChg>
      </pc:sldChg>
      <pc:sldChg chg="modSp add replId">
        <pc:chgData name="Avinash Arun Chauhan" userId="S::avinash.chauhan@mahindrauniversity.edu.in::241b5f3e-36f4-4c61-9553-90e6a1c1b8a6" providerId="AD" clId="Web-{A3D0EA8E-F272-DFB1-5A2A-0D10F8D2DF89}" dt="2025-03-07T12:23:57.017" v="71" actId="20577"/>
        <pc:sldMkLst>
          <pc:docMk/>
          <pc:sldMk cId="2249390123" sldId="531"/>
        </pc:sldMkLst>
        <pc:spChg chg="mod">
          <ac:chgData name="Avinash Arun Chauhan" userId="S::avinash.chauhan@mahindrauniversity.edu.in::241b5f3e-36f4-4c61-9553-90e6a1c1b8a6" providerId="AD" clId="Web-{A3D0EA8E-F272-DFB1-5A2A-0D10F8D2DF89}" dt="2025-03-07T12:13:34.522" v="15" actId="20577"/>
          <ac:spMkLst>
            <pc:docMk/>
            <pc:sldMk cId="2249390123" sldId="531"/>
            <ac:spMk id="2" creationId="{733F3C89-1171-14C7-A0B9-643B224D5B2A}"/>
          </ac:spMkLst>
        </pc:spChg>
        <pc:spChg chg="mod">
          <ac:chgData name="Avinash Arun Chauhan" userId="S::avinash.chauhan@mahindrauniversity.edu.in::241b5f3e-36f4-4c61-9553-90e6a1c1b8a6" providerId="AD" clId="Web-{A3D0EA8E-F272-DFB1-5A2A-0D10F8D2DF89}" dt="2025-03-07T12:23:57.017" v="71" actId="20577"/>
          <ac:spMkLst>
            <pc:docMk/>
            <pc:sldMk cId="2249390123" sldId="531"/>
            <ac:spMk id="3" creationId="{62064723-A3EB-6C46-1F82-BFDEA3DB16AF}"/>
          </ac:spMkLst>
        </pc:spChg>
      </pc:sldChg>
      <pc:sldChg chg="modSp add replId">
        <pc:chgData name="Avinash Arun Chauhan" userId="S::avinash.chauhan@mahindrauniversity.edu.in::241b5f3e-36f4-4c61-9553-90e6a1c1b8a6" providerId="AD" clId="Web-{A3D0EA8E-F272-DFB1-5A2A-0D10F8D2DF89}" dt="2025-03-07T12:25:09.380" v="97" actId="20577"/>
        <pc:sldMkLst>
          <pc:docMk/>
          <pc:sldMk cId="4032944436" sldId="532"/>
        </pc:sldMkLst>
        <pc:spChg chg="mod">
          <ac:chgData name="Avinash Arun Chauhan" userId="S::avinash.chauhan@mahindrauniversity.edu.in::241b5f3e-36f4-4c61-9553-90e6a1c1b8a6" providerId="AD" clId="Web-{A3D0EA8E-F272-DFB1-5A2A-0D10F8D2DF89}" dt="2025-03-07T12:23:19.203" v="59" actId="20577"/>
          <ac:spMkLst>
            <pc:docMk/>
            <pc:sldMk cId="4032944436" sldId="532"/>
            <ac:spMk id="2" creationId="{4663B9F4-8CA2-FF57-62AE-573ABDB1D86E}"/>
          </ac:spMkLst>
        </pc:spChg>
        <pc:spChg chg="mod">
          <ac:chgData name="Avinash Arun Chauhan" userId="S::avinash.chauhan@mahindrauniversity.edu.in::241b5f3e-36f4-4c61-9553-90e6a1c1b8a6" providerId="AD" clId="Web-{A3D0EA8E-F272-DFB1-5A2A-0D10F8D2DF89}" dt="2025-03-07T12:25:09.380" v="97" actId="20577"/>
          <ac:spMkLst>
            <pc:docMk/>
            <pc:sldMk cId="4032944436" sldId="532"/>
            <ac:spMk id="3" creationId="{E560D15B-9FB6-210B-46BA-B056F50A4F3A}"/>
          </ac:spMkLst>
        </pc:spChg>
      </pc:sldChg>
      <pc:sldChg chg="modSp add del replId">
        <pc:chgData name="Avinash Arun Chauhan" userId="S::avinash.chauhan@mahindrauniversity.edu.in::241b5f3e-36f4-4c61-9553-90e6a1c1b8a6" providerId="AD" clId="Web-{A3D0EA8E-F272-DFB1-5A2A-0D10F8D2DF89}" dt="2025-03-07T12:24:17.049" v="73"/>
        <pc:sldMkLst>
          <pc:docMk/>
          <pc:sldMk cId="3652495872" sldId="533"/>
        </pc:sldMkLst>
        <pc:spChg chg="mod">
          <ac:chgData name="Avinash Arun Chauhan" userId="S::avinash.chauhan@mahindrauniversity.edu.in::241b5f3e-36f4-4c61-9553-90e6a1c1b8a6" providerId="AD" clId="Web-{A3D0EA8E-F272-DFB1-5A2A-0D10F8D2DF89}" dt="2025-03-07T12:22:59.093" v="57" actId="20577"/>
          <ac:spMkLst>
            <pc:docMk/>
            <pc:sldMk cId="3652495872" sldId="533"/>
            <ac:spMk id="2" creationId="{9D344FBE-913D-24EC-B59E-B4E40576662D}"/>
          </ac:spMkLst>
        </pc:spChg>
      </pc:sldChg>
      <pc:sldChg chg="modSp add replId">
        <pc:chgData name="Avinash Arun Chauhan" userId="S::avinash.chauhan@mahindrauniversity.edu.in::241b5f3e-36f4-4c61-9553-90e6a1c1b8a6" providerId="AD" clId="Web-{A3D0EA8E-F272-DFB1-5A2A-0D10F8D2DF89}" dt="2025-03-07T12:25:35.240" v="114" actId="20577"/>
        <pc:sldMkLst>
          <pc:docMk/>
          <pc:sldMk cId="1554376908" sldId="534"/>
        </pc:sldMkLst>
        <pc:spChg chg="mod">
          <ac:chgData name="Avinash Arun Chauhan" userId="S::avinash.chauhan@mahindrauniversity.edu.in::241b5f3e-36f4-4c61-9553-90e6a1c1b8a6" providerId="AD" clId="Web-{A3D0EA8E-F272-DFB1-5A2A-0D10F8D2DF89}" dt="2025-03-07T12:24:22.315" v="74" actId="20577"/>
          <ac:spMkLst>
            <pc:docMk/>
            <pc:sldMk cId="1554376908" sldId="534"/>
            <ac:spMk id="2" creationId="{DDA62F46-A805-6E05-A362-19130A319291}"/>
          </ac:spMkLst>
        </pc:spChg>
        <pc:spChg chg="mod">
          <ac:chgData name="Avinash Arun Chauhan" userId="S::avinash.chauhan@mahindrauniversity.edu.in::241b5f3e-36f4-4c61-9553-90e6a1c1b8a6" providerId="AD" clId="Web-{A3D0EA8E-F272-DFB1-5A2A-0D10F8D2DF89}" dt="2025-03-07T12:25:35.240" v="114" actId="20577"/>
          <ac:spMkLst>
            <pc:docMk/>
            <pc:sldMk cId="1554376908" sldId="534"/>
            <ac:spMk id="3" creationId="{3AFD21E8-D6D0-FFFF-8889-853AAB954D06}"/>
          </ac:spMkLst>
        </pc:spChg>
      </pc:sldChg>
    </pc:docChg>
  </pc:docChgLst>
  <pc:docChgLst>
    <pc:chgData name="Avinash Arun Chauhan" userId="S::avinash.chauhan@mahindrauniversity.edu.in::241b5f3e-36f4-4c61-9553-90e6a1c1b8a6" providerId="AD" clId="Web-{4D05BC8B-4836-89A8-8913-765983530344}"/>
    <pc:docChg chg="addSld delSld modSld">
      <pc:chgData name="Avinash Arun Chauhan" userId="S::avinash.chauhan@mahindrauniversity.edu.in::241b5f3e-36f4-4c61-9553-90e6a1c1b8a6" providerId="AD" clId="Web-{4D05BC8B-4836-89A8-8913-765983530344}" dt="2025-02-17T12:22:54.477" v="162"/>
      <pc:docMkLst>
        <pc:docMk/>
      </pc:docMkLst>
      <pc:sldChg chg="modSp">
        <pc:chgData name="Avinash Arun Chauhan" userId="S::avinash.chauhan@mahindrauniversity.edu.in::241b5f3e-36f4-4c61-9553-90e6a1c1b8a6" providerId="AD" clId="Web-{4D05BC8B-4836-89A8-8913-765983530344}" dt="2025-02-17T12:09:21.115" v="85" actId="20577"/>
        <pc:sldMkLst>
          <pc:docMk/>
          <pc:sldMk cId="685589665" sldId="439"/>
        </pc:sldMkLst>
      </pc:sldChg>
      <pc:sldChg chg="addSp delSp modSp add del replId">
        <pc:chgData name="Avinash Arun Chauhan" userId="S::avinash.chauhan@mahindrauniversity.edu.in::241b5f3e-36f4-4c61-9553-90e6a1c1b8a6" providerId="AD" clId="Web-{4D05BC8B-4836-89A8-8913-765983530344}" dt="2025-02-17T12:22:54.477" v="162"/>
        <pc:sldMkLst>
          <pc:docMk/>
          <pc:sldMk cId="327720133" sldId="459"/>
        </pc:sldMkLst>
      </pc:sldChg>
    </pc:docChg>
  </pc:docChgLst>
  <pc:docChgLst>
    <pc:chgData name="Avinash Arun Chauhan" userId="S::avinash.chauhan@mahindrauniversity.edu.in::241b5f3e-36f4-4c61-9553-90e6a1c1b8a6" providerId="AD" clId="Web-{5FA345A0-BA26-FB96-A546-CE3232C30B69}"/>
    <pc:docChg chg="modSld">
      <pc:chgData name="Avinash Arun Chauhan" userId="S::avinash.chauhan@mahindrauniversity.edu.in::241b5f3e-36f4-4c61-9553-90e6a1c1b8a6" providerId="AD" clId="Web-{5FA345A0-BA26-FB96-A546-CE3232C30B69}" dt="2023-08-09T06:04:45.828" v="16" actId="20577"/>
      <pc:docMkLst>
        <pc:docMk/>
      </pc:docMkLst>
      <pc:sldChg chg="modSp">
        <pc:chgData name="Avinash Arun Chauhan" userId="S::avinash.chauhan@mahindrauniversity.edu.in::241b5f3e-36f4-4c61-9553-90e6a1c1b8a6" providerId="AD" clId="Web-{5FA345A0-BA26-FB96-A546-CE3232C30B69}" dt="2023-08-09T06:04:45.828" v="16" actId="20577"/>
        <pc:sldMkLst>
          <pc:docMk/>
          <pc:sldMk cId="3615545428" sldId="259"/>
        </pc:sldMkLst>
      </pc:sldChg>
    </pc:docChg>
  </pc:docChgLst>
  <pc:docChgLst>
    <pc:chgData name="Avinash Arun Chauhan" userId="S::avinash.chauhan@mahindrauniversity.edu.in::241b5f3e-36f4-4c61-9553-90e6a1c1b8a6" providerId="AD" clId="Web-{65234591-7008-420B-F33B-8F98E6D1A643}"/>
    <pc:docChg chg="addSld delSld modSld sldOrd">
      <pc:chgData name="Avinash Arun Chauhan" userId="S::avinash.chauhan@mahindrauniversity.edu.in::241b5f3e-36f4-4c61-9553-90e6a1c1b8a6" providerId="AD" clId="Web-{65234591-7008-420B-F33B-8F98E6D1A643}" dt="2025-01-28T07:43:19.411" v="685" actId="20577"/>
      <pc:docMkLst>
        <pc:docMk/>
      </pc:docMkLst>
      <pc:sldChg chg="modSp">
        <pc:chgData name="Avinash Arun Chauhan" userId="S::avinash.chauhan@mahindrauniversity.edu.in::241b5f3e-36f4-4c61-9553-90e6a1c1b8a6" providerId="AD" clId="Web-{65234591-7008-420B-F33B-8F98E6D1A643}" dt="2025-01-28T07:42:30.034" v="660" actId="20577"/>
        <pc:sldMkLst>
          <pc:docMk/>
          <pc:sldMk cId="1153999674" sldId="355"/>
        </pc:sldMkLst>
      </pc:sldChg>
      <pc:sldChg chg="addSp modSp">
        <pc:chgData name="Avinash Arun Chauhan" userId="S::avinash.chauhan@mahindrauniversity.edu.in::241b5f3e-36f4-4c61-9553-90e6a1c1b8a6" providerId="AD" clId="Web-{65234591-7008-420B-F33B-8F98E6D1A643}" dt="2025-01-28T07:43:19.411" v="685" actId="20577"/>
        <pc:sldMkLst>
          <pc:docMk/>
          <pc:sldMk cId="4056035360" sldId="357"/>
        </pc:sldMkLst>
      </pc:sldChg>
      <pc:sldChg chg="add del">
        <pc:chgData name="Avinash Arun Chauhan" userId="S::avinash.chauhan@mahindrauniversity.edu.in::241b5f3e-36f4-4c61-9553-90e6a1c1b8a6" providerId="AD" clId="Web-{65234591-7008-420B-F33B-8F98E6D1A643}" dt="2025-01-28T07:42:49.285" v="662"/>
        <pc:sldMkLst>
          <pc:docMk/>
          <pc:sldMk cId="1406407962" sldId="358"/>
        </pc:sldMkLst>
      </pc:sldChg>
      <pc:sldChg chg="addSp delSp modSp add ord replId">
        <pc:chgData name="Avinash Arun Chauhan" userId="S::avinash.chauhan@mahindrauniversity.edu.in::241b5f3e-36f4-4c61-9553-90e6a1c1b8a6" providerId="AD" clId="Web-{65234591-7008-420B-F33B-8F98E6D1A643}" dt="2025-01-28T07:41:59.330" v="659" actId="20577"/>
        <pc:sldMkLst>
          <pc:docMk/>
          <pc:sldMk cId="1313524152" sldId="373"/>
        </pc:sldMkLst>
      </pc:sldChg>
    </pc:docChg>
  </pc:docChgLst>
  <pc:docChgLst>
    <pc:chgData name="Avinash Arun Chauhan" userId="S::avinash.chauhan@mahindrauniversity.edu.in::241b5f3e-36f4-4c61-9553-90e6a1c1b8a6" providerId="AD" clId="Web-{4F466EE7-B0AB-FF18-4B78-EF577BD3B6CB}"/>
    <pc:docChg chg="modSld">
      <pc:chgData name="Avinash Arun Chauhan" userId="S::avinash.chauhan@mahindrauniversity.edu.in::241b5f3e-36f4-4c61-9553-90e6a1c1b8a6" providerId="AD" clId="Web-{4F466EE7-B0AB-FF18-4B78-EF577BD3B6CB}" dt="2025-01-24T07:38:19.668" v="14" actId="20577"/>
      <pc:docMkLst>
        <pc:docMk/>
      </pc:docMkLst>
      <pc:sldChg chg="modSp">
        <pc:chgData name="Avinash Arun Chauhan" userId="S::avinash.chauhan@mahindrauniversity.edu.in::241b5f3e-36f4-4c61-9553-90e6a1c1b8a6" providerId="AD" clId="Web-{4F466EE7-B0AB-FF18-4B78-EF577BD3B6CB}" dt="2025-01-24T07:38:19.668" v="14" actId="20577"/>
        <pc:sldMkLst>
          <pc:docMk/>
          <pc:sldMk cId="1153999674" sldId="355"/>
        </pc:sldMkLst>
      </pc:sldChg>
    </pc:docChg>
  </pc:docChgLst>
  <pc:docChgLst>
    <pc:chgData name="Avinash Arun Chauhan" userId="S::avinash.chauhan@mahindrauniversity.edu.in::241b5f3e-36f4-4c61-9553-90e6a1c1b8a6" providerId="AD" clId="Web-{37716F71-B90C-68C8-A07E-03C28CE4A4B9}"/>
    <pc:docChg chg="addSld delSld modSld sldOrd">
      <pc:chgData name="Avinash Arun Chauhan" userId="S::avinash.chauhan@mahindrauniversity.edu.in::241b5f3e-36f4-4c61-9553-90e6a1c1b8a6" providerId="AD" clId="Web-{37716F71-B90C-68C8-A07E-03C28CE4A4B9}" dt="2025-01-24T06:43:56.628" v="838" actId="20577"/>
      <pc:docMkLst>
        <pc:docMk/>
      </pc:docMkLst>
      <pc:sldChg chg="modSp">
        <pc:chgData name="Avinash Arun Chauhan" userId="S::avinash.chauhan@mahindrauniversity.edu.in::241b5f3e-36f4-4c61-9553-90e6a1c1b8a6" providerId="AD" clId="Web-{37716F71-B90C-68C8-A07E-03C28CE4A4B9}" dt="2025-01-24T06:43:56.628" v="838" actId="20577"/>
        <pc:sldMkLst>
          <pc:docMk/>
          <pc:sldMk cId="858546598" sldId="336"/>
        </pc:sldMkLst>
      </pc:sldChg>
      <pc:sldChg chg="addSp delSp modSp add replId">
        <pc:chgData name="Avinash Arun Chauhan" userId="S::avinash.chauhan@mahindrauniversity.edu.in::241b5f3e-36f4-4c61-9553-90e6a1c1b8a6" providerId="AD" clId="Web-{37716F71-B90C-68C8-A07E-03C28CE4A4B9}" dt="2025-01-24T05:58:15.701" v="12" actId="1076"/>
        <pc:sldMkLst>
          <pc:docMk/>
          <pc:sldMk cId="3779786542" sldId="364"/>
        </pc:sldMkLst>
      </pc:sldChg>
      <pc:sldChg chg="modSp add del ord replId">
        <pc:chgData name="Avinash Arun Chauhan" userId="S::avinash.chauhan@mahindrauniversity.edu.in::241b5f3e-36f4-4c61-9553-90e6a1c1b8a6" providerId="AD" clId="Web-{37716F71-B90C-68C8-A07E-03C28CE4A4B9}" dt="2025-01-24T06:10:37.696" v="53"/>
        <pc:sldMkLst>
          <pc:docMk/>
          <pc:sldMk cId="567046635" sldId="365"/>
        </pc:sldMkLst>
      </pc:sldChg>
      <pc:sldChg chg="modSp add replId">
        <pc:chgData name="Avinash Arun Chauhan" userId="S::avinash.chauhan@mahindrauniversity.edu.in::241b5f3e-36f4-4c61-9553-90e6a1c1b8a6" providerId="AD" clId="Web-{37716F71-B90C-68C8-A07E-03C28CE4A4B9}" dt="2025-01-24T06:18:56.230" v="168" actId="20577"/>
        <pc:sldMkLst>
          <pc:docMk/>
          <pc:sldMk cId="3011812231" sldId="366"/>
        </pc:sldMkLst>
      </pc:sldChg>
      <pc:sldChg chg="modSp add replId">
        <pc:chgData name="Avinash Arun Chauhan" userId="S::avinash.chauhan@mahindrauniversity.edu.in::241b5f3e-36f4-4c61-9553-90e6a1c1b8a6" providerId="AD" clId="Web-{37716F71-B90C-68C8-A07E-03C28CE4A4B9}" dt="2025-01-24T06:26:55.294" v="546" actId="20577"/>
        <pc:sldMkLst>
          <pc:docMk/>
          <pc:sldMk cId="2388618079" sldId="367"/>
        </pc:sldMkLst>
      </pc:sldChg>
      <pc:sldChg chg="modSp add replId">
        <pc:chgData name="Avinash Arun Chauhan" userId="S::avinash.chauhan@mahindrauniversity.edu.in::241b5f3e-36f4-4c61-9553-90e6a1c1b8a6" providerId="AD" clId="Web-{37716F71-B90C-68C8-A07E-03C28CE4A4B9}" dt="2025-01-24T06:32:38.416" v="821" actId="20577"/>
        <pc:sldMkLst>
          <pc:docMk/>
          <pc:sldMk cId="1689753424" sldId="368"/>
        </pc:sldMkLst>
      </pc:sldChg>
    </pc:docChg>
  </pc:docChgLst>
  <pc:docChgLst>
    <pc:chgData name="Avinash Arun Chauhan" userId="S::avinash.chauhan@mahindrauniversity.edu.in::241b5f3e-36f4-4c61-9553-90e6a1c1b8a6" providerId="AD" clId="Web-{70B731EF-8EAA-4408-4FD8-EF98CB397D69}"/>
    <pc:docChg chg="addSld modSld sldOrd">
      <pc:chgData name="Avinash Arun Chauhan" userId="S::avinash.chauhan@mahindrauniversity.edu.in::241b5f3e-36f4-4c61-9553-90e6a1c1b8a6" providerId="AD" clId="Web-{70B731EF-8EAA-4408-4FD8-EF98CB397D69}" dt="2025-03-07T12:12:08.999" v="398" actId="1076"/>
      <pc:docMkLst>
        <pc:docMk/>
      </pc:docMkLst>
      <pc:sldChg chg="modSp">
        <pc:chgData name="Avinash Arun Chauhan" userId="S::avinash.chauhan@mahindrauniversity.edu.in::241b5f3e-36f4-4c61-9553-90e6a1c1b8a6" providerId="AD" clId="Web-{70B731EF-8EAA-4408-4FD8-EF98CB397D69}" dt="2025-03-07T11:56:28.783" v="174" actId="20577"/>
        <pc:sldMkLst>
          <pc:docMk/>
          <pc:sldMk cId="2459760131" sldId="524"/>
        </pc:sldMkLst>
        <pc:spChg chg="mod">
          <ac:chgData name="Avinash Arun Chauhan" userId="S::avinash.chauhan@mahindrauniversity.edu.in::241b5f3e-36f4-4c61-9553-90e6a1c1b8a6" providerId="AD" clId="Web-{70B731EF-8EAA-4408-4FD8-EF98CB397D69}" dt="2025-03-07T11:56:28.783" v="174" actId="20577"/>
          <ac:spMkLst>
            <pc:docMk/>
            <pc:sldMk cId="2459760131" sldId="524"/>
            <ac:spMk id="3" creationId="{D66A1C91-2CFA-F0AE-799D-FBEE34CD89C2}"/>
          </ac:spMkLst>
        </pc:spChg>
      </pc:sldChg>
      <pc:sldChg chg="addSp modSp add replId">
        <pc:chgData name="Avinash Arun Chauhan" userId="S::avinash.chauhan@mahindrauniversity.edu.in::241b5f3e-36f4-4c61-9553-90e6a1c1b8a6" providerId="AD" clId="Web-{70B731EF-8EAA-4408-4FD8-EF98CB397D69}" dt="2025-03-07T11:59:45.883" v="281" actId="14100"/>
        <pc:sldMkLst>
          <pc:docMk/>
          <pc:sldMk cId="1810632395" sldId="525"/>
        </pc:sldMkLst>
        <pc:spChg chg="mod">
          <ac:chgData name="Avinash Arun Chauhan" userId="S::avinash.chauhan@mahindrauniversity.edu.in::241b5f3e-36f4-4c61-9553-90e6a1c1b8a6" providerId="AD" clId="Web-{70B731EF-8EAA-4408-4FD8-EF98CB397D69}" dt="2025-03-07T11:58:48.506" v="276" actId="20577"/>
          <ac:spMkLst>
            <pc:docMk/>
            <pc:sldMk cId="1810632395" sldId="525"/>
            <ac:spMk id="3" creationId="{0E884451-BE03-7A6C-DB72-1B2120D19292}"/>
          </ac:spMkLst>
        </pc:spChg>
        <pc:picChg chg="add mod modCrop">
          <ac:chgData name="Avinash Arun Chauhan" userId="S::avinash.chauhan@mahindrauniversity.edu.in::241b5f3e-36f4-4c61-9553-90e6a1c1b8a6" providerId="AD" clId="Web-{70B731EF-8EAA-4408-4FD8-EF98CB397D69}" dt="2025-03-07T11:59:45.883" v="281" actId="14100"/>
          <ac:picMkLst>
            <pc:docMk/>
            <pc:sldMk cId="1810632395" sldId="525"/>
            <ac:picMk id="4" creationId="{F3BF6FDD-7141-E273-4518-F2871BCAFB90}"/>
          </ac:picMkLst>
        </pc:picChg>
      </pc:sldChg>
      <pc:sldChg chg="addSp modSp add replId">
        <pc:chgData name="Avinash Arun Chauhan" userId="S::avinash.chauhan@mahindrauniversity.edu.in::241b5f3e-36f4-4c61-9553-90e6a1c1b8a6" providerId="AD" clId="Web-{70B731EF-8EAA-4408-4FD8-EF98CB397D69}" dt="2025-03-07T12:01:18.417" v="289" actId="14100"/>
        <pc:sldMkLst>
          <pc:docMk/>
          <pc:sldMk cId="31880306" sldId="526"/>
        </pc:sldMkLst>
        <pc:spChg chg="mod">
          <ac:chgData name="Avinash Arun Chauhan" userId="S::avinash.chauhan@mahindrauniversity.edu.in::241b5f3e-36f4-4c61-9553-90e6a1c1b8a6" providerId="AD" clId="Web-{70B731EF-8EAA-4408-4FD8-EF98CB397D69}" dt="2025-03-07T11:59:59.930" v="283" actId="20577"/>
          <ac:spMkLst>
            <pc:docMk/>
            <pc:sldMk cId="31880306" sldId="526"/>
            <ac:spMk id="2" creationId="{15DC942A-58BB-486E-41B3-558D9892F87A}"/>
          </ac:spMkLst>
        </pc:spChg>
        <pc:spChg chg="mod">
          <ac:chgData name="Avinash Arun Chauhan" userId="S::avinash.chauhan@mahindrauniversity.edu.in::241b5f3e-36f4-4c61-9553-90e6a1c1b8a6" providerId="AD" clId="Web-{70B731EF-8EAA-4408-4FD8-EF98CB397D69}" dt="2025-03-07T11:59:56.258" v="282" actId="20577"/>
          <ac:spMkLst>
            <pc:docMk/>
            <pc:sldMk cId="31880306" sldId="526"/>
            <ac:spMk id="3" creationId="{732BDF2D-288F-C87C-12F7-34EED5CEEE78}"/>
          </ac:spMkLst>
        </pc:spChg>
        <pc:picChg chg="add mod modCrop">
          <ac:chgData name="Avinash Arun Chauhan" userId="S::avinash.chauhan@mahindrauniversity.edu.in::241b5f3e-36f4-4c61-9553-90e6a1c1b8a6" providerId="AD" clId="Web-{70B731EF-8EAA-4408-4FD8-EF98CB397D69}" dt="2025-03-07T12:01:18.417" v="289" actId="14100"/>
          <ac:picMkLst>
            <pc:docMk/>
            <pc:sldMk cId="31880306" sldId="526"/>
            <ac:picMk id="4" creationId="{2A4CD60B-58C9-BC81-BE5F-31CF75F75957}"/>
          </ac:picMkLst>
        </pc:picChg>
      </pc:sldChg>
      <pc:sldChg chg="modSp add ord replId">
        <pc:chgData name="Avinash Arun Chauhan" userId="S::avinash.chauhan@mahindrauniversity.edu.in::241b5f3e-36f4-4c61-9553-90e6a1c1b8a6" providerId="AD" clId="Web-{70B731EF-8EAA-4408-4FD8-EF98CB397D69}" dt="2025-03-07T12:04:07.891" v="344" actId="20577"/>
        <pc:sldMkLst>
          <pc:docMk/>
          <pc:sldMk cId="2759698473" sldId="527"/>
        </pc:sldMkLst>
        <pc:spChg chg="mod">
          <ac:chgData name="Avinash Arun Chauhan" userId="S::avinash.chauhan@mahindrauniversity.edu.in::241b5f3e-36f4-4c61-9553-90e6a1c1b8a6" providerId="AD" clId="Web-{70B731EF-8EAA-4408-4FD8-EF98CB397D69}" dt="2025-03-07T12:01:47.246" v="305" actId="20577"/>
          <ac:spMkLst>
            <pc:docMk/>
            <pc:sldMk cId="2759698473" sldId="527"/>
            <ac:spMk id="2" creationId="{973CBFF7-D01A-A91F-1D9D-149A401E7608}"/>
          </ac:spMkLst>
        </pc:spChg>
        <pc:spChg chg="mod">
          <ac:chgData name="Avinash Arun Chauhan" userId="S::avinash.chauhan@mahindrauniversity.edu.in::241b5f3e-36f4-4c61-9553-90e6a1c1b8a6" providerId="AD" clId="Web-{70B731EF-8EAA-4408-4FD8-EF98CB397D69}" dt="2025-03-07T12:04:07.891" v="344" actId="20577"/>
          <ac:spMkLst>
            <pc:docMk/>
            <pc:sldMk cId="2759698473" sldId="527"/>
            <ac:spMk id="3" creationId="{B9657582-A812-E808-9D17-E270286AA099}"/>
          </ac:spMkLst>
        </pc:spChg>
      </pc:sldChg>
      <pc:sldChg chg="addSp delSp modSp add replId">
        <pc:chgData name="Avinash Arun Chauhan" userId="S::avinash.chauhan@mahindrauniversity.edu.in::241b5f3e-36f4-4c61-9553-90e6a1c1b8a6" providerId="AD" clId="Web-{70B731EF-8EAA-4408-4FD8-EF98CB397D69}" dt="2025-03-07T12:11:01.357" v="389" actId="20577"/>
        <pc:sldMkLst>
          <pc:docMk/>
          <pc:sldMk cId="3949549591" sldId="528"/>
        </pc:sldMkLst>
        <pc:spChg chg="mod">
          <ac:chgData name="Avinash Arun Chauhan" userId="S::avinash.chauhan@mahindrauniversity.edu.in::241b5f3e-36f4-4c61-9553-90e6a1c1b8a6" providerId="AD" clId="Web-{70B731EF-8EAA-4408-4FD8-EF98CB397D69}" dt="2025-03-07T12:04:49.689" v="348" actId="20577"/>
          <ac:spMkLst>
            <pc:docMk/>
            <pc:sldMk cId="3949549591" sldId="528"/>
            <ac:spMk id="2" creationId="{5BC98BE8-E7BE-6A08-3724-FDDA1D3961D8}"/>
          </ac:spMkLst>
        </pc:spChg>
        <pc:spChg chg="del mod">
          <ac:chgData name="Avinash Arun Chauhan" userId="S::avinash.chauhan@mahindrauniversity.edu.in::241b5f3e-36f4-4c61-9553-90e6a1c1b8a6" providerId="AD" clId="Web-{70B731EF-8EAA-4408-4FD8-EF98CB397D69}" dt="2025-03-07T12:06:29.942" v="360"/>
          <ac:spMkLst>
            <pc:docMk/>
            <pc:sldMk cId="3949549591" sldId="528"/>
            <ac:spMk id="3" creationId="{EE9F3D30-796D-6411-72D7-0DE49A7B536D}"/>
          </ac:spMkLst>
        </pc:spChg>
        <pc:spChg chg="add mod">
          <ac:chgData name="Avinash Arun Chauhan" userId="S::avinash.chauhan@mahindrauniversity.edu.in::241b5f3e-36f4-4c61-9553-90e6a1c1b8a6" providerId="AD" clId="Web-{70B731EF-8EAA-4408-4FD8-EF98CB397D69}" dt="2025-03-07T12:11:01.357" v="389" actId="20577"/>
          <ac:spMkLst>
            <pc:docMk/>
            <pc:sldMk cId="3949549591" sldId="528"/>
            <ac:spMk id="9" creationId="{33688ED6-B2CA-0947-6458-BFC65D6AAD22}"/>
          </ac:spMkLst>
        </pc:spChg>
        <pc:picChg chg="del">
          <ac:chgData name="Avinash Arun Chauhan" userId="S::avinash.chauhan@mahindrauniversity.edu.in::241b5f3e-36f4-4c61-9553-90e6a1c1b8a6" providerId="AD" clId="Web-{70B731EF-8EAA-4408-4FD8-EF98CB397D69}" dt="2025-03-07T12:06:17.442" v="359"/>
          <ac:picMkLst>
            <pc:docMk/>
            <pc:sldMk cId="3949549591" sldId="528"/>
            <ac:picMk id="4" creationId="{3C587DC4-3C98-8C58-1867-B587111CD338}"/>
          </ac:picMkLst>
        </pc:picChg>
        <pc:picChg chg="add mod modCrop">
          <ac:chgData name="Avinash Arun Chauhan" userId="S::avinash.chauhan@mahindrauniversity.edu.in::241b5f3e-36f4-4c61-9553-90e6a1c1b8a6" providerId="AD" clId="Web-{70B731EF-8EAA-4408-4FD8-EF98CB397D69}" dt="2025-03-07T12:07:16.553" v="365" actId="1076"/>
          <ac:picMkLst>
            <pc:docMk/>
            <pc:sldMk cId="3949549591" sldId="528"/>
            <ac:picMk id="5" creationId="{5F728159-E195-8286-21CA-B11D437BD207}"/>
          </ac:picMkLst>
        </pc:picChg>
      </pc:sldChg>
      <pc:sldChg chg="addSp delSp modSp add replId">
        <pc:chgData name="Avinash Arun Chauhan" userId="S::avinash.chauhan@mahindrauniversity.edu.in::241b5f3e-36f4-4c61-9553-90e6a1c1b8a6" providerId="AD" clId="Web-{70B731EF-8EAA-4408-4FD8-EF98CB397D69}" dt="2025-03-07T12:12:08.999" v="398" actId="1076"/>
        <pc:sldMkLst>
          <pc:docMk/>
          <pc:sldMk cId="567746408" sldId="529"/>
        </pc:sldMkLst>
        <pc:spChg chg="mod">
          <ac:chgData name="Avinash Arun Chauhan" userId="S::avinash.chauhan@mahindrauniversity.edu.in::241b5f3e-36f4-4c61-9553-90e6a1c1b8a6" providerId="AD" clId="Web-{70B731EF-8EAA-4408-4FD8-EF98CB397D69}" dt="2025-03-07T12:04:36.626" v="347" actId="20577"/>
          <ac:spMkLst>
            <pc:docMk/>
            <pc:sldMk cId="567746408" sldId="529"/>
            <ac:spMk id="2" creationId="{391DE661-3175-3DD9-F40E-0BF40BAA5131}"/>
          </ac:spMkLst>
        </pc:spChg>
        <pc:spChg chg="mod">
          <ac:chgData name="Avinash Arun Chauhan" userId="S::avinash.chauhan@mahindrauniversity.edu.in::241b5f3e-36f4-4c61-9553-90e6a1c1b8a6" providerId="AD" clId="Web-{70B731EF-8EAA-4408-4FD8-EF98CB397D69}" dt="2025-03-07T12:04:53.345" v="350" actId="20577"/>
          <ac:spMkLst>
            <pc:docMk/>
            <pc:sldMk cId="567746408" sldId="529"/>
            <ac:spMk id="3" creationId="{0AB2DFD0-6FCB-657E-8871-9F436DEB0948}"/>
          </ac:spMkLst>
        </pc:spChg>
        <pc:spChg chg="add mod">
          <ac:chgData name="Avinash Arun Chauhan" userId="S::avinash.chauhan@mahindrauniversity.edu.in::241b5f3e-36f4-4c61-9553-90e6a1c1b8a6" providerId="AD" clId="Web-{70B731EF-8EAA-4408-4FD8-EF98CB397D69}" dt="2025-03-07T12:12:08.999" v="398" actId="1076"/>
          <ac:spMkLst>
            <pc:docMk/>
            <pc:sldMk cId="567746408" sldId="529"/>
            <ac:spMk id="9" creationId="{4575E5AC-8F47-B04E-2341-1833F8A6C0FA}"/>
          </ac:spMkLst>
        </pc:spChg>
        <pc:picChg chg="del">
          <ac:chgData name="Avinash Arun Chauhan" userId="S::avinash.chauhan@mahindrauniversity.edu.in::241b5f3e-36f4-4c61-9553-90e6a1c1b8a6" providerId="AD" clId="Web-{70B731EF-8EAA-4408-4FD8-EF98CB397D69}" dt="2025-03-07T12:04:57.517" v="351"/>
          <ac:picMkLst>
            <pc:docMk/>
            <pc:sldMk cId="567746408" sldId="529"/>
            <ac:picMk id="4" creationId="{97590B15-29D7-6908-661F-A1AA3ED8580A}"/>
          </ac:picMkLst>
        </pc:picChg>
        <pc:picChg chg="add mod modCrop">
          <ac:chgData name="Avinash Arun Chauhan" userId="S::avinash.chauhan@mahindrauniversity.edu.in::241b5f3e-36f4-4c61-9553-90e6a1c1b8a6" providerId="AD" clId="Web-{70B731EF-8EAA-4408-4FD8-EF98CB397D69}" dt="2025-03-07T12:06:11.285" v="358" actId="14100"/>
          <ac:picMkLst>
            <pc:docMk/>
            <pc:sldMk cId="567746408" sldId="529"/>
            <ac:picMk id="5" creationId="{A0BA1413-BFD2-5D66-1977-C80E89B74A83}"/>
          </ac:picMkLst>
        </pc:picChg>
      </pc:sldChg>
      <pc:sldChg chg="addSp delSp modSp add replId">
        <pc:chgData name="Avinash Arun Chauhan" userId="S::avinash.chauhan@mahindrauniversity.edu.in::241b5f3e-36f4-4c61-9553-90e6a1c1b8a6" providerId="AD" clId="Web-{70B731EF-8EAA-4408-4FD8-EF98CB397D69}" dt="2025-03-07T12:10:15.527" v="385" actId="1076"/>
        <pc:sldMkLst>
          <pc:docMk/>
          <pc:sldMk cId="1610820302" sldId="530"/>
        </pc:sldMkLst>
        <pc:spChg chg="add del">
          <ac:chgData name="Avinash Arun Chauhan" userId="S::avinash.chauhan@mahindrauniversity.edu.in::241b5f3e-36f4-4c61-9553-90e6a1c1b8a6" providerId="AD" clId="Web-{70B731EF-8EAA-4408-4FD8-EF98CB397D69}" dt="2025-03-07T12:09:44.651" v="373"/>
          <ac:spMkLst>
            <pc:docMk/>
            <pc:sldMk cId="1610820302" sldId="530"/>
            <ac:spMk id="4" creationId="{8DFC7D09-1A01-91CC-BE2C-9E343A061581}"/>
          </ac:spMkLst>
        </pc:spChg>
        <pc:spChg chg="add mod">
          <ac:chgData name="Avinash Arun Chauhan" userId="S::avinash.chauhan@mahindrauniversity.edu.in::241b5f3e-36f4-4c61-9553-90e6a1c1b8a6" providerId="AD" clId="Web-{70B731EF-8EAA-4408-4FD8-EF98CB397D69}" dt="2025-03-07T12:10:15.527" v="385" actId="1076"/>
          <ac:spMkLst>
            <pc:docMk/>
            <pc:sldMk cId="1610820302" sldId="530"/>
            <ac:spMk id="9" creationId="{1145822A-72EA-B136-1C8A-F8DE6BA7CD04}"/>
          </ac:spMkLst>
        </pc:spChg>
        <pc:picChg chg="add mod modCrop">
          <ac:chgData name="Avinash Arun Chauhan" userId="S::avinash.chauhan@mahindrauniversity.edu.in::241b5f3e-36f4-4c61-9553-90e6a1c1b8a6" providerId="AD" clId="Web-{70B731EF-8EAA-4408-4FD8-EF98CB397D69}" dt="2025-03-07T12:09:03.900" v="371" actId="1076"/>
          <ac:picMkLst>
            <pc:docMk/>
            <pc:sldMk cId="1610820302" sldId="530"/>
            <ac:picMk id="3" creationId="{61541813-84CF-0B83-EF39-DD4A24990CE3}"/>
          </ac:picMkLst>
        </pc:picChg>
        <pc:picChg chg="del">
          <ac:chgData name="Avinash Arun Chauhan" userId="S::avinash.chauhan@mahindrauniversity.edu.in::241b5f3e-36f4-4c61-9553-90e6a1c1b8a6" providerId="AD" clId="Web-{70B731EF-8EAA-4408-4FD8-EF98CB397D69}" dt="2025-03-07T12:08:29.930" v="367"/>
          <ac:picMkLst>
            <pc:docMk/>
            <pc:sldMk cId="1610820302" sldId="530"/>
            <ac:picMk id="5" creationId="{E2C35FA1-361A-D631-7009-A76FA1A7CEF0}"/>
          </ac:picMkLst>
        </pc:picChg>
      </pc:sldChg>
    </pc:docChg>
  </pc:docChgLst>
  <pc:docChgLst>
    <pc:chgData name="Avinash Arun Chauhan" userId="S::avinash.chauhan@mahindrauniversity.edu.in::241b5f3e-36f4-4c61-9553-90e6a1c1b8a6" providerId="AD" clId="Web-{AFF5B96A-47FF-60F2-0146-D814AF331E73}"/>
    <pc:docChg chg="modSld">
      <pc:chgData name="Avinash Arun Chauhan" userId="S::avinash.chauhan@mahindrauniversity.edu.in::241b5f3e-36f4-4c61-9553-90e6a1c1b8a6" providerId="AD" clId="Web-{AFF5B96A-47FF-60F2-0146-D814AF331E73}" dt="2025-01-17T13:36:04.045" v="209" actId="20577"/>
      <pc:docMkLst>
        <pc:docMk/>
      </pc:docMkLst>
      <pc:sldChg chg="modSp">
        <pc:chgData name="Avinash Arun Chauhan" userId="S::avinash.chauhan@mahindrauniversity.edu.in::241b5f3e-36f4-4c61-9553-90e6a1c1b8a6" providerId="AD" clId="Web-{AFF5B96A-47FF-60F2-0146-D814AF331E73}" dt="2025-01-17T13:36:04.045" v="209" actId="20577"/>
        <pc:sldMkLst>
          <pc:docMk/>
          <pc:sldMk cId="216913" sldId="270"/>
        </pc:sldMkLst>
      </pc:sldChg>
    </pc:docChg>
  </pc:docChgLst>
  <pc:docChgLst>
    <pc:chgData name="Avinash Arun Chauhan" userId="S::avinash.chauhan@mahindrauniversity.edu.in::241b5f3e-36f4-4c61-9553-90e6a1c1b8a6" providerId="AD" clId="Web-{D8687C7D-5F00-37A5-120B-679C77ED79E6}"/>
    <pc:docChg chg="addSld delSld modSld sldOrd">
      <pc:chgData name="Avinash Arun Chauhan" userId="S::avinash.chauhan@mahindrauniversity.edu.in::241b5f3e-36f4-4c61-9553-90e6a1c1b8a6" providerId="AD" clId="Web-{D8687C7D-5F00-37A5-120B-679C77ED79E6}" dt="2025-04-08T06:54:08.685" v="3562" actId="20577"/>
      <pc:docMkLst>
        <pc:docMk/>
      </pc:docMkLst>
      <pc:sldChg chg="modSp">
        <pc:chgData name="Avinash Arun Chauhan" userId="S::avinash.chauhan@mahindrauniversity.edu.in::241b5f3e-36f4-4c61-9553-90e6a1c1b8a6" providerId="AD" clId="Web-{D8687C7D-5F00-37A5-120B-679C77ED79E6}" dt="2025-04-08T05:11:32.391" v="43" actId="20577"/>
        <pc:sldMkLst>
          <pc:docMk/>
          <pc:sldMk cId="1540275285" sldId="256"/>
        </pc:sldMkLst>
        <pc:spChg chg="mod">
          <ac:chgData name="Avinash Arun Chauhan" userId="S::avinash.chauhan@mahindrauniversity.edu.in::241b5f3e-36f4-4c61-9553-90e6a1c1b8a6" providerId="AD" clId="Web-{D8687C7D-5F00-37A5-120B-679C77ED79E6}" dt="2025-04-08T05:11:32.391" v="43" actId="20577"/>
          <ac:spMkLst>
            <pc:docMk/>
            <pc:sldMk cId="1540275285" sldId="256"/>
            <ac:spMk id="2" creationId="{727870F2-A17E-4535-8ECE-F608007055B7}"/>
          </ac:spMkLst>
        </pc:spChg>
      </pc:sldChg>
      <pc:sldChg chg="modSp del">
        <pc:chgData name="Avinash Arun Chauhan" userId="S::avinash.chauhan@mahindrauniversity.edu.in::241b5f3e-36f4-4c61-9553-90e6a1c1b8a6" providerId="AD" clId="Web-{D8687C7D-5F00-37A5-120B-679C77ED79E6}" dt="2025-04-08T05:20:12.023" v="62"/>
        <pc:sldMkLst>
          <pc:docMk/>
          <pc:sldMk cId="3811169343" sldId="426"/>
        </pc:sldMkLst>
        <pc:spChg chg="mod">
          <ac:chgData name="Avinash Arun Chauhan" userId="S::avinash.chauhan@mahindrauniversity.edu.in::241b5f3e-36f4-4c61-9553-90e6a1c1b8a6" providerId="AD" clId="Web-{D8687C7D-5F00-37A5-120B-679C77ED79E6}" dt="2025-04-08T05:20:09.648" v="61" actId="20577"/>
          <ac:spMkLst>
            <pc:docMk/>
            <pc:sldMk cId="3811169343" sldId="426"/>
            <ac:spMk id="2" creationId="{E3EA47B4-E3C2-3296-7380-E7CEADD60F53}"/>
          </ac:spMkLst>
        </pc:spChg>
      </pc:sldChg>
      <pc:sldChg chg="modSp">
        <pc:chgData name="Avinash Arun Chauhan" userId="S::avinash.chauhan@mahindrauniversity.edu.in::241b5f3e-36f4-4c61-9553-90e6a1c1b8a6" providerId="AD" clId="Web-{D8687C7D-5F00-37A5-120B-679C77ED79E6}" dt="2025-04-08T05:27:03.274" v="557" actId="14100"/>
        <pc:sldMkLst>
          <pc:docMk/>
          <pc:sldMk cId="883900188" sldId="505"/>
        </pc:sldMkLst>
        <pc:spChg chg="mod">
          <ac:chgData name="Avinash Arun Chauhan" userId="S::avinash.chauhan@mahindrauniversity.edu.in::241b5f3e-36f4-4c61-9553-90e6a1c1b8a6" providerId="AD" clId="Web-{D8687C7D-5F00-37A5-120B-679C77ED79E6}" dt="2025-04-08T05:21:03.962" v="126" actId="20577"/>
          <ac:spMkLst>
            <pc:docMk/>
            <pc:sldMk cId="883900188" sldId="505"/>
            <ac:spMk id="2" creationId="{5FED248E-235C-2C9F-86E6-FFE7D5586919}"/>
          </ac:spMkLst>
        </pc:spChg>
        <pc:spChg chg="mod">
          <ac:chgData name="Avinash Arun Chauhan" userId="S::avinash.chauhan@mahindrauniversity.edu.in::241b5f3e-36f4-4c61-9553-90e6a1c1b8a6" providerId="AD" clId="Web-{D8687C7D-5F00-37A5-120B-679C77ED79E6}" dt="2025-04-08T05:27:03.274" v="557" actId="14100"/>
          <ac:spMkLst>
            <pc:docMk/>
            <pc:sldMk cId="883900188" sldId="505"/>
            <ac:spMk id="3" creationId="{29BD426B-01FE-6A79-FB41-404DC71E5937}"/>
          </ac:spMkLst>
        </pc:spChg>
      </pc:sldChg>
      <pc:sldChg chg="modSp">
        <pc:chgData name="Avinash Arun Chauhan" userId="S::avinash.chauhan@mahindrauniversity.edu.in::241b5f3e-36f4-4c61-9553-90e6a1c1b8a6" providerId="AD" clId="Web-{D8687C7D-5F00-37A5-120B-679C77ED79E6}" dt="2025-04-08T05:20:43.118" v="104" actId="20577"/>
        <pc:sldMkLst>
          <pc:docMk/>
          <pc:sldMk cId="3012470631" sldId="508"/>
        </pc:sldMkLst>
        <pc:spChg chg="mod">
          <ac:chgData name="Avinash Arun Chauhan" userId="S::avinash.chauhan@mahindrauniversity.edu.in::241b5f3e-36f4-4c61-9553-90e6a1c1b8a6" providerId="AD" clId="Web-{D8687C7D-5F00-37A5-120B-679C77ED79E6}" dt="2025-04-08T05:20:43.118" v="104" actId="20577"/>
          <ac:spMkLst>
            <pc:docMk/>
            <pc:sldMk cId="3012470631" sldId="508"/>
            <ac:spMk id="3" creationId="{96E9C779-DF31-3741-3B77-D003BD44266C}"/>
          </ac:spMkLst>
        </pc:spChg>
      </pc:sldChg>
      <pc:sldChg chg="del">
        <pc:chgData name="Avinash Arun Chauhan" userId="S::avinash.chauhan@mahindrauniversity.edu.in::241b5f3e-36f4-4c61-9553-90e6a1c1b8a6" providerId="AD" clId="Web-{D8687C7D-5F00-37A5-120B-679C77ED79E6}" dt="2025-04-08T06:18:37.578" v="2643"/>
        <pc:sldMkLst>
          <pc:docMk/>
          <pc:sldMk cId="3425567104" sldId="536"/>
        </pc:sldMkLst>
      </pc:sldChg>
      <pc:sldChg chg="modSp">
        <pc:chgData name="Avinash Arun Chauhan" userId="S::avinash.chauhan@mahindrauniversity.edu.in::241b5f3e-36f4-4c61-9553-90e6a1c1b8a6" providerId="AD" clId="Web-{D8687C7D-5F00-37A5-120B-679C77ED79E6}" dt="2025-04-08T06:20:21.676" v="2681" actId="20577"/>
        <pc:sldMkLst>
          <pc:docMk/>
          <pc:sldMk cId="2236724537" sldId="573"/>
        </pc:sldMkLst>
        <pc:spChg chg="mod">
          <ac:chgData name="Avinash Arun Chauhan" userId="S::avinash.chauhan@mahindrauniversity.edu.in::241b5f3e-36f4-4c61-9553-90e6a1c1b8a6" providerId="AD" clId="Web-{D8687C7D-5F00-37A5-120B-679C77ED79E6}" dt="2025-04-08T06:20:21.676" v="2681" actId="20577"/>
          <ac:spMkLst>
            <pc:docMk/>
            <pc:sldMk cId="2236724537" sldId="573"/>
            <ac:spMk id="3" creationId="{5E795F41-6892-08EE-6779-C8A7A5CE3AB0}"/>
          </ac:spMkLst>
        </pc:spChg>
      </pc:sldChg>
      <pc:sldChg chg="del">
        <pc:chgData name="Avinash Arun Chauhan" userId="S::avinash.chauhan@mahindrauniversity.edu.in::241b5f3e-36f4-4c61-9553-90e6a1c1b8a6" providerId="AD" clId="Web-{D8687C7D-5F00-37A5-120B-679C77ED79E6}" dt="2025-04-08T05:20:16.367" v="63"/>
        <pc:sldMkLst>
          <pc:docMk/>
          <pc:sldMk cId="978924540" sldId="574"/>
        </pc:sldMkLst>
      </pc:sldChg>
      <pc:sldChg chg="modSp">
        <pc:chgData name="Avinash Arun Chauhan" userId="S::avinash.chauhan@mahindrauniversity.edu.in::241b5f3e-36f4-4c61-9553-90e6a1c1b8a6" providerId="AD" clId="Web-{D8687C7D-5F00-37A5-120B-679C77ED79E6}" dt="2025-04-08T06:05:00.637" v="1708" actId="20577"/>
        <pc:sldMkLst>
          <pc:docMk/>
          <pc:sldMk cId="1709140773" sldId="575"/>
        </pc:sldMkLst>
        <pc:spChg chg="mod">
          <ac:chgData name="Avinash Arun Chauhan" userId="S::avinash.chauhan@mahindrauniversity.edu.in::241b5f3e-36f4-4c61-9553-90e6a1c1b8a6" providerId="AD" clId="Web-{D8687C7D-5F00-37A5-120B-679C77ED79E6}" dt="2025-04-08T05:55:03.330" v="1387" actId="20577"/>
          <ac:spMkLst>
            <pc:docMk/>
            <pc:sldMk cId="1709140773" sldId="575"/>
            <ac:spMk id="2" creationId="{3FA2FC6C-21EB-72F6-3DF3-30EEBF755A7F}"/>
          </ac:spMkLst>
        </pc:spChg>
        <pc:spChg chg="mod">
          <ac:chgData name="Avinash Arun Chauhan" userId="S::avinash.chauhan@mahindrauniversity.edu.in::241b5f3e-36f4-4c61-9553-90e6a1c1b8a6" providerId="AD" clId="Web-{D8687C7D-5F00-37A5-120B-679C77ED79E6}" dt="2025-04-08T06:05:00.637" v="1708" actId="20577"/>
          <ac:spMkLst>
            <pc:docMk/>
            <pc:sldMk cId="1709140773" sldId="575"/>
            <ac:spMk id="3" creationId="{C5FE8B11-4EA5-5E19-AD21-B6E34B99E0BA}"/>
          </ac:spMkLst>
        </pc:spChg>
      </pc:sldChg>
      <pc:sldChg chg="del">
        <pc:chgData name="Avinash Arun Chauhan" userId="S::avinash.chauhan@mahindrauniversity.edu.in::241b5f3e-36f4-4c61-9553-90e6a1c1b8a6" providerId="AD" clId="Web-{D8687C7D-5F00-37A5-120B-679C77ED79E6}" dt="2025-04-08T06:18:38.719" v="2644"/>
        <pc:sldMkLst>
          <pc:docMk/>
          <pc:sldMk cId="122602255" sldId="576"/>
        </pc:sldMkLst>
      </pc:sldChg>
      <pc:sldChg chg="del">
        <pc:chgData name="Avinash Arun Chauhan" userId="S::avinash.chauhan@mahindrauniversity.edu.in::241b5f3e-36f4-4c61-9553-90e6a1c1b8a6" providerId="AD" clId="Web-{D8687C7D-5F00-37A5-120B-679C77ED79E6}" dt="2025-04-08T06:18:39.094" v="2645"/>
        <pc:sldMkLst>
          <pc:docMk/>
          <pc:sldMk cId="2344524554" sldId="577"/>
        </pc:sldMkLst>
      </pc:sldChg>
      <pc:sldChg chg="del">
        <pc:chgData name="Avinash Arun Chauhan" userId="S::avinash.chauhan@mahindrauniversity.edu.in::241b5f3e-36f4-4c61-9553-90e6a1c1b8a6" providerId="AD" clId="Web-{D8687C7D-5F00-37A5-120B-679C77ED79E6}" dt="2025-04-08T06:18:40.813" v="2646"/>
        <pc:sldMkLst>
          <pc:docMk/>
          <pc:sldMk cId="3060705436" sldId="578"/>
        </pc:sldMkLst>
      </pc:sldChg>
      <pc:sldChg chg="del">
        <pc:chgData name="Avinash Arun Chauhan" userId="S::avinash.chauhan@mahindrauniversity.edu.in::241b5f3e-36f4-4c61-9553-90e6a1c1b8a6" providerId="AD" clId="Web-{D8687C7D-5F00-37A5-120B-679C77ED79E6}" dt="2025-04-08T06:18:41.500" v="2647"/>
        <pc:sldMkLst>
          <pc:docMk/>
          <pc:sldMk cId="274696165" sldId="579"/>
        </pc:sldMkLst>
      </pc:sldChg>
      <pc:sldChg chg="del">
        <pc:chgData name="Avinash Arun Chauhan" userId="S::avinash.chauhan@mahindrauniversity.edu.in::241b5f3e-36f4-4c61-9553-90e6a1c1b8a6" providerId="AD" clId="Web-{D8687C7D-5F00-37A5-120B-679C77ED79E6}" dt="2025-04-08T06:18:41.594" v="2648"/>
        <pc:sldMkLst>
          <pc:docMk/>
          <pc:sldMk cId="3768470849" sldId="580"/>
        </pc:sldMkLst>
      </pc:sldChg>
      <pc:sldChg chg="del">
        <pc:chgData name="Avinash Arun Chauhan" userId="S::avinash.chauhan@mahindrauniversity.edu.in::241b5f3e-36f4-4c61-9553-90e6a1c1b8a6" providerId="AD" clId="Web-{D8687C7D-5F00-37A5-120B-679C77ED79E6}" dt="2025-04-08T06:18:42" v="2649"/>
        <pc:sldMkLst>
          <pc:docMk/>
          <pc:sldMk cId="2070251572" sldId="581"/>
        </pc:sldMkLst>
      </pc:sldChg>
      <pc:sldChg chg="del">
        <pc:chgData name="Avinash Arun Chauhan" userId="S::avinash.chauhan@mahindrauniversity.edu.in::241b5f3e-36f4-4c61-9553-90e6a1c1b8a6" providerId="AD" clId="Web-{D8687C7D-5F00-37A5-120B-679C77ED79E6}" dt="2025-04-08T06:18:42.500" v="2650"/>
        <pc:sldMkLst>
          <pc:docMk/>
          <pc:sldMk cId="344826614" sldId="582"/>
        </pc:sldMkLst>
      </pc:sldChg>
      <pc:sldChg chg="del">
        <pc:chgData name="Avinash Arun Chauhan" userId="S::avinash.chauhan@mahindrauniversity.edu.in::241b5f3e-36f4-4c61-9553-90e6a1c1b8a6" providerId="AD" clId="Web-{D8687C7D-5F00-37A5-120B-679C77ED79E6}" dt="2025-04-08T06:18:43.953" v="2652"/>
        <pc:sldMkLst>
          <pc:docMk/>
          <pc:sldMk cId="594482825" sldId="583"/>
        </pc:sldMkLst>
      </pc:sldChg>
      <pc:sldChg chg="del">
        <pc:chgData name="Avinash Arun Chauhan" userId="S::avinash.chauhan@mahindrauniversity.edu.in::241b5f3e-36f4-4c61-9553-90e6a1c1b8a6" providerId="AD" clId="Web-{D8687C7D-5F00-37A5-120B-679C77ED79E6}" dt="2025-04-08T06:18:43.157" v="2651"/>
        <pc:sldMkLst>
          <pc:docMk/>
          <pc:sldMk cId="2717123410" sldId="584"/>
        </pc:sldMkLst>
      </pc:sldChg>
      <pc:sldChg chg="del">
        <pc:chgData name="Avinash Arun Chauhan" userId="S::avinash.chauhan@mahindrauniversity.edu.in::241b5f3e-36f4-4c61-9553-90e6a1c1b8a6" providerId="AD" clId="Web-{D8687C7D-5F00-37A5-120B-679C77ED79E6}" dt="2025-04-08T06:18:44.750" v="2653"/>
        <pc:sldMkLst>
          <pc:docMk/>
          <pc:sldMk cId="1605451604" sldId="585"/>
        </pc:sldMkLst>
      </pc:sldChg>
      <pc:sldChg chg="del">
        <pc:chgData name="Avinash Arun Chauhan" userId="S::avinash.chauhan@mahindrauniversity.edu.in::241b5f3e-36f4-4c61-9553-90e6a1c1b8a6" providerId="AD" clId="Web-{D8687C7D-5F00-37A5-120B-679C77ED79E6}" dt="2025-04-08T06:18:45.735" v="2654"/>
        <pc:sldMkLst>
          <pc:docMk/>
          <pc:sldMk cId="4073262272" sldId="586"/>
        </pc:sldMkLst>
      </pc:sldChg>
      <pc:sldChg chg="modSp">
        <pc:chgData name="Avinash Arun Chauhan" userId="S::avinash.chauhan@mahindrauniversity.edu.in::241b5f3e-36f4-4c61-9553-90e6a1c1b8a6" providerId="AD" clId="Web-{D8687C7D-5F00-37A5-120B-679C77ED79E6}" dt="2025-04-08T06:43:12.454" v="3187" actId="20577"/>
        <pc:sldMkLst>
          <pc:docMk/>
          <pc:sldMk cId="3807726123" sldId="587"/>
        </pc:sldMkLst>
        <pc:spChg chg="mod">
          <ac:chgData name="Avinash Arun Chauhan" userId="S::avinash.chauhan@mahindrauniversity.edu.in::241b5f3e-36f4-4c61-9553-90e6a1c1b8a6" providerId="AD" clId="Web-{D8687C7D-5F00-37A5-120B-679C77ED79E6}" dt="2025-04-08T06:43:12.454" v="3187" actId="20577"/>
          <ac:spMkLst>
            <pc:docMk/>
            <pc:sldMk cId="3807726123" sldId="587"/>
            <ac:spMk id="2" creationId="{3A12A68B-B736-2C71-AE16-7245D256EE90}"/>
          </ac:spMkLst>
        </pc:spChg>
        <pc:spChg chg="mod">
          <ac:chgData name="Avinash Arun Chauhan" userId="S::avinash.chauhan@mahindrauniversity.edu.in::241b5f3e-36f4-4c61-9553-90e6a1c1b8a6" providerId="AD" clId="Web-{D8687C7D-5F00-37A5-120B-679C77ED79E6}" dt="2025-04-08T06:42:52.187" v="3168" actId="20577"/>
          <ac:spMkLst>
            <pc:docMk/>
            <pc:sldMk cId="3807726123" sldId="587"/>
            <ac:spMk id="3" creationId="{433B0058-2DF5-3EDF-4FA4-8B04C1486768}"/>
          </ac:spMkLst>
        </pc:spChg>
      </pc:sldChg>
      <pc:sldChg chg="del">
        <pc:chgData name="Avinash Arun Chauhan" userId="S::avinash.chauhan@mahindrauniversity.edu.in::241b5f3e-36f4-4c61-9553-90e6a1c1b8a6" providerId="AD" clId="Web-{D8687C7D-5F00-37A5-120B-679C77ED79E6}" dt="2025-04-08T06:18:46.704" v="2655"/>
        <pc:sldMkLst>
          <pc:docMk/>
          <pc:sldMk cId="3932050764" sldId="588"/>
        </pc:sldMkLst>
      </pc:sldChg>
      <pc:sldChg chg="modSp add replId">
        <pc:chgData name="Avinash Arun Chauhan" userId="S::avinash.chauhan@mahindrauniversity.edu.in::241b5f3e-36f4-4c61-9553-90e6a1c1b8a6" providerId="AD" clId="Web-{D8687C7D-5F00-37A5-120B-679C77ED79E6}" dt="2025-04-08T06:20:53.053" v="2685" actId="20577"/>
        <pc:sldMkLst>
          <pc:docMk/>
          <pc:sldMk cId="129734863" sldId="595"/>
        </pc:sldMkLst>
        <pc:spChg chg="mod">
          <ac:chgData name="Avinash Arun Chauhan" userId="S::avinash.chauhan@mahindrauniversity.edu.in::241b5f3e-36f4-4c61-9553-90e6a1c1b8a6" providerId="AD" clId="Web-{D8687C7D-5F00-37A5-120B-679C77ED79E6}" dt="2025-04-08T06:20:53.053" v="2685" actId="20577"/>
          <ac:spMkLst>
            <pc:docMk/>
            <pc:sldMk cId="129734863" sldId="595"/>
            <ac:spMk id="2" creationId="{0A5A8FFE-21FA-EEA7-3978-245A8081C547}"/>
          </ac:spMkLst>
        </pc:spChg>
        <pc:spChg chg="mod">
          <ac:chgData name="Avinash Arun Chauhan" userId="S::avinash.chauhan@mahindrauniversity.edu.in::241b5f3e-36f4-4c61-9553-90e6a1c1b8a6" providerId="AD" clId="Web-{D8687C7D-5F00-37A5-120B-679C77ED79E6}" dt="2025-04-08T05:34:32.825" v="1014" actId="20577"/>
          <ac:spMkLst>
            <pc:docMk/>
            <pc:sldMk cId="129734863" sldId="595"/>
            <ac:spMk id="3" creationId="{4DA87396-6618-1D00-9306-91A02DDD77A0}"/>
          </ac:spMkLst>
        </pc:spChg>
      </pc:sldChg>
      <pc:sldChg chg="modSp add replId">
        <pc:chgData name="Avinash Arun Chauhan" userId="S::avinash.chauhan@mahindrauniversity.edu.in::241b5f3e-36f4-4c61-9553-90e6a1c1b8a6" providerId="AD" clId="Web-{D8687C7D-5F00-37A5-120B-679C77ED79E6}" dt="2025-04-08T06:20:57.631" v="2690" actId="20577"/>
        <pc:sldMkLst>
          <pc:docMk/>
          <pc:sldMk cId="2680208934" sldId="596"/>
        </pc:sldMkLst>
        <pc:spChg chg="mod">
          <ac:chgData name="Avinash Arun Chauhan" userId="S::avinash.chauhan@mahindrauniversity.edu.in::241b5f3e-36f4-4c61-9553-90e6a1c1b8a6" providerId="AD" clId="Web-{D8687C7D-5F00-37A5-120B-679C77ED79E6}" dt="2025-04-08T06:20:57.631" v="2690" actId="20577"/>
          <ac:spMkLst>
            <pc:docMk/>
            <pc:sldMk cId="2680208934" sldId="596"/>
            <ac:spMk id="2" creationId="{DDC4F362-6A26-CA77-7F99-C685B8614966}"/>
          </ac:spMkLst>
        </pc:spChg>
        <pc:spChg chg="mod">
          <ac:chgData name="Avinash Arun Chauhan" userId="S::avinash.chauhan@mahindrauniversity.edu.in::241b5f3e-36f4-4c61-9553-90e6a1c1b8a6" providerId="AD" clId="Web-{D8687C7D-5F00-37A5-120B-679C77ED79E6}" dt="2025-04-08T05:48:13.063" v="1338" actId="20577"/>
          <ac:spMkLst>
            <pc:docMk/>
            <pc:sldMk cId="2680208934" sldId="596"/>
            <ac:spMk id="3" creationId="{594698A1-2E3B-A7AF-7646-F05767FAF762}"/>
          </ac:spMkLst>
        </pc:spChg>
      </pc:sldChg>
      <pc:sldChg chg="modSp add replId">
        <pc:chgData name="Avinash Arun Chauhan" userId="S::avinash.chauhan@mahindrauniversity.edu.in::241b5f3e-36f4-4c61-9553-90e6a1c1b8a6" providerId="AD" clId="Web-{D8687C7D-5F00-37A5-120B-679C77ED79E6}" dt="2025-04-08T06:21:03.256" v="2692" actId="20577"/>
        <pc:sldMkLst>
          <pc:docMk/>
          <pc:sldMk cId="3643435553" sldId="597"/>
        </pc:sldMkLst>
        <pc:spChg chg="mod">
          <ac:chgData name="Avinash Arun Chauhan" userId="S::avinash.chauhan@mahindrauniversity.edu.in::241b5f3e-36f4-4c61-9553-90e6a1c1b8a6" providerId="AD" clId="Web-{D8687C7D-5F00-37A5-120B-679C77ED79E6}" dt="2025-04-08T06:21:03.256" v="2692" actId="20577"/>
          <ac:spMkLst>
            <pc:docMk/>
            <pc:sldMk cId="3643435553" sldId="597"/>
            <ac:spMk id="2" creationId="{8C7D41AA-225B-E590-3F52-CA41890DDC41}"/>
          </ac:spMkLst>
        </pc:spChg>
        <pc:spChg chg="mod">
          <ac:chgData name="Avinash Arun Chauhan" userId="S::avinash.chauhan@mahindrauniversity.edu.in::241b5f3e-36f4-4c61-9553-90e6a1c1b8a6" providerId="AD" clId="Web-{D8687C7D-5F00-37A5-120B-679C77ED79E6}" dt="2025-04-08T05:49:45.098" v="1367" actId="20577"/>
          <ac:spMkLst>
            <pc:docMk/>
            <pc:sldMk cId="3643435553" sldId="597"/>
            <ac:spMk id="3" creationId="{9EBB6E2F-BC80-27DC-1D67-A5AD33CA1F27}"/>
          </ac:spMkLst>
        </pc:spChg>
      </pc:sldChg>
      <pc:sldChg chg="modSp add replId">
        <pc:chgData name="Avinash Arun Chauhan" userId="S::avinash.chauhan@mahindrauniversity.edu.in::241b5f3e-36f4-4c61-9553-90e6a1c1b8a6" providerId="AD" clId="Web-{D8687C7D-5F00-37A5-120B-679C77ED79E6}" dt="2025-04-08T06:11:25.372" v="2191" actId="20577"/>
        <pc:sldMkLst>
          <pc:docMk/>
          <pc:sldMk cId="1595896456" sldId="598"/>
        </pc:sldMkLst>
        <pc:spChg chg="mod">
          <ac:chgData name="Avinash Arun Chauhan" userId="S::avinash.chauhan@mahindrauniversity.edu.in::241b5f3e-36f4-4c61-9553-90e6a1c1b8a6" providerId="AD" clId="Web-{D8687C7D-5F00-37A5-120B-679C77ED79E6}" dt="2025-04-08T06:05:25.654" v="1730" actId="20577"/>
          <ac:spMkLst>
            <pc:docMk/>
            <pc:sldMk cId="1595896456" sldId="598"/>
            <ac:spMk id="2" creationId="{AEB22AC9-8A1D-4195-DEDB-F7D84A08AE46}"/>
          </ac:spMkLst>
        </pc:spChg>
        <pc:spChg chg="mod">
          <ac:chgData name="Avinash Arun Chauhan" userId="S::avinash.chauhan@mahindrauniversity.edu.in::241b5f3e-36f4-4c61-9553-90e6a1c1b8a6" providerId="AD" clId="Web-{D8687C7D-5F00-37A5-120B-679C77ED79E6}" dt="2025-04-08T06:11:25.372" v="2191" actId="20577"/>
          <ac:spMkLst>
            <pc:docMk/>
            <pc:sldMk cId="1595896456" sldId="598"/>
            <ac:spMk id="3" creationId="{F9158EB5-5BBD-A297-A541-4230B0382CDD}"/>
          </ac:spMkLst>
        </pc:spChg>
      </pc:sldChg>
      <pc:sldChg chg="modSp add del replId">
        <pc:chgData name="Avinash Arun Chauhan" userId="S::avinash.chauhan@mahindrauniversity.edu.in::241b5f3e-36f4-4c61-9553-90e6a1c1b8a6" providerId="AD" clId="Web-{D8687C7D-5F00-37A5-120B-679C77ED79E6}" dt="2025-04-08T05:54:15.500" v="1370"/>
        <pc:sldMkLst>
          <pc:docMk/>
          <pc:sldMk cId="2561215205" sldId="598"/>
        </pc:sldMkLst>
        <pc:spChg chg="mod">
          <ac:chgData name="Avinash Arun Chauhan" userId="S::avinash.chauhan@mahindrauniversity.edu.in::241b5f3e-36f4-4c61-9553-90e6a1c1b8a6" providerId="AD" clId="Web-{D8687C7D-5F00-37A5-120B-679C77ED79E6}" dt="2025-04-08T05:50:34.819" v="1369" actId="20577"/>
          <ac:spMkLst>
            <pc:docMk/>
            <pc:sldMk cId="2561215205" sldId="598"/>
            <ac:spMk id="3" creationId="{16FAF92C-B405-7034-16F6-D7FB64A999E6}"/>
          </ac:spMkLst>
        </pc:spChg>
      </pc:sldChg>
      <pc:sldChg chg="modSp add replId">
        <pc:chgData name="Avinash Arun Chauhan" userId="S::avinash.chauhan@mahindrauniversity.edu.in::241b5f3e-36f4-4c61-9553-90e6a1c1b8a6" providerId="AD" clId="Web-{D8687C7D-5F00-37A5-120B-679C77ED79E6}" dt="2025-04-08T06:16:29.979" v="2539" actId="20577"/>
        <pc:sldMkLst>
          <pc:docMk/>
          <pc:sldMk cId="1242204465" sldId="599"/>
        </pc:sldMkLst>
        <pc:spChg chg="mod">
          <ac:chgData name="Avinash Arun Chauhan" userId="S::avinash.chauhan@mahindrauniversity.edu.in::241b5f3e-36f4-4c61-9553-90e6a1c1b8a6" providerId="AD" clId="Web-{D8687C7D-5F00-37A5-120B-679C77ED79E6}" dt="2025-04-08T06:16:29.979" v="2539" actId="20577"/>
          <ac:spMkLst>
            <pc:docMk/>
            <pc:sldMk cId="1242204465" sldId="599"/>
            <ac:spMk id="3" creationId="{2BF5AABE-A0C4-1A58-A0DA-7F76649787FD}"/>
          </ac:spMkLst>
        </pc:spChg>
      </pc:sldChg>
      <pc:sldChg chg="modSp add ord replId">
        <pc:chgData name="Avinash Arun Chauhan" userId="S::avinash.chauhan@mahindrauniversity.edu.in::241b5f3e-36f4-4c61-9553-90e6a1c1b8a6" providerId="AD" clId="Web-{D8687C7D-5F00-37A5-120B-679C77ED79E6}" dt="2025-04-08T06:18:35.125" v="2642" actId="20577"/>
        <pc:sldMkLst>
          <pc:docMk/>
          <pc:sldMk cId="2277429458" sldId="600"/>
        </pc:sldMkLst>
        <pc:spChg chg="mod">
          <ac:chgData name="Avinash Arun Chauhan" userId="S::avinash.chauhan@mahindrauniversity.edu.in::241b5f3e-36f4-4c61-9553-90e6a1c1b8a6" providerId="AD" clId="Web-{D8687C7D-5F00-37A5-120B-679C77ED79E6}" dt="2025-04-08T06:18:35.125" v="2642" actId="20577"/>
          <ac:spMkLst>
            <pc:docMk/>
            <pc:sldMk cId="2277429458" sldId="600"/>
            <ac:spMk id="2" creationId="{D76A3A0E-9B00-14D3-32F5-4EBD9F3582D9}"/>
          </ac:spMkLst>
        </pc:spChg>
        <pc:spChg chg="mod">
          <ac:chgData name="Avinash Arun Chauhan" userId="S::avinash.chauhan@mahindrauniversity.edu.in::241b5f3e-36f4-4c61-9553-90e6a1c1b8a6" providerId="AD" clId="Web-{D8687C7D-5F00-37A5-120B-679C77ED79E6}" dt="2025-04-08T06:18:26.546" v="2629" actId="20577"/>
          <ac:spMkLst>
            <pc:docMk/>
            <pc:sldMk cId="2277429458" sldId="600"/>
            <ac:spMk id="3" creationId="{8E2A5E92-9210-DB94-55AD-02FA15B51F67}"/>
          </ac:spMkLst>
        </pc:spChg>
      </pc:sldChg>
      <pc:sldChg chg="addSp modSp add replId">
        <pc:chgData name="Avinash Arun Chauhan" userId="S::avinash.chauhan@mahindrauniversity.edu.in::241b5f3e-36f4-4c61-9553-90e6a1c1b8a6" providerId="AD" clId="Web-{D8687C7D-5F00-37A5-120B-679C77ED79E6}" dt="2025-04-08T06:46:27.743" v="3313" actId="20577"/>
        <pc:sldMkLst>
          <pc:docMk/>
          <pc:sldMk cId="2829260474" sldId="601"/>
        </pc:sldMkLst>
        <pc:spChg chg="mod">
          <ac:chgData name="Avinash Arun Chauhan" userId="S::avinash.chauhan@mahindrauniversity.edu.in::241b5f3e-36f4-4c61-9553-90e6a1c1b8a6" providerId="AD" clId="Web-{D8687C7D-5F00-37A5-120B-679C77ED79E6}" dt="2025-04-08T06:46:27.743" v="3313" actId="20577"/>
          <ac:spMkLst>
            <pc:docMk/>
            <pc:sldMk cId="2829260474" sldId="601"/>
            <ac:spMk id="3" creationId="{5655C88F-214B-F749-2EE0-49BBD4D30F84}"/>
          </ac:spMkLst>
        </pc:spChg>
        <pc:picChg chg="add mod modCrop">
          <ac:chgData name="Avinash Arun Chauhan" userId="S::avinash.chauhan@mahindrauniversity.edu.in::241b5f3e-36f4-4c61-9553-90e6a1c1b8a6" providerId="AD" clId="Web-{D8687C7D-5F00-37A5-120B-679C77ED79E6}" dt="2025-04-08T06:44:52.302" v="3199" actId="14100"/>
          <ac:picMkLst>
            <pc:docMk/>
            <pc:sldMk cId="2829260474" sldId="601"/>
            <ac:picMk id="4" creationId="{536466A3-994E-737D-A2CD-59B4052C8B0D}"/>
          </ac:picMkLst>
        </pc:picChg>
      </pc:sldChg>
      <pc:sldChg chg="delSp modSp add replId">
        <pc:chgData name="Avinash Arun Chauhan" userId="S::avinash.chauhan@mahindrauniversity.edu.in::241b5f3e-36f4-4c61-9553-90e6a1c1b8a6" providerId="AD" clId="Web-{D8687C7D-5F00-37A5-120B-679C77ED79E6}" dt="2025-04-08T06:54:08.685" v="3562" actId="20577"/>
        <pc:sldMkLst>
          <pc:docMk/>
          <pc:sldMk cId="530876080" sldId="602"/>
        </pc:sldMkLst>
        <pc:spChg chg="mod">
          <ac:chgData name="Avinash Arun Chauhan" userId="S::avinash.chauhan@mahindrauniversity.edu.in::241b5f3e-36f4-4c61-9553-90e6a1c1b8a6" providerId="AD" clId="Web-{D8687C7D-5F00-37A5-120B-679C77ED79E6}" dt="2025-04-08T06:48:19.654" v="3327" actId="20577"/>
          <ac:spMkLst>
            <pc:docMk/>
            <pc:sldMk cId="530876080" sldId="602"/>
            <ac:spMk id="2" creationId="{0A4363C5-184E-FF5B-1B4F-06F842265CB4}"/>
          </ac:spMkLst>
        </pc:spChg>
        <pc:spChg chg="mod">
          <ac:chgData name="Avinash Arun Chauhan" userId="S::avinash.chauhan@mahindrauniversity.edu.in::241b5f3e-36f4-4c61-9553-90e6a1c1b8a6" providerId="AD" clId="Web-{D8687C7D-5F00-37A5-120B-679C77ED79E6}" dt="2025-04-08T06:54:08.685" v="3562" actId="20577"/>
          <ac:spMkLst>
            <pc:docMk/>
            <pc:sldMk cId="530876080" sldId="602"/>
            <ac:spMk id="3" creationId="{76866033-6C53-56CB-88C9-A406BE062DD3}"/>
          </ac:spMkLst>
        </pc:spChg>
        <pc:picChg chg="del">
          <ac:chgData name="Avinash Arun Chauhan" userId="S::avinash.chauhan@mahindrauniversity.edu.in::241b5f3e-36f4-4c61-9553-90e6a1c1b8a6" providerId="AD" clId="Web-{D8687C7D-5F00-37A5-120B-679C77ED79E6}" dt="2025-04-08T06:47:36.996" v="3315"/>
          <ac:picMkLst>
            <pc:docMk/>
            <pc:sldMk cId="530876080" sldId="602"/>
            <ac:picMk id="4" creationId="{1B2D4C7F-61D6-5426-52B9-A22653C850A5}"/>
          </ac:picMkLst>
        </pc:picChg>
      </pc:sldChg>
    </pc:docChg>
  </pc:docChgLst>
  <pc:docChgLst>
    <pc:chgData name="Avinash Arun Chauhan" userId="S::avinash.chauhan@mahindrauniversity.edu.in::241b5f3e-36f4-4c61-9553-90e6a1c1b8a6" providerId="AD" clId="Web-{7AD81895-40B4-7A52-507D-901AD4871A87}"/>
    <pc:docChg chg="addSld delSld modSld sldOrd">
      <pc:chgData name="Avinash Arun Chauhan" userId="S::avinash.chauhan@mahindrauniversity.edu.in::241b5f3e-36f4-4c61-9553-90e6a1c1b8a6" providerId="AD" clId="Web-{7AD81895-40B4-7A52-507D-901AD4871A87}" dt="2025-01-15T13:25:06.074" v="1935" actId="20577"/>
      <pc:docMkLst>
        <pc:docMk/>
      </pc:docMkLst>
      <pc:sldChg chg="modSp">
        <pc:chgData name="Avinash Arun Chauhan" userId="S::avinash.chauhan@mahindrauniversity.edu.in::241b5f3e-36f4-4c61-9553-90e6a1c1b8a6" providerId="AD" clId="Web-{7AD81895-40B4-7A52-507D-901AD4871A87}" dt="2025-01-15T12:23:15.519" v="14" actId="20577"/>
        <pc:sldMkLst>
          <pc:docMk/>
          <pc:sldMk cId="1540275285" sldId="256"/>
        </pc:sldMkLst>
        <pc:spChg chg="mod">
          <ac:chgData name="Avinash Arun Chauhan" userId="S::avinash.chauhan@mahindrauniversity.edu.in::241b5f3e-36f4-4c61-9553-90e6a1c1b8a6" providerId="AD" clId="Web-{7AD81895-40B4-7A52-507D-901AD4871A87}" dt="2025-01-15T12:23:15.519" v="14" actId="20577"/>
          <ac:spMkLst>
            <pc:docMk/>
            <pc:sldMk cId="1540275285" sldId="256"/>
            <ac:spMk id="2" creationId="{727870F2-A17E-4535-8ECE-F608007055B7}"/>
          </ac:spMkLst>
        </pc:spChg>
      </pc:sldChg>
      <pc:sldChg chg="delSp modSp">
        <pc:chgData name="Avinash Arun Chauhan" userId="S::avinash.chauhan@mahindrauniversity.edu.in::241b5f3e-36f4-4c61-9553-90e6a1c1b8a6" providerId="AD" clId="Web-{7AD81895-40B4-7A52-507D-901AD4871A87}" dt="2025-01-15T13:23:06.214" v="1874" actId="20577"/>
        <pc:sldMkLst>
          <pc:docMk/>
          <pc:sldMk cId="832602602" sldId="257"/>
        </pc:sldMkLst>
      </pc:sldChg>
      <pc:sldChg chg="del">
        <pc:chgData name="Avinash Arun Chauhan" userId="S::avinash.chauhan@mahindrauniversity.edu.in::241b5f3e-36f4-4c61-9553-90e6a1c1b8a6" providerId="AD" clId="Web-{7AD81895-40B4-7A52-507D-901AD4871A87}" dt="2025-01-15T13:22:14.042" v="1846"/>
        <pc:sldMkLst>
          <pc:docMk/>
          <pc:sldMk cId="3615545428" sldId="259"/>
        </pc:sldMkLst>
      </pc:sldChg>
      <pc:sldChg chg="modSp">
        <pc:chgData name="Avinash Arun Chauhan" userId="S::avinash.chauhan@mahindrauniversity.edu.in::241b5f3e-36f4-4c61-9553-90e6a1c1b8a6" providerId="AD" clId="Web-{7AD81895-40B4-7A52-507D-901AD4871A87}" dt="2025-01-15T13:23:38.417" v="1889" actId="20577"/>
        <pc:sldMkLst>
          <pc:docMk/>
          <pc:sldMk cId="686329520" sldId="262"/>
        </pc:sldMkLst>
      </pc:sldChg>
      <pc:sldChg chg="modSp">
        <pc:chgData name="Avinash Arun Chauhan" userId="S::avinash.chauhan@mahindrauniversity.edu.in::241b5f3e-36f4-4c61-9553-90e6a1c1b8a6" providerId="AD" clId="Web-{7AD81895-40B4-7A52-507D-901AD4871A87}" dt="2025-01-15T13:23:29.136" v="1885" actId="20577"/>
        <pc:sldMkLst>
          <pc:docMk/>
          <pc:sldMk cId="3834488751" sldId="263"/>
        </pc:sldMkLst>
      </pc:sldChg>
      <pc:sldChg chg="del">
        <pc:chgData name="Avinash Arun Chauhan" userId="S::avinash.chauhan@mahindrauniversity.edu.in::241b5f3e-36f4-4c61-9553-90e6a1c1b8a6" providerId="AD" clId="Web-{7AD81895-40B4-7A52-507D-901AD4871A87}" dt="2025-01-15T12:54:29.828" v="672"/>
        <pc:sldMkLst>
          <pc:docMk/>
          <pc:sldMk cId="3009557333" sldId="264"/>
        </pc:sldMkLst>
      </pc:sldChg>
      <pc:sldChg chg="addSp delSp modSp add del">
        <pc:chgData name="Avinash Arun Chauhan" userId="S::avinash.chauhan@mahindrauniversity.edu.in::241b5f3e-36f4-4c61-9553-90e6a1c1b8a6" providerId="AD" clId="Web-{7AD81895-40B4-7A52-507D-901AD4871A87}" dt="2025-01-15T13:24:26.308" v="1913" actId="20577"/>
        <pc:sldMkLst>
          <pc:docMk/>
          <pc:sldMk cId="3445711273" sldId="267"/>
        </pc:sldMkLst>
      </pc:sldChg>
      <pc:sldChg chg="modSp add del">
        <pc:chgData name="Avinash Arun Chauhan" userId="S::avinash.chauhan@mahindrauniversity.edu.in::241b5f3e-36f4-4c61-9553-90e6a1c1b8a6" providerId="AD" clId="Web-{7AD81895-40B4-7A52-507D-901AD4871A87}" dt="2025-01-15T13:24:11.011" v="1905" actId="20577"/>
        <pc:sldMkLst>
          <pc:docMk/>
          <pc:sldMk cId="934216185" sldId="268"/>
        </pc:sldMkLst>
      </pc:sldChg>
      <pc:sldChg chg="modSp ord">
        <pc:chgData name="Avinash Arun Chauhan" userId="S::avinash.chauhan@mahindrauniversity.edu.in::241b5f3e-36f4-4c61-9553-90e6a1c1b8a6" providerId="AD" clId="Web-{7AD81895-40B4-7A52-507D-901AD4871A87}" dt="2025-01-15T13:23:34.011" v="1887" actId="20577"/>
        <pc:sldMkLst>
          <pc:docMk/>
          <pc:sldMk cId="216913" sldId="270"/>
        </pc:sldMkLst>
      </pc:sldChg>
      <pc:sldChg chg="add del">
        <pc:chgData name="Avinash Arun Chauhan" userId="S::avinash.chauhan@mahindrauniversity.edu.in::241b5f3e-36f4-4c61-9553-90e6a1c1b8a6" providerId="AD" clId="Web-{7AD81895-40B4-7A52-507D-901AD4871A87}" dt="2025-01-15T13:08:31.817" v="1160"/>
        <pc:sldMkLst>
          <pc:docMk/>
          <pc:sldMk cId="1482878579" sldId="272"/>
        </pc:sldMkLst>
      </pc:sldChg>
      <pc:sldChg chg="modSp">
        <pc:chgData name="Avinash Arun Chauhan" userId="S::avinash.chauhan@mahindrauniversity.edu.in::241b5f3e-36f4-4c61-9553-90e6a1c1b8a6" providerId="AD" clId="Web-{7AD81895-40B4-7A52-507D-901AD4871A87}" dt="2025-01-15T13:22:45.104" v="1871" actId="20577"/>
        <pc:sldMkLst>
          <pc:docMk/>
          <pc:sldMk cId="2029719128" sldId="274"/>
        </pc:sldMkLst>
      </pc:sldChg>
      <pc:sldChg chg="modSp">
        <pc:chgData name="Avinash Arun Chauhan" userId="S::avinash.chauhan@mahindrauniversity.edu.in::241b5f3e-36f4-4c61-9553-90e6a1c1b8a6" providerId="AD" clId="Web-{7AD81895-40B4-7A52-507D-901AD4871A87}" dt="2025-01-15T13:23:49.324" v="1894" actId="20577"/>
        <pc:sldMkLst>
          <pc:docMk/>
          <pc:sldMk cId="3954983918" sldId="276"/>
        </pc:sldMkLst>
      </pc:sldChg>
      <pc:sldChg chg="modSp add del">
        <pc:chgData name="Avinash Arun Chauhan" userId="S::avinash.chauhan@mahindrauniversity.edu.in::241b5f3e-36f4-4c61-9553-90e6a1c1b8a6" providerId="AD" clId="Web-{7AD81895-40B4-7A52-507D-901AD4871A87}" dt="2025-01-15T13:24:06.011" v="1903" actId="20577"/>
        <pc:sldMkLst>
          <pc:docMk/>
          <pc:sldMk cId="3140380364" sldId="277"/>
        </pc:sldMkLst>
      </pc:sldChg>
      <pc:sldChg chg="modSp add del">
        <pc:chgData name="Avinash Arun Chauhan" userId="S::avinash.chauhan@mahindrauniversity.edu.in::241b5f3e-36f4-4c61-9553-90e6a1c1b8a6" providerId="AD" clId="Web-{7AD81895-40B4-7A52-507D-901AD4871A87}" dt="2025-01-15T13:24:15.855" v="1907" actId="20577"/>
        <pc:sldMkLst>
          <pc:docMk/>
          <pc:sldMk cId="1186293514" sldId="278"/>
        </pc:sldMkLst>
      </pc:sldChg>
      <pc:sldChg chg="modSp">
        <pc:chgData name="Avinash Arun Chauhan" userId="S::avinash.chauhan@mahindrauniversity.edu.in::241b5f3e-36f4-4c61-9553-90e6a1c1b8a6" providerId="AD" clId="Web-{7AD81895-40B4-7A52-507D-901AD4871A87}" dt="2025-01-15T13:23:15.183" v="1878" actId="20577"/>
        <pc:sldMkLst>
          <pc:docMk/>
          <pc:sldMk cId="3908280556" sldId="279"/>
        </pc:sldMkLst>
      </pc:sldChg>
      <pc:sldChg chg="del">
        <pc:chgData name="Avinash Arun Chauhan" userId="S::avinash.chauhan@mahindrauniversity.edu.in::241b5f3e-36f4-4c61-9553-90e6a1c1b8a6" providerId="AD" clId="Web-{7AD81895-40B4-7A52-507D-901AD4871A87}" dt="2025-01-15T13:22:18.057" v="1848"/>
        <pc:sldMkLst>
          <pc:docMk/>
          <pc:sldMk cId="989628149" sldId="281"/>
        </pc:sldMkLst>
      </pc:sldChg>
      <pc:sldChg chg="modSp">
        <pc:chgData name="Avinash Arun Chauhan" userId="S::avinash.chauhan@mahindrauniversity.edu.in::241b5f3e-36f4-4c61-9553-90e6a1c1b8a6" providerId="AD" clId="Web-{7AD81895-40B4-7A52-507D-901AD4871A87}" dt="2025-01-15T13:23:21.214" v="1880" actId="20577"/>
        <pc:sldMkLst>
          <pc:docMk/>
          <pc:sldMk cId="124130375" sldId="283"/>
        </pc:sldMkLst>
      </pc:sldChg>
      <pc:sldChg chg="modSp">
        <pc:chgData name="Avinash Arun Chauhan" userId="S::avinash.chauhan@mahindrauniversity.edu.in::241b5f3e-36f4-4c61-9553-90e6a1c1b8a6" providerId="AD" clId="Web-{7AD81895-40B4-7A52-507D-901AD4871A87}" dt="2025-01-15T13:23:26.214" v="1883" actId="20577"/>
        <pc:sldMkLst>
          <pc:docMk/>
          <pc:sldMk cId="2181026294" sldId="284"/>
        </pc:sldMkLst>
      </pc:sldChg>
      <pc:sldChg chg="del">
        <pc:chgData name="Avinash Arun Chauhan" userId="S::avinash.chauhan@mahindrauniversity.edu.in::241b5f3e-36f4-4c61-9553-90e6a1c1b8a6" providerId="AD" clId="Web-{7AD81895-40B4-7A52-507D-901AD4871A87}" dt="2025-01-15T13:22:16.354" v="1847"/>
        <pc:sldMkLst>
          <pc:docMk/>
          <pc:sldMk cId="1884272887" sldId="285"/>
        </pc:sldMkLst>
      </pc:sldChg>
      <pc:sldChg chg="add del">
        <pc:chgData name="Avinash Arun Chauhan" userId="S::avinash.chauhan@mahindrauniversity.edu.in::241b5f3e-36f4-4c61-9553-90e6a1c1b8a6" providerId="AD" clId="Web-{7AD81895-40B4-7A52-507D-901AD4871A87}" dt="2025-01-15T13:22:11.807" v="1843"/>
        <pc:sldMkLst>
          <pc:docMk/>
          <pc:sldMk cId="1259393115" sldId="287"/>
        </pc:sldMkLst>
      </pc:sldChg>
      <pc:sldChg chg="modSp">
        <pc:chgData name="Avinash Arun Chauhan" userId="S::avinash.chauhan@mahindrauniversity.edu.in::241b5f3e-36f4-4c61-9553-90e6a1c1b8a6" providerId="AD" clId="Web-{7AD81895-40B4-7A52-507D-901AD4871A87}" dt="2025-01-15T13:25:06.074" v="1935" actId="20577"/>
        <pc:sldMkLst>
          <pc:docMk/>
          <pc:sldMk cId="724459202" sldId="288"/>
        </pc:sldMkLst>
      </pc:sldChg>
      <pc:sldChg chg="add del">
        <pc:chgData name="Avinash Arun Chauhan" userId="S::avinash.chauhan@mahindrauniversity.edu.in::241b5f3e-36f4-4c61-9553-90e6a1c1b8a6" providerId="AD" clId="Web-{7AD81895-40B4-7A52-507D-901AD4871A87}" dt="2025-01-15T13:22:12.542" v="1844"/>
        <pc:sldMkLst>
          <pc:docMk/>
          <pc:sldMk cId="3127311794" sldId="290"/>
        </pc:sldMkLst>
      </pc:sldChg>
      <pc:sldChg chg="modSp add del">
        <pc:chgData name="Avinash Arun Chauhan" userId="S::avinash.chauhan@mahindrauniversity.edu.in::241b5f3e-36f4-4c61-9553-90e6a1c1b8a6" providerId="AD" clId="Web-{7AD81895-40B4-7A52-507D-901AD4871A87}" dt="2025-01-15T13:24:29.949" v="1915" actId="20577"/>
        <pc:sldMkLst>
          <pc:docMk/>
          <pc:sldMk cId="3716297763" sldId="291"/>
        </pc:sldMkLst>
      </pc:sldChg>
      <pc:sldChg chg="del">
        <pc:chgData name="Avinash Arun Chauhan" userId="S::avinash.chauhan@mahindrauniversity.edu.in::241b5f3e-36f4-4c61-9553-90e6a1c1b8a6" providerId="AD" clId="Web-{7AD81895-40B4-7A52-507D-901AD4871A87}" dt="2025-01-15T13:22:13.104" v="1845"/>
        <pc:sldMkLst>
          <pc:docMk/>
          <pc:sldMk cId="2340768922" sldId="292"/>
        </pc:sldMkLst>
      </pc:sldChg>
      <pc:sldChg chg="delSp modSp add replId">
        <pc:chgData name="Avinash Arun Chauhan" userId="S::avinash.chauhan@mahindrauniversity.edu.in::241b5f3e-36f4-4c61-9553-90e6a1c1b8a6" providerId="AD" clId="Web-{7AD81895-40B4-7A52-507D-901AD4871A87}" dt="2025-01-15T13:23:10.105" v="1876" actId="20577"/>
        <pc:sldMkLst>
          <pc:docMk/>
          <pc:sldMk cId="3299872713" sldId="293"/>
        </pc:sldMkLst>
      </pc:sldChg>
      <pc:sldChg chg="modSp add ord replId">
        <pc:chgData name="Avinash Arun Chauhan" userId="S::avinash.chauhan@mahindrauniversity.edu.in::241b5f3e-36f4-4c61-9553-90e6a1c1b8a6" providerId="AD" clId="Web-{7AD81895-40B4-7A52-507D-901AD4871A87}" dt="2025-01-15T13:23:43.667" v="1891" actId="20577"/>
        <pc:sldMkLst>
          <pc:docMk/>
          <pc:sldMk cId="3927065482" sldId="294"/>
        </pc:sldMkLst>
      </pc:sldChg>
      <pc:sldChg chg="modSp add replId">
        <pc:chgData name="Avinash Arun Chauhan" userId="S::avinash.chauhan@mahindrauniversity.edu.in::241b5f3e-36f4-4c61-9553-90e6a1c1b8a6" providerId="AD" clId="Web-{7AD81895-40B4-7A52-507D-901AD4871A87}" dt="2025-01-15T13:23:52.074" v="1896" actId="20577"/>
        <pc:sldMkLst>
          <pc:docMk/>
          <pc:sldMk cId="2570694905" sldId="295"/>
        </pc:sldMkLst>
      </pc:sldChg>
      <pc:sldChg chg="modSp add replId">
        <pc:chgData name="Avinash Arun Chauhan" userId="S::avinash.chauhan@mahindrauniversity.edu.in::241b5f3e-36f4-4c61-9553-90e6a1c1b8a6" providerId="AD" clId="Web-{7AD81895-40B4-7A52-507D-901AD4871A87}" dt="2025-01-15T13:24:02.449" v="1901" actId="20577"/>
        <pc:sldMkLst>
          <pc:docMk/>
          <pc:sldMk cId="4174301513" sldId="296"/>
        </pc:sldMkLst>
      </pc:sldChg>
      <pc:sldChg chg="modSp add replId">
        <pc:chgData name="Avinash Arun Chauhan" userId="S::avinash.chauhan@mahindrauniversity.edu.in::241b5f3e-36f4-4c61-9553-90e6a1c1b8a6" providerId="AD" clId="Web-{7AD81895-40B4-7A52-507D-901AD4871A87}" dt="2025-01-15T13:23:57.683" v="1898" actId="20577"/>
        <pc:sldMkLst>
          <pc:docMk/>
          <pc:sldMk cId="1602905219" sldId="297"/>
        </pc:sldMkLst>
      </pc:sldChg>
      <pc:sldChg chg="modSp add replId">
        <pc:chgData name="Avinash Arun Chauhan" userId="S::avinash.chauhan@mahindrauniversity.edu.in::241b5f3e-36f4-4c61-9553-90e6a1c1b8a6" providerId="AD" clId="Web-{7AD81895-40B4-7A52-507D-901AD4871A87}" dt="2025-01-15T13:24:20.980" v="1910" actId="20577"/>
        <pc:sldMkLst>
          <pc:docMk/>
          <pc:sldMk cId="3274344979" sldId="298"/>
        </pc:sldMkLst>
      </pc:sldChg>
      <pc:sldChg chg="modSp add replId">
        <pc:chgData name="Avinash Arun Chauhan" userId="S::avinash.chauhan@mahindrauniversity.edu.in::241b5f3e-36f4-4c61-9553-90e6a1c1b8a6" providerId="AD" clId="Web-{7AD81895-40B4-7A52-507D-901AD4871A87}" dt="2025-01-15T13:24:33.839" v="1917" actId="20577"/>
        <pc:sldMkLst>
          <pc:docMk/>
          <pc:sldMk cId="3646577299" sldId="299"/>
        </pc:sldMkLst>
      </pc:sldChg>
      <pc:sldChg chg="modSp add replId">
        <pc:chgData name="Avinash Arun Chauhan" userId="S::avinash.chauhan@mahindrauniversity.edu.in::241b5f3e-36f4-4c61-9553-90e6a1c1b8a6" providerId="AD" clId="Web-{7AD81895-40B4-7A52-507D-901AD4871A87}" dt="2025-01-15T13:24:39.371" v="1920" actId="20577"/>
        <pc:sldMkLst>
          <pc:docMk/>
          <pc:sldMk cId="49444374" sldId="300"/>
        </pc:sldMkLst>
      </pc:sldChg>
      <pc:sldChg chg="modSp add replId">
        <pc:chgData name="Avinash Arun Chauhan" userId="S::avinash.chauhan@mahindrauniversity.edu.in::241b5f3e-36f4-4c61-9553-90e6a1c1b8a6" providerId="AD" clId="Web-{7AD81895-40B4-7A52-507D-901AD4871A87}" dt="2025-01-15T13:25:00.668" v="1932" actId="20577"/>
        <pc:sldMkLst>
          <pc:docMk/>
          <pc:sldMk cId="3369998483" sldId="301"/>
        </pc:sldMkLst>
      </pc:sldChg>
      <pc:sldChg chg="modSp add replId">
        <pc:chgData name="Avinash Arun Chauhan" userId="S::avinash.chauhan@mahindrauniversity.edu.in::241b5f3e-36f4-4c61-9553-90e6a1c1b8a6" providerId="AD" clId="Web-{7AD81895-40B4-7A52-507D-901AD4871A87}" dt="2025-01-15T13:24:45.246" v="1923" actId="20577"/>
        <pc:sldMkLst>
          <pc:docMk/>
          <pc:sldMk cId="839790597" sldId="302"/>
        </pc:sldMkLst>
      </pc:sldChg>
      <pc:sldChg chg="modSp add replId">
        <pc:chgData name="Avinash Arun Chauhan" userId="S::avinash.chauhan@mahindrauniversity.edu.in::241b5f3e-36f4-4c61-9553-90e6a1c1b8a6" providerId="AD" clId="Web-{7AD81895-40B4-7A52-507D-901AD4871A87}" dt="2025-01-15T13:24:54.168" v="1929" actId="20577"/>
        <pc:sldMkLst>
          <pc:docMk/>
          <pc:sldMk cId="3359934488" sldId="303"/>
        </pc:sldMkLst>
      </pc:sldChg>
      <pc:sldChg chg="modSp add replId">
        <pc:chgData name="Avinash Arun Chauhan" userId="S::avinash.chauhan@mahindrauniversity.edu.in::241b5f3e-36f4-4c61-9553-90e6a1c1b8a6" providerId="AD" clId="Web-{7AD81895-40B4-7A52-507D-901AD4871A87}" dt="2025-01-15T13:24:49.777" v="1926" actId="20577"/>
        <pc:sldMkLst>
          <pc:docMk/>
          <pc:sldMk cId="1563133675" sldId="304"/>
        </pc:sldMkLst>
      </pc:sldChg>
    </pc:docChg>
  </pc:docChgLst>
  <pc:docChgLst>
    <pc:chgData name="Avinash Arun Chauhan" userId="S::avinash.chauhan@mahindrauniversity.edu.in::241b5f3e-36f4-4c61-9553-90e6a1c1b8a6" providerId="AD" clId="Web-{F430AB55-46AA-71C5-5155-DB8D7C02C102}"/>
    <pc:docChg chg="modSld">
      <pc:chgData name="Avinash Arun Chauhan" userId="S::avinash.chauhan@mahindrauniversity.edu.in::241b5f3e-36f4-4c61-9553-90e6a1c1b8a6" providerId="AD" clId="Web-{F430AB55-46AA-71C5-5155-DB8D7C02C102}" dt="2025-02-03T08:38:06.471" v="99" actId="20577"/>
      <pc:docMkLst>
        <pc:docMk/>
      </pc:docMkLst>
      <pc:sldChg chg="modSp">
        <pc:chgData name="Avinash Arun Chauhan" userId="S::avinash.chauhan@mahindrauniversity.edu.in::241b5f3e-36f4-4c61-9553-90e6a1c1b8a6" providerId="AD" clId="Web-{F430AB55-46AA-71C5-5155-DB8D7C02C102}" dt="2025-02-03T08:21:41.763" v="6" actId="20577"/>
        <pc:sldMkLst>
          <pc:docMk/>
          <pc:sldMk cId="111794783" sldId="351"/>
        </pc:sldMkLst>
      </pc:sldChg>
      <pc:sldChg chg="modSp">
        <pc:chgData name="Avinash Arun Chauhan" userId="S::avinash.chauhan@mahindrauniversity.edu.in::241b5f3e-36f4-4c61-9553-90e6a1c1b8a6" providerId="AD" clId="Web-{F430AB55-46AA-71C5-5155-DB8D7C02C102}" dt="2025-02-03T08:25:53.788" v="8" actId="20577"/>
        <pc:sldMkLst>
          <pc:docMk/>
          <pc:sldMk cId="278790401" sldId="383"/>
        </pc:sldMkLst>
      </pc:sldChg>
      <pc:sldChg chg="modSp">
        <pc:chgData name="Avinash Arun Chauhan" userId="S::avinash.chauhan@mahindrauniversity.edu.in::241b5f3e-36f4-4c61-9553-90e6a1c1b8a6" providerId="AD" clId="Web-{F430AB55-46AA-71C5-5155-DB8D7C02C102}" dt="2025-02-03T08:31:23.034" v="44" actId="20577"/>
        <pc:sldMkLst>
          <pc:docMk/>
          <pc:sldMk cId="3912346787" sldId="385"/>
        </pc:sldMkLst>
      </pc:sldChg>
      <pc:sldChg chg="modSp">
        <pc:chgData name="Avinash Arun Chauhan" userId="S::avinash.chauhan@mahindrauniversity.edu.in::241b5f3e-36f4-4c61-9553-90e6a1c1b8a6" providerId="AD" clId="Web-{F430AB55-46AA-71C5-5155-DB8D7C02C102}" dt="2025-02-03T08:29:54.641" v="12" actId="20577"/>
        <pc:sldMkLst>
          <pc:docMk/>
          <pc:sldMk cId="1930055580" sldId="387"/>
        </pc:sldMkLst>
      </pc:sldChg>
      <pc:sldChg chg="modSp">
        <pc:chgData name="Avinash Arun Chauhan" userId="S::avinash.chauhan@mahindrauniversity.edu.in::241b5f3e-36f4-4c61-9553-90e6a1c1b8a6" providerId="AD" clId="Web-{F430AB55-46AA-71C5-5155-DB8D7C02C102}" dt="2025-02-03T08:38:06.471" v="99" actId="20577"/>
        <pc:sldMkLst>
          <pc:docMk/>
          <pc:sldMk cId="4197956168" sldId="388"/>
        </pc:sldMkLst>
      </pc:sldChg>
    </pc:docChg>
  </pc:docChgLst>
  <pc:docChgLst>
    <pc:chgData name="Avinash Arun Chauhan" userId="S::avinash.chauhan@mahindrauniversity.edu.in::241b5f3e-36f4-4c61-9553-90e6a1c1b8a6" providerId="AD" clId="Web-{F457F4BE-A992-9B5C-938D-41B1363344E1}"/>
    <pc:docChg chg="addSld delSld modSld">
      <pc:chgData name="Avinash Arun Chauhan" userId="S::avinash.chauhan@mahindrauniversity.edu.in::241b5f3e-36f4-4c61-9553-90e6a1c1b8a6" providerId="AD" clId="Web-{F457F4BE-A992-9B5C-938D-41B1363344E1}" dt="2025-03-04T08:30:49.698" v="184" actId="1076"/>
      <pc:docMkLst>
        <pc:docMk/>
      </pc:docMkLst>
      <pc:sldChg chg="modSp">
        <pc:chgData name="Avinash Arun Chauhan" userId="S::avinash.chauhan@mahindrauniversity.edu.in::241b5f3e-36f4-4c61-9553-90e6a1c1b8a6" providerId="AD" clId="Web-{F457F4BE-A992-9B5C-938D-41B1363344E1}" dt="2025-03-04T08:21:14.864" v="18" actId="20577"/>
        <pc:sldMkLst>
          <pc:docMk/>
          <pc:sldMk cId="3811169343" sldId="426"/>
        </pc:sldMkLst>
        <pc:spChg chg="mod">
          <ac:chgData name="Avinash Arun Chauhan" userId="S::avinash.chauhan@mahindrauniversity.edu.in::241b5f3e-36f4-4c61-9553-90e6a1c1b8a6" providerId="AD" clId="Web-{F457F4BE-A992-9B5C-938D-41B1363344E1}" dt="2025-03-04T08:21:14.864" v="18" actId="20577"/>
          <ac:spMkLst>
            <pc:docMk/>
            <pc:sldMk cId="3811169343" sldId="426"/>
            <ac:spMk id="3" creationId="{31932857-BFC7-D9FE-C8F3-E1C975AD4542}"/>
          </ac:spMkLst>
        </pc:spChg>
      </pc:sldChg>
      <pc:sldChg chg="modSp">
        <pc:chgData name="Avinash Arun Chauhan" userId="S::avinash.chauhan@mahindrauniversity.edu.in::241b5f3e-36f4-4c61-9553-90e6a1c1b8a6" providerId="AD" clId="Web-{F457F4BE-A992-9B5C-938D-41B1363344E1}" dt="2025-03-04T08:21:48.489" v="56" actId="20577"/>
        <pc:sldMkLst>
          <pc:docMk/>
          <pc:sldMk cId="1425644229" sldId="446"/>
        </pc:sldMkLst>
        <pc:spChg chg="mod">
          <ac:chgData name="Avinash Arun Chauhan" userId="S::avinash.chauhan@mahindrauniversity.edu.in::241b5f3e-36f4-4c61-9553-90e6a1c1b8a6" providerId="AD" clId="Web-{F457F4BE-A992-9B5C-938D-41B1363344E1}" dt="2025-03-04T08:21:48.489" v="56" actId="20577"/>
          <ac:spMkLst>
            <pc:docMk/>
            <pc:sldMk cId="1425644229" sldId="446"/>
            <ac:spMk id="3" creationId="{BB1998E0-72CB-339E-B9FC-7C9E76D9C740}"/>
          </ac:spMkLst>
        </pc:spChg>
      </pc:sldChg>
      <pc:sldChg chg="modSp">
        <pc:chgData name="Avinash Arun Chauhan" userId="S::avinash.chauhan@mahindrauniversity.edu.in::241b5f3e-36f4-4c61-9553-90e6a1c1b8a6" providerId="AD" clId="Web-{F457F4BE-A992-9B5C-938D-41B1363344E1}" dt="2025-03-04T08:25:15.757" v="61" actId="20577"/>
        <pc:sldMkLst>
          <pc:docMk/>
          <pc:sldMk cId="1241132870" sldId="502"/>
        </pc:sldMkLst>
        <pc:spChg chg="mod">
          <ac:chgData name="Avinash Arun Chauhan" userId="S::avinash.chauhan@mahindrauniversity.edu.in::241b5f3e-36f4-4c61-9553-90e6a1c1b8a6" providerId="AD" clId="Web-{F457F4BE-A992-9B5C-938D-41B1363344E1}" dt="2025-03-04T08:25:15.757" v="61" actId="20577"/>
          <ac:spMkLst>
            <pc:docMk/>
            <pc:sldMk cId="1241132870" sldId="502"/>
            <ac:spMk id="3" creationId="{B59F9376-EE9E-CCCE-7757-AA9EA4AF748A}"/>
          </ac:spMkLst>
        </pc:spChg>
      </pc:sldChg>
      <pc:sldChg chg="modSp">
        <pc:chgData name="Avinash Arun Chauhan" userId="S::avinash.chauhan@mahindrauniversity.edu.in::241b5f3e-36f4-4c61-9553-90e6a1c1b8a6" providerId="AD" clId="Web-{F457F4BE-A992-9B5C-938D-41B1363344E1}" dt="2025-03-04T08:27:55.618" v="70" actId="20577"/>
        <pc:sldMkLst>
          <pc:docMk/>
          <pc:sldMk cId="627015369" sldId="513"/>
        </pc:sldMkLst>
        <pc:spChg chg="mod">
          <ac:chgData name="Avinash Arun Chauhan" userId="S::avinash.chauhan@mahindrauniversity.edu.in::241b5f3e-36f4-4c61-9553-90e6a1c1b8a6" providerId="AD" clId="Web-{F457F4BE-A992-9B5C-938D-41B1363344E1}" dt="2025-03-04T08:27:55.618" v="70" actId="20577"/>
          <ac:spMkLst>
            <pc:docMk/>
            <pc:sldMk cId="627015369" sldId="513"/>
            <ac:spMk id="3" creationId="{C376A169-50A7-023F-287D-21D93CAAF140}"/>
          </ac:spMkLst>
        </pc:spChg>
      </pc:sldChg>
      <pc:sldChg chg="modSp">
        <pc:chgData name="Avinash Arun Chauhan" userId="S::avinash.chauhan@mahindrauniversity.edu.in::241b5f3e-36f4-4c61-9553-90e6a1c1b8a6" providerId="AD" clId="Web-{F457F4BE-A992-9B5C-938D-41B1363344E1}" dt="2025-03-04T08:30:49.698" v="184" actId="1076"/>
        <pc:sldMkLst>
          <pc:docMk/>
          <pc:sldMk cId="1125937358" sldId="515"/>
        </pc:sldMkLst>
        <pc:spChg chg="mod">
          <ac:chgData name="Avinash Arun Chauhan" userId="S::avinash.chauhan@mahindrauniversity.edu.in::241b5f3e-36f4-4c61-9553-90e6a1c1b8a6" providerId="AD" clId="Web-{F457F4BE-A992-9B5C-938D-41B1363344E1}" dt="2025-03-04T08:30:48.464" v="183" actId="20577"/>
          <ac:spMkLst>
            <pc:docMk/>
            <pc:sldMk cId="1125937358" sldId="515"/>
            <ac:spMk id="3" creationId="{86AFBCC4-54CD-623E-6D2A-310693823D01}"/>
          </ac:spMkLst>
        </pc:spChg>
        <pc:picChg chg="mod">
          <ac:chgData name="Avinash Arun Chauhan" userId="S::avinash.chauhan@mahindrauniversity.edu.in::241b5f3e-36f4-4c61-9553-90e6a1c1b8a6" providerId="AD" clId="Web-{F457F4BE-A992-9B5C-938D-41B1363344E1}" dt="2025-03-04T08:30:49.698" v="184" actId="1076"/>
          <ac:picMkLst>
            <pc:docMk/>
            <pc:sldMk cId="1125937358" sldId="515"/>
            <ac:picMk id="4" creationId="{0F026AA7-7C35-292A-D4B1-985CF4DDFFD3}"/>
          </ac:picMkLst>
        </pc:picChg>
      </pc:sldChg>
      <pc:sldChg chg="delSp modSp add del replId">
        <pc:chgData name="Avinash Arun Chauhan" userId="S::avinash.chauhan@mahindrauniversity.edu.in::241b5f3e-36f4-4c61-9553-90e6a1c1b8a6" providerId="AD" clId="Web-{F457F4BE-A992-9B5C-938D-41B1363344E1}" dt="2025-03-04T08:29:53.213" v="128" actId="20577"/>
        <pc:sldMkLst>
          <pc:docMk/>
          <pc:sldMk cId="335113786" sldId="519"/>
        </pc:sldMkLst>
        <pc:spChg chg="mod">
          <ac:chgData name="Avinash Arun Chauhan" userId="S::avinash.chauhan@mahindrauniversity.edu.in::241b5f3e-36f4-4c61-9553-90e6a1c1b8a6" providerId="AD" clId="Web-{F457F4BE-A992-9B5C-938D-41B1363344E1}" dt="2025-03-04T08:29:53.213" v="128" actId="20577"/>
          <ac:spMkLst>
            <pc:docMk/>
            <pc:sldMk cId="335113786" sldId="519"/>
            <ac:spMk id="2" creationId="{6E441A38-ECB7-1043-75FA-E0296F39216A}"/>
          </ac:spMkLst>
        </pc:spChg>
        <pc:spChg chg="mod">
          <ac:chgData name="Avinash Arun Chauhan" userId="S::avinash.chauhan@mahindrauniversity.edu.in::241b5f3e-36f4-4c61-9553-90e6a1c1b8a6" providerId="AD" clId="Web-{F457F4BE-A992-9B5C-938D-41B1363344E1}" dt="2025-03-04T08:29:44.666" v="107" actId="20577"/>
          <ac:spMkLst>
            <pc:docMk/>
            <pc:sldMk cId="335113786" sldId="519"/>
            <ac:spMk id="3" creationId="{528C9B20-5DB6-EC13-884E-F43E376B96D9}"/>
          </ac:spMkLst>
        </pc:spChg>
        <pc:picChg chg="del">
          <ac:chgData name="Avinash Arun Chauhan" userId="S::avinash.chauhan@mahindrauniversity.edu.in::241b5f3e-36f4-4c61-9553-90e6a1c1b8a6" providerId="AD" clId="Web-{F457F4BE-A992-9B5C-938D-41B1363344E1}" dt="2025-03-04T08:29:14.213" v="79"/>
          <ac:picMkLst>
            <pc:docMk/>
            <pc:sldMk cId="335113786" sldId="519"/>
            <ac:picMk id="4" creationId="{37080BEE-5AE3-BB96-E292-DC2BD7D564C8}"/>
          </ac:picMkLst>
        </pc:picChg>
        <pc:picChg chg="del">
          <ac:chgData name="Avinash Arun Chauhan" userId="S::avinash.chauhan@mahindrauniversity.edu.in::241b5f3e-36f4-4c61-9553-90e6a1c1b8a6" providerId="AD" clId="Web-{F457F4BE-A992-9B5C-938D-41B1363344E1}" dt="2025-03-04T08:29:15.619" v="80"/>
          <ac:picMkLst>
            <pc:docMk/>
            <pc:sldMk cId="335113786" sldId="519"/>
            <ac:picMk id="5" creationId="{13B3E0AC-EC6D-4D50-9903-F827C8C63BD0}"/>
          </ac:picMkLst>
        </pc:picChg>
      </pc:sldChg>
    </pc:docChg>
  </pc:docChgLst>
  <pc:docChgLst>
    <pc:chgData name="Avinash Arun Chauhan" userId="S::avinash.chauhan@mahindrauniversity.edu.in::241b5f3e-36f4-4c61-9553-90e6a1c1b8a6" providerId="AD" clId="Web-{B1E70A6D-0DCA-40EB-B807-45ABDE8263EF}"/>
    <pc:docChg chg="addSld delSld modSld">
      <pc:chgData name="Avinash Arun Chauhan" userId="S::avinash.chauhan@mahindrauniversity.edu.in::241b5f3e-36f4-4c61-9553-90e6a1c1b8a6" providerId="AD" clId="Web-{B1E70A6D-0DCA-40EB-B807-45ABDE8263EF}" dt="2024-07-29T14:40:03.328" v="584" actId="20577"/>
      <pc:docMkLst>
        <pc:docMk/>
      </pc:docMkLst>
      <pc:sldChg chg="modSp">
        <pc:chgData name="Avinash Arun Chauhan" userId="S::avinash.chauhan@mahindrauniversity.edu.in::241b5f3e-36f4-4c61-9553-90e6a1c1b8a6" providerId="AD" clId="Web-{B1E70A6D-0DCA-40EB-B807-45ABDE8263EF}" dt="2024-07-29T14:38:15.169" v="533" actId="20577"/>
        <pc:sldMkLst>
          <pc:docMk/>
          <pc:sldMk cId="832602602" sldId="257"/>
        </pc:sldMkLst>
      </pc:sldChg>
      <pc:sldChg chg="modSp">
        <pc:chgData name="Avinash Arun Chauhan" userId="S::avinash.chauhan@mahindrauniversity.edu.in::241b5f3e-36f4-4c61-9553-90e6a1c1b8a6" providerId="AD" clId="Web-{B1E70A6D-0DCA-40EB-B807-45ABDE8263EF}" dt="2024-07-29T14:34:08.786" v="454" actId="14100"/>
        <pc:sldMkLst>
          <pc:docMk/>
          <pc:sldMk cId="3615545428" sldId="259"/>
        </pc:sldMkLst>
      </pc:sldChg>
      <pc:sldChg chg="modSp del">
        <pc:chgData name="Avinash Arun Chauhan" userId="S::avinash.chauhan@mahindrauniversity.edu.in::241b5f3e-36f4-4c61-9553-90e6a1c1b8a6" providerId="AD" clId="Web-{B1E70A6D-0DCA-40EB-B807-45ABDE8263EF}" dt="2024-07-29T14:34:32.177" v="455"/>
        <pc:sldMkLst>
          <pc:docMk/>
          <pc:sldMk cId="665632959" sldId="260"/>
        </pc:sldMkLst>
      </pc:sldChg>
      <pc:sldChg chg="modSp">
        <pc:chgData name="Avinash Arun Chauhan" userId="S::avinash.chauhan@mahindrauniversity.edu.in::241b5f3e-36f4-4c61-9553-90e6a1c1b8a6" providerId="AD" clId="Web-{B1E70A6D-0DCA-40EB-B807-45ABDE8263EF}" dt="2024-07-29T14:21:08.964" v="2" actId="20577"/>
        <pc:sldMkLst>
          <pc:docMk/>
          <pc:sldMk cId="934216185" sldId="268"/>
        </pc:sldMkLst>
      </pc:sldChg>
      <pc:sldChg chg="del">
        <pc:chgData name="Avinash Arun Chauhan" userId="S::avinash.chauhan@mahindrauniversity.edu.in::241b5f3e-36f4-4c61-9553-90e6a1c1b8a6" providerId="AD" clId="Web-{B1E70A6D-0DCA-40EB-B807-45ABDE8263EF}" dt="2024-07-29T14:34:48.615" v="456"/>
        <pc:sldMkLst>
          <pc:docMk/>
          <pc:sldMk cId="720993746" sldId="271"/>
        </pc:sldMkLst>
      </pc:sldChg>
      <pc:sldChg chg="modSp">
        <pc:chgData name="Avinash Arun Chauhan" userId="S::avinash.chauhan@mahindrauniversity.edu.in::241b5f3e-36f4-4c61-9553-90e6a1c1b8a6" providerId="AD" clId="Web-{B1E70A6D-0DCA-40EB-B807-45ABDE8263EF}" dt="2024-07-29T14:24:17.157" v="25" actId="20577"/>
        <pc:sldMkLst>
          <pc:docMk/>
          <pc:sldMk cId="1482878579" sldId="272"/>
        </pc:sldMkLst>
      </pc:sldChg>
      <pc:sldChg chg="modSp">
        <pc:chgData name="Avinash Arun Chauhan" userId="S::avinash.chauhan@mahindrauniversity.edu.in::241b5f3e-36f4-4c61-9553-90e6a1c1b8a6" providerId="AD" clId="Web-{B1E70A6D-0DCA-40EB-B807-45ABDE8263EF}" dt="2024-07-29T14:40:03.328" v="584" actId="20577"/>
        <pc:sldMkLst>
          <pc:docMk/>
          <pc:sldMk cId="2029719128" sldId="274"/>
        </pc:sldMkLst>
      </pc:sldChg>
      <pc:sldChg chg="modSp add replId">
        <pc:chgData name="Avinash Arun Chauhan" userId="S::avinash.chauhan@mahindrauniversity.edu.in::241b5f3e-36f4-4c61-9553-90e6a1c1b8a6" providerId="AD" clId="Web-{B1E70A6D-0DCA-40EB-B807-45ABDE8263EF}" dt="2024-07-29T14:38:49.560" v="554" actId="20577"/>
        <pc:sldMkLst>
          <pc:docMk/>
          <pc:sldMk cId="3140380364" sldId="277"/>
        </pc:sldMkLst>
      </pc:sldChg>
      <pc:sldChg chg="modSp add replId">
        <pc:chgData name="Avinash Arun Chauhan" userId="S::avinash.chauhan@mahindrauniversity.edu.in::241b5f3e-36f4-4c61-9553-90e6a1c1b8a6" providerId="AD" clId="Web-{B1E70A6D-0DCA-40EB-B807-45ABDE8263EF}" dt="2024-07-29T14:36:48.760" v="490" actId="20577"/>
        <pc:sldMkLst>
          <pc:docMk/>
          <pc:sldMk cId="1186293514" sldId="278"/>
        </pc:sldMkLst>
      </pc:sldChg>
    </pc:docChg>
  </pc:docChgLst>
  <pc:docChgLst>
    <pc:chgData name="Avinash Arun Chauhan" userId="S::avinash.chauhan@mahindrauniversity.edu.in::241b5f3e-36f4-4c61-9553-90e6a1c1b8a6" providerId="AD" clId="Web-{E2A9FDD9-5B3B-6023-7762-7C6F08B519FF}"/>
    <pc:docChg chg="addSld delSld modSld sldOrd">
      <pc:chgData name="Avinash Arun Chauhan" userId="S::avinash.chauhan@mahindrauniversity.edu.in::241b5f3e-36f4-4c61-9553-90e6a1c1b8a6" providerId="AD" clId="Web-{E2A9FDD9-5B3B-6023-7762-7C6F08B519FF}" dt="2025-03-01T04:58:32.516" v="80" actId="20577"/>
      <pc:docMkLst>
        <pc:docMk/>
      </pc:docMkLst>
      <pc:sldChg chg="add del replId">
        <pc:chgData name="Avinash Arun Chauhan" userId="S::avinash.chauhan@mahindrauniversity.edu.in::241b5f3e-36f4-4c61-9553-90e6a1c1b8a6" providerId="AD" clId="Web-{E2A9FDD9-5B3B-6023-7762-7C6F08B519FF}" dt="2025-03-01T04:56:40.731" v="1"/>
        <pc:sldMkLst>
          <pc:docMk/>
          <pc:sldMk cId="1521444827" sldId="482"/>
        </pc:sldMkLst>
      </pc:sldChg>
      <pc:sldChg chg="modSp add ord replId">
        <pc:chgData name="Avinash Arun Chauhan" userId="S::avinash.chauhan@mahindrauniversity.edu.in::241b5f3e-36f4-4c61-9553-90e6a1c1b8a6" providerId="AD" clId="Web-{E2A9FDD9-5B3B-6023-7762-7C6F08B519FF}" dt="2025-03-01T04:58:32.516" v="80" actId="20577"/>
        <pc:sldMkLst>
          <pc:docMk/>
          <pc:sldMk cId="2362649363" sldId="482"/>
        </pc:sldMkLst>
        <pc:spChg chg="mod">
          <ac:chgData name="Avinash Arun Chauhan" userId="S::avinash.chauhan@mahindrauniversity.edu.in::241b5f3e-36f4-4c61-9553-90e6a1c1b8a6" providerId="AD" clId="Web-{E2A9FDD9-5B3B-6023-7762-7C6F08B519FF}" dt="2025-03-01T04:57:22.029" v="8" actId="20577"/>
          <ac:spMkLst>
            <pc:docMk/>
            <pc:sldMk cId="2362649363" sldId="482"/>
            <ac:spMk id="2" creationId="{D2FD71B6-57E8-8EC9-9B5B-813B1C93DA1D}"/>
          </ac:spMkLst>
        </pc:spChg>
        <pc:spChg chg="mod">
          <ac:chgData name="Avinash Arun Chauhan" userId="S::avinash.chauhan@mahindrauniversity.edu.in::241b5f3e-36f4-4c61-9553-90e6a1c1b8a6" providerId="AD" clId="Web-{E2A9FDD9-5B3B-6023-7762-7C6F08B519FF}" dt="2025-03-01T04:58:32.516" v="80" actId="20577"/>
          <ac:spMkLst>
            <pc:docMk/>
            <pc:sldMk cId="2362649363" sldId="482"/>
            <ac:spMk id="3" creationId="{2481A2D2-B869-5A1F-4195-8943D8F62500}"/>
          </ac:spMkLst>
        </pc:spChg>
      </pc:sldChg>
    </pc:docChg>
  </pc:docChgLst>
  <pc:docChgLst>
    <pc:chgData name="Avinash Arun Chauhan" userId="S::avinash.chauhan@mahindrauniversity.edu.in::241b5f3e-36f4-4c61-9553-90e6a1c1b8a6" providerId="AD" clId="Web-{63043C4D-BFE8-310A-5401-3EF428AB33DF}"/>
    <pc:docChg chg="modSld">
      <pc:chgData name="Avinash Arun Chauhan" userId="S::avinash.chauhan@mahindrauniversity.edu.in::241b5f3e-36f4-4c61-9553-90e6a1c1b8a6" providerId="AD" clId="Web-{63043C4D-BFE8-310A-5401-3EF428AB33DF}" dt="2025-02-14T07:14:17.233" v="0" actId="20577"/>
      <pc:docMkLst>
        <pc:docMk/>
      </pc:docMkLst>
      <pc:sldChg chg="modSp">
        <pc:chgData name="Avinash Arun Chauhan" userId="S::avinash.chauhan@mahindrauniversity.edu.in::241b5f3e-36f4-4c61-9553-90e6a1c1b8a6" providerId="AD" clId="Web-{63043C4D-BFE8-310A-5401-3EF428AB33DF}" dt="2025-02-14T07:14:17.233" v="0" actId="20577"/>
        <pc:sldMkLst>
          <pc:docMk/>
          <pc:sldMk cId="2934269232" sldId="446"/>
        </pc:sldMkLst>
      </pc:sldChg>
    </pc:docChg>
  </pc:docChgLst>
  <pc:docChgLst>
    <pc:chgData name="Avinash Arun Chauhan" userId="S::avinash.chauhan@mahindrauniversity.edu.in::241b5f3e-36f4-4c61-9553-90e6a1c1b8a6" providerId="AD" clId="Web-{495C2DE9-FA7D-3341-6AA9-EB09D03C755A}"/>
    <pc:docChg chg="addSld delSld modSld sldOrd">
      <pc:chgData name="Avinash Arun Chauhan" userId="S::avinash.chauhan@mahindrauniversity.edu.in::241b5f3e-36f4-4c61-9553-90e6a1c1b8a6" providerId="AD" clId="Web-{495C2DE9-FA7D-3341-6AA9-EB09D03C755A}" dt="2025-02-09T15:56:40.141" v="1055"/>
      <pc:docMkLst>
        <pc:docMk/>
      </pc:docMkLst>
      <pc:sldChg chg="modSp">
        <pc:chgData name="Avinash Arun Chauhan" userId="S::avinash.chauhan@mahindrauniversity.edu.in::241b5f3e-36f4-4c61-9553-90e6a1c1b8a6" providerId="AD" clId="Web-{495C2DE9-FA7D-3341-6AA9-EB09D03C755A}" dt="2025-02-09T15:24:58.337" v="601" actId="20577"/>
        <pc:sldMkLst>
          <pc:docMk/>
          <pc:sldMk cId="3379929072" sldId="344"/>
        </pc:sldMkLst>
      </pc:sldChg>
      <pc:sldChg chg="modSp del">
        <pc:chgData name="Avinash Arun Chauhan" userId="S::avinash.chauhan@mahindrauniversity.edu.in::241b5f3e-36f4-4c61-9553-90e6a1c1b8a6" providerId="AD" clId="Web-{495C2DE9-FA7D-3341-6AA9-EB09D03C755A}" dt="2025-02-09T15:33:39.914" v="782"/>
        <pc:sldMkLst>
          <pc:docMk/>
          <pc:sldMk cId="3804487949" sldId="345"/>
        </pc:sldMkLst>
      </pc:sldChg>
      <pc:sldChg chg="modSp">
        <pc:chgData name="Avinash Arun Chauhan" userId="S::avinash.chauhan@mahindrauniversity.edu.in::241b5f3e-36f4-4c61-9553-90e6a1c1b8a6" providerId="AD" clId="Web-{495C2DE9-FA7D-3341-6AA9-EB09D03C755A}" dt="2025-02-09T15:53:14.838" v="1048" actId="20577"/>
        <pc:sldMkLst>
          <pc:docMk/>
          <pc:sldMk cId="1050131186" sldId="346"/>
        </pc:sldMkLst>
      </pc:sldChg>
      <pc:sldChg chg="add del">
        <pc:chgData name="Avinash Arun Chauhan" userId="S::avinash.chauhan@mahindrauniversity.edu.in::241b5f3e-36f4-4c61-9553-90e6a1c1b8a6" providerId="AD" clId="Web-{495C2DE9-FA7D-3341-6AA9-EB09D03C755A}" dt="2025-02-09T15:54:05.902" v="1054"/>
        <pc:sldMkLst>
          <pc:docMk/>
          <pc:sldMk cId="770928017" sldId="347"/>
        </pc:sldMkLst>
      </pc:sldChg>
      <pc:sldChg chg="modSp">
        <pc:chgData name="Avinash Arun Chauhan" userId="S::avinash.chauhan@mahindrauniversity.edu.in::241b5f3e-36f4-4c61-9553-90e6a1c1b8a6" providerId="AD" clId="Web-{495C2DE9-FA7D-3341-6AA9-EB09D03C755A}" dt="2025-02-09T15:27:41.201" v="678" actId="20577"/>
        <pc:sldMkLst>
          <pc:docMk/>
          <pc:sldMk cId="3125990423" sldId="374"/>
        </pc:sldMkLst>
      </pc:sldChg>
      <pc:sldChg chg="mod modShow">
        <pc:chgData name="Avinash Arun Chauhan" userId="S::avinash.chauhan@mahindrauniversity.edu.in::241b5f3e-36f4-4c61-9553-90e6a1c1b8a6" providerId="AD" clId="Web-{495C2DE9-FA7D-3341-6AA9-EB09D03C755A}" dt="2025-02-09T15:56:40.141" v="1055"/>
        <pc:sldMkLst>
          <pc:docMk/>
          <pc:sldMk cId="2224388889" sldId="416"/>
        </pc:sldMkLst>
      </pc:sldChg>
      <pc:sldChg chg="add del">
        <pc:chgData name="Avinash Arun Chauhan" userId="S::avinash.chauhan@mahindrauniversity.edu.in::241b5f3e-36f4-4c61-9553-90e6a1c1b8a6" providerId="AD" clId="Web-{495C2DE9-FA7D-3341-6AA9-EB09D03C755A}" dt="2025-02-09T15:54:05.871" v="1052"/>
        <pc:sldMkLst>
          <pc:docMk/>
          <pc:sldMk cId="367148838" sldId="417"/>
        </pc:sldMkLst>
      </pc:sldChg>
      <pc:sldChg chg="add del">
        <pc:chgData name="Avinash Arun Chauhan" userId="S::avinash.chauhan@mahindrauniversity.edu.in::241b5f3e-36f4-4c61-9553-90e6a1c1b8a6" providerId="AD" clId="Web-{495C2DE9-FA7D-3341-6AA9-EB09D03C755A}" dt="2025-02-09T15:54:05.887" v="1053"/>
        <pc:sldMkLst>
          <pc:docMk/>
          <pc:sldMk cId="1161622595" sldId="418"/>
        </pc:sldMkLst>
      </pc:sldChg>
      <pc:sldChg chg="modSp add replId">
        <pc:chgData name="Avinash Arun Chauhan" userId="S::avinash.chauhan@mahindrauniversity.edu.in::241b5f3e-36f4-4c61-9553-90e6a1c1b8a6" providerId="AD" clId="Web-{495C2DE9-FA7D-3341-6AA9-EB09D03C755A}" dt="2025-02-09T15:18:39.030" v="519" actId="20577"/>
        <pc:sldMkLst>
          <pc:docMk/>
          <pc:sldMk cId="2802681030" sldId="425"/>
        </pc:sldMkLst>
      </pc:sldChg>
      <pc:sldChg chg="modSp add del replId">
        <pc:chgData name="Avinash Arun Chauhan" userId="S::avinash.chauhan@mahindrauniversity.edu.in::241b5f3e-36f4-4c61-9553-90e6a1c1b8a6" providerId="AD" clId="Web-{495C2DE9-FA7D-3341-6AA9-EB09D03C755A}" dt="2025-02-09T15:11:25.878" v="242"/>
        <pc:sldMkLst>
          <pc:docMk/>
          <pc:sldMk cId="899074560" sldId="426"/>
        </pc:sldMkLst>
      </pc:sldChg>
      <pc:sldChg chg="modSp add replId">
        <pc:chgData name="Avinash Arun Chauhan" userId="S::avinash.chauhan@mahindrauniversity.edu.in::241b5f3e-36f4-4c61-9553-90e6a1c1b8a6" providerId="AD" clId="Web-{495C2DE9-FA7D-3341-6AA9-EB09D03C755A}" dt="2025-02-09T15:13:03.896" v="282" actId="20577"/>
        <pc:sldMkLst>
          <pc:docMk/>
          <pc:sldMk cId="1533841355" sldId="426"/>
        </pc:sldMkLst>
      </pc:sldChg>
      <pc:sldChg chg="modSp add replId">
        <pc:chgData name="Avinash Arun Chauhan" userId="S::avinash.chauhan@mahindrauniversity.edu.in::241b5f3e-36f4-4c61-9553-90e6a1c1b8a6" providerId="AD" clId="Web-{495C2DE9-FA7D-3341-6AA9-EB09D03C755A}" dt="2025-02-09T15:14:46.649" v="317" actId="20577"/>
        <pc:sldMkLst>
          <pc:docMk/>
          <pc:sldMk cId="4149360407" sldId="427"/>
        </pc:sldMkLst>
      </pc:sldChg>
      <pc:sldChg chg="modSp add replId">
        <pc:chgData name="Avinash Arun Chauhan" userId="S::avinash.chauhan@mahindrauniversity.edu.in::241b5f3e-36f4-4c61-9553-90e6a1c1b8a6" providerId="AD" clId="Web-{495C2DE9-FA7D-3341-6AA9-EB09D03C755A}" dt="2025-02-09T15:19:44.016" v="538" actId="1076"/>
        <pc:sldMkLst>
          <pc:docMk/>
          <pc:sldMk cId="1106517050" sldId="428"/>
        </pc:sldMkLst>
      </pc:sldChg>
      <pc:sldChg chg="modSp add replId">
        <pc:chgData name="Avinash Arun Chauhan" userId="S::avinash.chauhan@mahindrauniversity.edu.in::241b5f3e-36f4-4c61-9553-90e6a1c1b8a6" providerId="AD" clId="Web-{495C2DE9-FA7D-3341-6AA9-EB09D03C755A}" dt="2025-02-09T15:20:08.033" v="542" actId="20577"/>
        <pc:sldMkLst>
          <pc:docMk/>
          <pc:sldMk cId="1668300359" sldId="429"/>
        </pc:sldMkLst>
      </pc:sldChg>
      <pc:sldChg chg="modSp add replId">
        <pc:chgData name="Avinash Arun Chauhan" userId="S::avinash.chauhan@mahindrauniversity.edu.in::241b5f3e-36f4-4c61-9553-90e6a1c1b8a6" providerId="AD" clId="Web-{495C2DE9-FA7D-3341-6AA9-EB09D03C755A}" dt="2025-02-09T15:21:40.660" v="563" actId="20577"/>
        <pc:sldMkLst>
          <pc:docMk/>
          <pc:sldMk cId="1285345284" sldId="430"/>
        </pc:sldMkLst>
      </pc:sldChg>
      <pc:sldChg chg="modSp add replId">
        <pc:chgData name="Avinash Arun Chauhan" userId="S::avinash.chauhan@mahindrauniversity.edu.in::241b5f3e-36f4-4c61-9553-90e6a1c1b8a6" providerId="AD" clId="Web-{495C2DE9-FA7D-3341-6AA9-EB09D03C755A}" dt="2025-02-09T15:33:31.007" v="779" actId="20577"/>
        <pc:sldMkLst>
          <pc:docMk/>
          <pc:sldMk cId="3049280400" sldId="431"/>
        </pc:sldMkLst>
      </pc:sldChg>
      <pc:sldChg chg="addSp modSp add replId">
        <pc:chgData name="Avinash Arun Chauhan" userId="S::avinash.chauhan@mahindrauniversity.edu.in::241b5f3e-36f4-4c61-9553-90e6a1c1b8a6" providerId="AD" clId="Web-{495C2DE9-FA7D-3341-6AA9-EB09D03C755A}" dt="2025-02-09T15:39:37.173" v="833" actId="1076"/>
        <pc:sldMkLst>
          <pc:docMk/>
          <pc:sldMk cId="642281423" sldId="432"/>
        </pc:sldMkLst>
      </pc:sldChg>
      <pc:sldChg chg="add del replId">
        <pc:chgData name="Avinash Arun Chauhan" userId="S::avinash.chauhan@mahindrauniversity.edu.in::241b5f3e-36f4-4c61-9553-90e6a1c1b8a6" providerId="AD" clId="Web-{495C2DE9-FA7D-3341-6AA9-EB09D03C755A}" dt="2025-02-09T15:33:38.898" v="781"/>
        <pc:sldMkLst>
          <pc:docMk/>
          <pc:sldMk cId="2720415545" sldId="432"/>
        </pc:sldMkLst>
      </pc:sldChg>
      <pc:sldChg chg="delSp modSp add replId">
        <pc:chgData name="Avinash Arun Chauhan" userId="S::avinash.chauhan@mahindrauniversity.edu.in::241b5f3e-36f4-4c61-9553-90e6a1c1b8a6" providerId="AD" clId="Web-{495C2DE9-FA7D-3341-6AA9-EB09D03C755A}" dt="2025-02-09T15:45:00.872" v="875" actId="1076"/>
        <pc:sldMkLst>
          <pc:docMk/>
          <pc:sldMk cId="2490634202" sldId="433"/>
        </pc:sldMkLst>
      </pc:sldChg>
      <pc:sldChg chg="modSp add replId">
        <pc:chgData name="Avinash Arun Chauhan" userId="S::avinash.chauhan@mahindrauniversity.edu.in::241b5f3e-36f4-4c61-9553-90e6a1c1b8a6" providerId="AD" clId="Web-{495C2DE9-FA7D-3341-6AA9-EB09D03C755A}" dt="2025-02-09T15:46:27.390" v="907" actId="20577"/>
        <pc:sldMkLst>
          <pc:docMk/>
          <pc:sldMk cId="1484115214" sldId="434"/>
        </pc:sldMkLst>
      </pc:sldChg>
      <pc:sldChg chg="addSp delSp modSp add replId">
        <pc:chgData name="Avinash Arun Chauhan" userId="S::avinash.chauhan@mahindrauniversity.edu.in::241b5f3e-36f4-4c61-9553-90e6a1c1b8a6" providerId="AD" clId="Web-{495C2DE9-FA7D-3341-6AA9-EB09D03C755A}" dt="2025-02-09T15:49:03.785" v="979" actId="1076"/>
        <pc:sldMkLst>
          <pc:docMk/>
          <pc:sldMk cId="660463148" sldId="435"/>
        </pc:sldMkLst>
      </pc:sldChg>
      <pc:sldChg chg="modSp add ord replId">
        <pc:chgData name="Avinash Arun Chauhan" userId="S::avinash.chauhan@mahindrauniversity.edu.in::241b5f3e-36f4-4c61-9553-90e6a1c1b8a6" providerId="AD" clId="Web-{495C2DE9-FA7D-3341-6AA9-EB09D03C755A}" dt="2025-02-09T15:51:19.898" v="1007" actId="20577"/>
        <pc:sldMkLst>
          <pc:docMk/>
          <pc:sldMk cId="64068537" sldId="436"/>
        </pc:sldMkLst>
      </pc:sldChg>
      <pc:sldChg chg="addSp delSp modSp add replId">
        <pc:chgData name="Avinash Arun Chauhan" userId="S::avinash.chauhan@mahindrauniversity.edu.in::241b5f3e-36f4-4c61-9553-90e6a1c1b8a6" providerId="AD" clId="Web-{495C2DE9-FA7D-3341-6AA9-EB09D03C755A}" dt="2025-02-09T15:53:00.213" v="1039" actId="14100"/>
        <pc:sldMkLst>
          <pc:docMk/>
          <pc:sldMk cId="1725508161" sldId="437"/>
        </pc:sldMkLst>
      </pc:sldChg>
    </pc:docChg>
  </pc:docChgLst>
  <pc:docChgLst>
    <pc:chgData name="Avinash Arun Chauhan" userId="S::avinash.chauhan@mahindrauniversity.edu.in::241b5f3e-36f4-4c61-9553-90e6a1c1b8a6" providerId="AD" clId="Web-{963CE305-2EDD-781C-B52D-DD4FBA97F47E}"/>
    <pc:docChg chg="addSld delSld modSld sldOrd">
      <pc:chgData name="Avinash Arun Chauhan" userId="S::avinash.chauhan@mahindrauniversity.edu.in::241b5f3e-36f4-4c61-9553-90e6a1c1b8a6" providerId="AD" clId="Web-{963CE305-2EDD-781C-B52D-DD4FBA97F47E}" dt="2025-02-18T06:31:19.833" v="1236" actId="20577"/>
      <pc:docMkLst>
        <pc:docMk/>
      </pc:docMkLst>
      <pc:sldChg chg="modSp">
        <pc:chgData name="Avinash Arun Chauhan" userId="S::avinash.chauhan@mahindrauniversity.edu.in::241b5f3e-36f4-4c61-9553-90e6a1c1b8a6" providerId="AD" clId="Web-{963CE305-2EDD-781C-B52D-DD4FBA97F47E}" dt="2025-02-18T06:26:45.345" v="1216" actId="20577"/>
        <pc:sldMkLst>
          <pc:docMk/>
          <pc:sldMk cId="2023183045" sldId="455"/>
        </pc:sldMkLst>
      </pc:sldChg>
      <pc:sldChg chg="modSp">
        <pc:chgData name="Avinash Arun Chauhan" userId="S::avinash.chauhan@mahindrauniversity.edu.in::241b5f3e-36f4-4c61-9553-90e6a1c1b8a6" providerId="AD" clId="Web-{963CE305-2EDD-781C-B52D-DD4FBA97F47E}" dt="2025-02-18T06:30:53.379" v="1219" actId="20577"/>
        <pc:sldMkLst>
          <pc:docMk/>
          <pc:sldMk cId="963676731" sldId="456"/>
        </pc:sldMkLst>
      </pc:sldChg>
      <pc:sldChg chg="modSp">
        <pc:chgData name="Avinash Arun Chauhan" userId="S::avinash.chauhan@mahindrauniversity.edu.in::241b5f3e-36f4-4c61-9553-90e6a1c1b8a6" providerId="AD" clId="Web-{963CE305-2EDD-781C-B52D-DD4FBA97F47E}" dt="2025-02-18T06:11:00.146" v="896" actId="20577"/>
        <pc:sldMkLst>
          <pc:docMk/>
          <pc:sldMk cId="76133212" sldId="458"/>
        </pc:sldMkLst>
      </pc:sldChg>
      <pc:sldChg chg="addSp delSp modSp add del replId">
        <pc:chgData name="Avinash Arun Chauhan" userId="S::avinash.chauhan@mahindrauniversity.edu.in::241b5f3e-36f4-4c61-9553-90e6a1c1b8a6" providerId="AD" clId="Web-{963CE305-2EDD-781C-B52D-DD4FBA97F47E}" dt="2025-02-18T06:30:23.645" v="1217"/>
        <pc:sldMkLst>
          <pc:docMk/>
          <pc:sldMk cId="3942523739" sldId="459"/>
        </pc:sldMkLst>
      </pc:sldChg>
      <pc:sldChg chg="modSp add replId">
        <pc:chgData name="Avinash Arun Chauhan" userId="S::avinash.chauhan@mahindrauniversity.edu.in::241b5f3e-36f4-4c61-9553-90e6a1c1b8a6" providerId="AD" clId="Web-{963CE305-2EDD-781C-B52D-DD4FBA97F47E}" dt="2025-02-18T06:31:19.833" v="1236" actId="20577"/>
        <pc:sldMkLst>
          <pc:docMk/>
          <pc:sldMk cId="2619648002" sldId="460"/>
        </pc:sldMkLst>
      </pc:sldChg>
      <pc:sldChg chg="addSp delSp modSp add replId">
        <pc:chgData name="Avinash Arun Chauhan" userId="S::avinash.chauhan@mahindrauniversity.edu.in::241b5f3e-36f4-4c61-9553-90e6a1c1b8a6" providerId="AD" clId="Web-{963CE305-2EDD-781C-B52D-DD4FBA97F47E}" dt="2025-02-18T06:00:34.216" v="563" actId="1076"/>
        <pc:sldMkLst>
          <pc:docMk/>
          <pc:sldMk cId="4050700231" sldId="461"/>
        </pc:sldMkLst>
      </pc:sldChg>
      <pc:sldChg chg="addSp delSp modSp add del replId">
        <pc:chgData name="Avinash Arun Chauhan" userId="S::avinash.chauhan@mahindrauniversity.edu.in::241b5f3e-36f4-4c61-9553-90e6a1c1b8a6" providerId="AD" clId="Web-{963CE305-2EDD-781C-B52D-DD4FBA97F47E}" dt="2025-02-18T06:06:31.314" v="579" actId="1076"/>
        <pc:sldMkLst>
          <pc:docMk/>
          <pc:sldMk cId="2872910021" sldId="462"/>
        </pc:sldMkLst>
      </pc:sldChg>
      <pc:sldChg chg="add del replId">
        <pc:chgData name="Avinash Arun Chauhan" userId="S::avinash.chauhan@mahindrauniversity.edu.in::241b5f3e-36f4-4c61-9553-90e6a1c1b8a6" providerId="AD" clId="Web-{963CE305-2EDD-781C-B52D-DD4FBA97F47E}" dt="2025-02-18T06:05:12.813" v="564"/>
        <pc:sldMkLst>
          <pc:docMk/>
          <pc:sldMk cId="4106097950" sldId="462"/>
        </pc:sldMkLst>
      </pc:sldChg>
      <pc:sldChg chg="addSp delSp modSp add replId">
        <pc:chgData name="Avinash Arun Chauhan" userId="S::avinash.chauhan@mahindrauniversity.edu.in::241b5f3e-36f4-4c61-9553-90e6a1c1b8a6" providerId="AD" clId="Web-{963CE305-2EDD-781C-B52D-DD4FBA97F47E}" dt="2025-02-18T06:13:00.850" v="916" actId="1076"/>
        <pc:sldMkLst>
          <pc:docMk/>
          <pc:sldMk cId="3370555036" sldId="463"/>
        </pc:sldMkLst>
      </pc:sldChg>
      <pc:sldChg chg="modSp add ord replId">
        <pc:chgData name="Avinash Arun Chauhan" userId="S::avinash.chauhan@mahindrauniversity.edu.in::241b5f3e-36f4-4c61-9553-90e6a1c1b8a6" providerId="AD" clId="Web-{963CE305-2EDD-781C-B52D-DD4FBA97F47E}" dt="2025-02-18T06:20:05.777" v="1145" actId="20577"/>
        <pc:sldMkLst>
          <pc:docMk/>
          <pc:sldMk cId="3436274257" sldId="464"/>
        </pc:sldMkLst>
      </pc:sldChg>
      <pc:sldChg chg="addSp delSp modSp add replId">
        <pc:chgData name="Avinash Arun Chauhan" userId="S::avinash.chauhan@mahindrauniversity.edu.in::241b5f3e-36f4-4c61-9553-90e6a1c1b8a6" providerId="AD" clId="Web-{963CE305-2EDD-781C-B52D-DD4FBA97F47E}" dt="2025-02-18T06:22:17.170" v="1207" actId="14100"/>
        <pc:sldMkLst>
          <pc:docMk/>
          <pc:sldMk cId="1500106504" sldId="465"/>
        </pc:sldMkLst>
      </pc:sldChg>
    </pc:docChg>
  </pc:docChgLst>
  <pc:docChgLst>
    <pc:chgData name="Avinash Arun Chauhan" userId="S::avinash.chauhan@mahindrauniversity.edu.in::241b5f3e-36f4-4c61-9553-90e6a1c1b8a6" providerId="AD" clId="Web-{929994F6-8D6A-A88C-183E-FFB8FD30796F}"/>
    <pc:docChg chg="modSld">
      <pc:chgData name="Avinash Arun Chauhan" userId="S::avinash.chauhan@mahindrauniversity.edu.in::241b5f3e-36f4-4c61-9553-90e6a1c1b8a6" providerId="AD" clId="Web-{929994F6-8D6A-A88C-183E-FFB8FD30796F}" dt="2025-01-28T12:00:43.884" v="732" actId="1076"/>
      <pc:docMkLst>
        <pc:docMk/>
      </pc:docMkLst>
      <pc:sldChg chg="modSp">
        <pc:chgData name="Avinash Arun Chauhan" userId="S::avinash.chauhan@mahindrauniversity.edu.in::241b5f3e-36f4-4c61-9553-90e6a1c1b8a6" providerId="AD" clId="Web-{929994F6-8D6A-A88C-183E-FFB8FD30796F}" dt="2025-01-28T11:28:22.867" v="2" actId="20577"/>
        <pc:sldMkLst>
          <pc:docMk/>
          <pc:sldMk cId="3804487949" sldId="345"/>
        </pc:sldMkLst>
      </pc:sldChg>
      <pc:sldChg chg="addSp modSp">
        <pc:chgData name="Avinash Arun Chauhan" userId="S::avinash.chauhan@mahindrauniversity.edu.in::241b5f3e-36f4-4c61-9553-90e6a1c1b8a6" providerId="AD" clId="Web-{929994F6-8D6A-A88C-183E-FFB8FD30796F}" dt="2025-01-28T11:44:10.781" v="454" actId="1076"/>
        <pc:sldMkLst>
          <pc:docMk/>
          <pc:sldMk cId="2151911027" sldId="359"/>
        </pc:sldMkLst>
      </pc:sldChg>
      <pc:sldChg chg="addSp modSp">
        <pc:chgData name="Avinash Arun Chauhan" userId="S::avinash.chauhan@mahindrauniversity.edu.in::241b5f3e-36f4-4c61-9553-90e6a1c1b8a6" providerId="AD" clId="Web-{929994F6-8D6A-A88C-183E-FFB8FD30796F}" dt="2025-01-28T12:00:43.884" v="732" actId="1076"/>
        <pc:sldMkLst>
          <pc:docMk/>
          <pc:sldMk cId="1387188195" sldId="360"/>
        </pc:sldMkLst>
      </pc:sldChg>
    </pc:docChg>
  </pc:docChgLst>
  <pc:docChgLst>
    <pc:chgData name="Avinash Arun Chauhan" userId="S::avinash.chauhan@mahindrauniversity.edu.in::241b5f3e-36f4-4c61-9553-90e6a1c1b8a6" providerId="AD" clId="Web-{44998CAC-3D99-D36A-8576-A8D07763E87F}"/>
    <pc:docChg chg="modSld">
      <pc:chgData name="Avinash Arun Chauhan" userId="S::avinash.chauhan@mahindrauniversity.edu.in::241b5f3e-36f4-4c61-9553-90e6a1c1b8a6" providerId="AD" clId="Web-{44998CAC-3D99-D36A-8576-A8D07763E87F}" dt="2025-03-16T11:48:36.933" v="8" actId="20577"/>
      <pc:docMkLst>
        <pc:docMk/>
      </pc:docMkLst>
      <pc:sldChg chg="modSp">
        <pc:chgData name="Avinash Arun Chauhan" userId="S::avinash.chauhan@mahindrauniversity.edu.in::241b5f3e-36f4-4c61-9553-90e6a1c1b8a6" providerId="AD" clId="Web-{44998CAC-3D99-D36A-8576-A8D07763E87F}" dt="2025-03-16T11:48:36.933" v="8" actId="20577"/>
        <pc:sldMkLst>
          <pc:docMk/>
          <pc:sldMk cId="4274453463" sldId="540"/>
        </pc:sldMkLst>
        <pc:spChg chg="mod">
          <ac:chgData name="Avinash Arun Chauhan" userId="S::avinash.chauhan@mahindrauniversity.edu.in::241b5f3e-36f4-4c61-9553-90e6a1c1b8a6" providerId="AD" clId="Web-{44998CAC-3D99-D36A-8576-A8D07763E87F}" dt="2025-03-16T11:48:36.933" v="8" actId="20577"/>
          <ac:spMkLst>
            <pc:docMk/>
            <pc:sldMk cId="4274453463" sldId="540"/>
            <ac:spMk id="2" creationId="{3E74C8EA-ACA3-D12C-A4C1-ADC3636814F7}"/>
          </ac:spMkLst>
        </pc:spChg>
      </pc:sldChg>
    </pc:docChg>
  </pc:docChgLst>
  <pc:docChgLst>
    <pc:chgData name="Avinash Arun Chauhan" userId="S::avinash.chauhan@mahindrauniversity.edu.in::241b5f3e-36f4-4c61-9553-90e6a1c1b8a6" providerId="AD" clId="Web-{1B588DDD-D74A-DA73-4B3C-F2EBFB26265F}"/>
    <pc:docChg chg="addSld modSld sldOrd">
      <pc:chgData name="Avinash Arun Chauhan" userId="S::avinash.chauhan@mahindrauniversity.edu.in::241b5f3e-36f4-4c61-9553-90e6a1c1b8a6" providerId="AD" clId="Web-{1B588DDD-D74A-DA73-4B3C-F2EBFB26265F}" dt="2025-02-13T07:13:10.649" v="2179" actId="20577"/>
      <pc:docMkLst>
        <pc:docMk/>
      </pc:docMkLst>
      <pc:sldChg chg="addSp modSp">
        <pc:chgData name="Avinash Arun Chauhan" userId="S::avinash.chauhan@mahindrauniversity.edu.in::241b5f3e-36f4-4c61-9553-90e6a1c1b8a6" providerId="AD" clId="Web-{1B588DDD-D74A-DA73-4B3C-F2EBFB26265F}" dt="2025-02-13T06:00:00.932" v="30" actId="1076"/>
        <pc:sldMkLst>
          <pc:docMk/>
          <pc:sldMk cId="2802681030" sldId="425"/>
        </pc:sldMkLst>
      </pc:sldChg>
      <pc:sldChg chg="modSp">
        <pc:chgData name="Avinash Arun Chauhan" userId="S::avinash.chauhan@mahindrauniversity.edu.in::241b5f3e-36f4-4c61-9553-90e6a1c1b8a6" providerId="AD" clId="Web-{1B588DDD-D74A-DA73-4B3C-F2EBFB26265F}" dt="2025-02-13T06:06:21.246" v="160" actId="20577"/>
        <pc:sldMkLst>
          <pc:docMk/>
          <pc:sldMk cId="3811169343" sldId="426"/>
        </pc:sldMkLst>
      </pc:sldChg>
      <pc:sldChg chg="modSp">
        <pc:chgData name="Avinash Arun Chauhan" userId="S::avinash.chauhan@mahindrauniversity.edu.in::241b5f3e-36f4-4c61-9553-90e6a1c1b8a6" providerId="AD" clId="Web-{1B588DDD-D74A-DA73-4B3C-F2EBFB26265F}" dt="2025-02-13T06:07:50.762" v="175" actId="20577"/>
        <pc:sldMkLst>
          <pc:docMk/>
          <pc:sldMk cId="227902600" sldId="427"/>
        </pc:sldMkLst>
      </pc:sldChg>
      <pc:sldChg chg="modSp">
        <pc:chgData name="Avinash Arun Chauhan" userId="S::avinash.chauhan@mahindrauniversity.edu.in::241b5f3e-36f4-4c61-9553-90e6a1c1b8a6" providerId="AD" clId="Web-{1B588DDD-D74A-DA73-4B3C-F2EBFB26265F}" dt="2025-02-13T06:09:23.685" v="202" actId="20577"/>
        <pc:sldMkLst>
          <pc:docMk/>
          <pc:sldMk cId="3686490617" sldId="429"/>
        </pc:sldMkLst>
      </pc:sldChg>
      <pc:sldChg chg="modSp">
        <pc:chgData name="Avinash Arun Chauhan" userId="S::avinash.chauhan@mahindrauniversity.edu.in::241b5f3e-36f4-4c61-9553-90e6a1c1b8a6" providerId="AD" clId="Web-{1B588DDD-D74A-DA73-4B3C-F2EBFB26265F}" dt="2025-02-13T06:11:15.638" v="226" actId="20577"/>
        <pc:sldMkLst>
          <pc:docMk/>
          <pc:sldMk cId="86552837" sldId="430"/>
        </pc:sldMkLst>
      </pc:sldChg>
      <pc:sldChg chg="addSp delSp modSp">
        <pc:chgData name="Avinash Arun Chauhan" userId="S::avinash.chauhan@mahindrauniversity.edu.in::241b5f3e-36f4-4c61-9553-90e6a1c1b8a6" providerId="AD" clId="Web-{1B588DDD-D74A-DA73-4B3C-F2EBFB26265F}" dt="2025-02-13T06:16:00.265" v="245"/>
        <pc:sldMkLst>
          <pc:docMk/>
          <pc:sldMk cId="2336727406" sldId="433"/>
        </pc:sldMkLst>
      </pc:sldChg>
      <pc:sldChg chg="modSp">
        <pc:chgData name="Avinash Arun Chauhan" userId="S::avinash.chauhan@mahindrauniversity.edu.in::241b5f3e-36f4-4c61-9553-90e6a1c1b8a6" providerId="AD" clId="Web-{1B588DDD-D74A-DA73-4B3C-F2EBFB26265F}" dt="2025-02-13T06:17:09.109" v="267" actId="20577"/>
        <pc:sldMkLst>
          <pc:docMk/>
          <pc:sldMk cId="859797520" sldId="434"/>
        </pc:sldMkLst>
      </pc:sldChg>
      <pc:sldChg chg="modSp">
        <pc:chgData name="Avinash Arun Chauhan" userId="S::avinash.chauhan@mahindrauniversity.edu.in::241b5f3e-36f4-4c61-9553-90e6a1c1b8a6" providerId="AD" clId="Web-{1B588DDD-D74A-DA73-4B3C-F2EBFB26265F}" dt="2025-02-13T07:13:10.649" v="2179" actId="20577"/>
        <pc:sldMkLst>
          <pc:docMk/>
          <pc:sldMk cId="620991165" sldId="437"/>
        </pc:sldMkLst>
      </pc:sldChg>
      <pc:sldChg chg="modSp">
        <pc:chgData name="Avinash Arun Chauhan" userId="S::avinash.chauhan@mahindrauniversity.edu.in::241b5f3e-36f4-4c61-9553-90e6a1c1b8a6" providerId="AD" clId="Web-{1B588DDD-D74A-DA73-4B3C-F2EBFB26265F}" dt="2025-02-13T06:35:17.472" v="1063" actId="20577"/>
        <pc:sldMkLst>
          <pc:docMk/>
          <pc:sldMk cId="1125462947" sldId="438"/>
        </pc:sldMkLst>
      </pc:sldChg>
      <pc:sldChg chg="modSp">
        <pc:chgData name="Avinash Arun Chauhan" userId="S::avinash.chauhan@mahindrauniversity.edu.in::241b5f3e-36f4-4c61-9553-90e6a1c1b8a6" providerId="AD" clId="Web-{1B588DDD-D74A-DA73-4B3C-F2EBFB26265F}" dt="2025-02-13T06:42:52.829" v="1279" actId="20577"/>
        <pc:sldMkLst>
          <pc:docMk/>
          <pc:sldMk cId="685589665" sldId="439"/>
        </pc:sldMkLst>
      </pc:sldChg>
      <pc:sldChg chg="modSp">
        <pc:chgData name="Avinash Arun Chauhan" userId="S::avinash.chauhan@mahindrauniversity.edu.in::241b5f3e-36f4-4c61-9553-90e6a1c1b8a6" providerId="AD" clId="Web-{1B588DDD-D74A-DA73-4B3C-F2EBFB26265F}" dt="2025-02-13T06:52:37.097" v="1789" actId="20577"/>
        <pc:sldMkLst>
          <pc:docMk/>
          <pc:sldMk cId="2354634915" sldId="440"/>
        </pc:sldMkLst>
      </pc:sldChg>
      <pc:sldChg chg="modSp add replId">
        <pc:chgData name="Avinash Arun Chauhan" userId="S::avinash.chauhan@mahindrauniversity.edu.in::241b5f3e-36f4-4c61-9553-90e6a1c1b8a6" providerId="AD" clId="Web-{1B588DDD-D74A-DA73-4B3C-F2EBFB26265F}" dt="2025-02-13T07:00:02.766" v="2116" actId="20577"/>
        <pc:sldMkLst>
          <pc:docMk/>
          <pc:sldMk cId="2422187861" sldId="444"/>
        </pc:sldMkLst>
      </pc:sldChg>
      <pc:sldChg chg="modSp add replId">
        <pc:chgData name="Avinash Arun Chauhan" userId="S::avinash.chauhan@mahindrauniversity.edu.in::241b5f3e-36f4-4c61-9553-90e6a1c1b8a6" providerId="AD" clId="Web-{1B588DDD-D74A-DA73-4B3C-F2EBFB26265F}" dt="2025-02-13T07:02:55.990" v="2135" actId="20577"/>
        <pc:sldMkLst>
          <pc:docMk/>
          <pc:sldMk cId="3924505761" sldId="445"/>
        </pc:sldMkLst>
        <pc:spChg chg="mod">
          <ac:chgData name="Avinash Arun Chauhan" userId="S::avinash.chauhan@mahindrauniversity.edu.in::241b5f3e-36f4-4c61-9553-90e6a1c1b8a6" providerId="AD" clId="Web-{1B588DDD-D74A-DA73-4B3C-F2EBFB26265F}" dt="2025-02-13T07:02:55.990" v="2135" actId="20577"/>
          <ac:spMkLst>
            <pc:docMk/>
            <pc:sldMk cId="3924505761" sldId="445"/>
            <ac:spMk id="3" creationId="{3CD8EBB5-37D0-C01C-F305-06E1A81FA5D6}"/>
          </ac:spMkLst>
        </pc:spChg>
      </pc:sldChg>
      <pc:sldChg chg="modSp add ord replId">
        <pc:chgData name="Avinash Arun Chauhan" userId="S::avinash.chauhan@mahindrauniversity.edu.in::241b5f3e-36f4-4c61-9553-90e6a1c1b8a6" providerId="AD" clId="Web-{1B588DDD-D74A-DA73-4B3C-F2EBFB26265F}" dt="2025-02-13T07:03:39.632" v="2176" actId="20577"/>
        <pc:sldMkLst>
          <pc:docMk/>
          <pc:sldMk cId="2934269232" sldId="446"/>
        </pc:sldMkLst>
      </pc:sldChg>
    </pc:docChg>
  </pc:docChgLst>
  <pc:docChgLst>
    <pc:chgData name="Avinash Arun Chauhan" userId="S::avinash.chauhan@mahindrauniversity.edu.in::241b5f3e-36f4-4c61-9553-90e6a1c1b8a6" providerId="AD" clId="Web-{E42FA930-B018-1D76-831B-6437126AF23D}"/>
    <pc:docChg chg="delSld modSld">
      <pc:chgData name="Avinash Arun Chauhan" userId="S::avinash.chauhan@mahindrauniversity.edu.in::241b5f3e-36f4-4c61-9553-90e6a1c1b8a6" providerId="AD" clId="Web-{E42FA930-B018-1D76-831B-6437126AF23D}" dt="2025-03-03T08:33:07.308" v="25" actId="20577"/>
      <pc:docMkLst>
        <pc:docMk/>
      </pc:docMkLst>
      <pc:sldChg chg="modSp">
        <pc:chgData name="Avinash Arun Chauhan" userId="S::avinash.chauhan@mahindrauniversity.edu.in::241b5f3e-36f4-4c61-9553-90e6a1c1b8a6" providerId="AD" clId="Web-{E42FA930-B018-1D76-831B-6437126AF23D}" dt="2025-03-03T08:07:48.971" v="1" actId="20577"/>
        <pc:sldMkLst>
          <pc:docMk/>
          <pc:sldMk cId="3811169343" sldId="426"/>
        </pc:sldMkLst>
        <pc:spChg chg="mod">
          <ac:chgData name="Avinash Arun Chauhan" userId="S::avinash.chauhan@mahindrauniversity.edu.in::241b5f3e-36f4-4c61-9553-90e6a1c1b8a6" providerId="AD" clId="Web-{E42FA930-B018-1D76-831B-6437126AF23D}" dt="2025-03-03T08:07:48.971" v="1" actId="20577"/>
          <ac:spMkLst>
            <pc:docMk/>
            <pc:sldMk cId="3811169343" sldId="426"/>
            <ac:spMk id="3" creationId="{31932857-BFC7-D9FE-C8F3-E1C975AD4542}"/>
          </ac:spMkLst>
        </pc:spChg>
      </pc:sldChg>
      <pc:sldChg chg="modSp">
        <pc:chgData name="Avinash Arun Chauhan" userId="S::avinash.chauhan@mahindrauniversity.edu.in::241b5f3e-36f4-4c61-9553-90e6a1c1b8a6" providerId="AD" clId="Web-{E42FA930-B018-1D76-831B-6437126AF23D}" dt="2025-03-03T08:10:01.423" v="15" actId="20577"/>
        <pc:sldMkLst>
          <pc:docMk/>
          <pc:sldMk cId="1929007449" sldId="449"/>
        </pc:sldMkLst>
        <pc:spChg chg="mod">
          <ac:chgData name="Avinash Arun Chauhan" userId="S::avinash.chauhan@mahindrauniversity.edu.in::241b5f3e-36f4-4c61-9553-90e6a1c1b8a6" providerId="AD" clId="Web-{E42FA930-B018-1D76-831B-6437126AF23D}" dt="2025-03-03T08:10:01.423" v="15" actId="20577"/>
          <ac:spMkLst>
            <pc:docMk/>
            <pc:sldMk cId="1929007449" sldId="449"/>
            <ac:spMk id="3" creationId="{167220CA-E969-0C11-4B20-1B5E88FEAD25}"/>
          </ac:spMkLst>
        </pc:spChg>
      </pc:sldChg>
      <pc:sldChg chg="modSp">
        <pc:chgData name="Avinash Arun Chauhan" userId="S::avinash.chauhan@mahindrauniversity.edu.in::241b5f3e-36f4-4c61-9553-90e6a1c1b8a6" providerId="AD" clId="Web-{E42FA930-B018-1D76-831B-6437126AF23D}" dt="2025-03-03T08:33:07.308" v="25" actId="20577"/>
        <pc:sldMkLst>
          <pc:docMk/>
          <pc:sldMk cId="3644058412" sldId="478"/>
        </pc:sldMkLst>
        <pc:spChg chg="mod">
          <ac:chgData name="Avinash Arun Chauhan" userId="S::avinash.chauhan@mahindrauniversity.edu.in::241b5f3e-36f4-4c61-9553-90e6a1c1b8a6" providerId="AD" clId="Web-{E42FA930-B018-1D76-831B-6437126AF23D}" dt="2025-03-03T08:33:07.308" v="25" actId="20577"/>
          <ac:spMkLst>
            <pc:docMk/>
            <pc:sldMk cId="3644058412" sldId="478"/>
            <ac:spMk id="3" creationId="{993994D3-81D1-082B-C635-DEA69D46E23E}"/>
          </ac:spMkLst>
        </pc:spChg>
      </pc:sldChg>
      <pc:sldChg chg="del">
        <pc:chgData name="Avinash Arun Chauhan" userId="S::avinash.chauhan@mahindrauniversity.edu.in::241b5f3e-36f4-4c61-9553-90e6a1c1b8a6" providerId="AD" clId="Web-{E42FA930-B018-1D76-831B-6437126AF23D}" dt="2025-03-03T08:31:14.137" v="16"/>
        <pc:sldMkLst>
          <pc:docMk/>
          <pc:sldMk cId="1601459820" sldId="481"/>
        </pc:sldMkLst>
      </pc:sldChg>
    </pc:docChg>
  </pc:docChgLst>
  <pc:docChgLst>
    <pc:chgData name="Avinash Arun Chauhan" userId="S::avinash.chauhan@mahindrauniversity.edu.in::241b5f3e-36f4-4c61-9553-90e6a1c1b8a6" providerId="AD" clId="Web-{14D6D849-FC23-BAE9-E7F1-485AB1F40E92}"/>
    <pc:docChg chg="addSld modSld">
      <pc:chgData name="Avinash Arun Chauhan" userId="S::avinash.chauhan@mahindrauniversity.edu.in::241b5f3e-36f4-4c61-9553-90e6a1c1b8a6" providerId="AD" clId="Web-{14D6D849-FC23-BAE9-E7F1-485AB1F40E92}" dt="2025-02-25T05:34:45.637" v="646" actId="1076"/>
      <pc:docMkLst>
        <pc:docMk/>
      </pc:docMkLst>
      <pc:sldChg chg="modSp add replId">
        <pc:chgData name="Avinash Arun Chauhan" userId="S::avinash.chauhan@mahindrauniversity.edu.in::241b5f3e-36f4-4c61-9553-90e6a1c1b8a6" providerId="AD" clId="Web-{14D6D849-FC23-BAE9-E7F1-485AB1F40E92}" dt="2025-02-25T05:17:47.737" v="190" actId="20577"/>
        <pc:sldMkLst>
          <pc:docMk/>
          <pc:sldMk cId="1547259945" sldId="450"/>
        </pc:sldMkLst>
        <pc:spChg chg="mod">
          <ac:chgData name="Avinash Arun Chauhan" userId="S::avinash.chauhan@mahindrauniversity.edu.in::241b5f3e-36f4-4c61-9553-90e6a1c1b8a6" providerId="AD" clId="Web-{14D6D849-FC23-BAE9-E7F1-485AB1F40E92}" dt="2025-02-25T05:14:08.057" v="14" actId="20577"/>
          <ac:spMkLst>
            <pc:docMk/>
            <pc:sldMk cId="1547259945" sldId="450"/>
            <ac:spMk id="2" creationId="{6C6A0732-688A-B530-0B87-6EDCEB03FD54}"/>
          </ac:spMkLst>
        </pc:spChg>
        <pc:spChg chg="mod">
          <ac:chgData name="Avinash Arun Chauhan" userId="S::avinash.chauhan@mahindrauniversity.edu.in::241b5f3e-36f4-4c61-9553-90e6a1c1b8a6" providerId="AD" clId="Web-{14D6D849-FC23-BAE9-E7F1-485AB1F40E92}" dt="2025-02-25T05:17:47.737" v="190" actId="20577"/>
          <ac:spMkLst>
            <pc:docMk/>
            <pc:sldMk cId="1547259945" sldId="450"/>
            <ac:spMk id="3" creationId="{35ED2F53-1304-99AB-504A-F87136F1B587}"/>
          </ac:spMkLst>
        </pc:spChg>
      </pc:sldChg>
      <pc:sldChg chg="modSp add replId">
        <pc:chgData name="Avinash Arun Chauhan" userId="S::avinash.chauhan@mahindrauniversity.edu.in::241b5f3e-36f4-4c61-9553-90e6a1c1b8a6" providerId="AD" clId="Web-{14D6D849-FC23-BAE9-E7F1-485AB1F40E92}" dt="2025-02-25T05:24:05.424" v="617" actId="20577"/>
        <pc:sldMkLst>
          <pc:docMk/>
          <pc:sldMk cId="1257462275" sldId="451"/>
        </pc:sldMkLst>
        <pc:spChg chg="mod">
          <ac:chgData name="Avinash Arun Chauhan" userId="S::avinash.chauhan@mahindrauniversity.edu.in::241b5f3e-36f4-4c61-9553-90e6a1c1b8a6" providerId="AD" clId="Web-{14D6D849-FC23-BAE9-E7F1-485AB1F40E92}" dt="2025-02-25T05:24:05.424" v="617" actId="20577"/>
          <ac:spMkLst>
            <pc:docMk/>
            <pc:sldMk cId="1257462275" sldId="451"/>
            <ac:spMk id="3" creationId="{D723B647-E000-FF48-8207-2C1A0A765E54}"/>
          </ac:spMkLst>
        </pc:spChg>
      </pc:sldChg>
      <pc:sldChg chg="addSp delSp modSp add replId">
        <pc:chgData name="Avinash Arun Chauhan" userId="S::avinash.chauhan@mahindrauniversity.edu.in::241b5f3e-36f4-4c61-9553-90e6a1c1b8a6" providerId="AD" clId="Web-{14D6D849-FC23-BAE9-E7F1-485AB1F40E92}" dt="2025-02-25T05:34:45.637" v="646" actId="1076"/>
        <pc:sldMkLst>
          <pc:docMk/>
          <pc:sldMk cId="3995970400" sldId="452"/>
        </pc:sldMkLst>
        <pc:spChg chg="mod">
          <ac:chgData name="Avinash Arun Chauhan" userId="S::avinash.chauhan@mahindrauniversity.edu.in::241b5f3e-36f4-4c61-9553-90e6a1c1b8a6" providerId="AD" clId="Web-{14D6D849-FC23-BAE9-E7F1-485AB1F40E92}" dt="2025-02-25T05:33:55.807" v="639" actId="20577"/>
          <ac:spMkLst>
            <pc:docMk/>
            <pc:sldMk cId="3995970400" sldId="452"/>
            <ac:spMk id="2" creationId="{C60D9EE5-578D-B5DE-A05B-CD15C9F9306F}"/>
          </ac:spMkLst>
        </pc:spChg>
        <pc:picChg chg="add mod modCrop">
          <ac:chgData name="Avinash Arun Chauhan" userId="S::avinash.chauhan@mahindrauniversity.edu.in::241b5f3e-36f4-4c61-9553-90e6a1c1b8a6" providerId="AD" clId="Web-{14D6D849-FC23-BAE9-E7F1-485AB1F40E92}" dt="2025-02-25T05:34:45.637" v="646" actId="1076"/>
          <ac:picMkLst>
            <pc:docMk/>
            <pc:sldMk cId="3995970400" sldId="452"/>
            <ac:picMk id="3" creationId="{68607A7E-F2D7-BD08-4AF9-C92BBC17029A}"/>
          </ac:picMkLst>
        </pc:picChg>
        <pc:picChg chg="del">
          <ac:chgData name="Avinash Arun Chauhan" userId="S::avinash.chauhan@mahindrauniversity.edu.in::241b5f3e-36f4-4c61-9553-90e6a1c1b8a6" providerId="AD" clId="Web-{14D6D849-FC23-BAE9-E7F1-485AB1F40E92}" dt="2025-02-25T05:33:58.182" v="640"/>
          <ac:picMkLst>
            <pc:docMk/>
            <pc:sldMk cId="3995970400" sldId="452"/>
            <ac:picMk id="4" creationId="{BF1C4FF4-BE9E-5A26-705B-9BB16B66841B}"/>
          </ac:picMkLst>
        </pc:picChg>
      </pc:sldChg>
    </pc:docChg>
  </pc:docChgLst>
  <pc:docChgLst>
    <pc:chgData name="Avinash Arun Chauhan" userId="S::avinash.chauhan@mahindrauniversity.edu.in::241b5f3e-36f4-4c61-9553-90e6a1c1b8a6" providerId="AD" clId="Web-{822BEDCB-A9D9-45DD-2BC9-6C39452F222B}"/>
    <pc:docChg chg="addSld modSld">
      <pc:chgData name="Avinash Arun Chauhan" userId="S::avinash.chauhan@mahindrauniversity.edu.in::241b5f3e-36f4-4c61-9553-90e6a1c1b8a6" providerId="AD" clId="Web-{822BEDCB-A9D9-45DD-2BC9-6C39452F222B}" dt="2022-08-04T07:24:51.491" v="620" actId="20577"/>
      <pc:docMkLst>
        <pc:docMk/>
      </pc:docMkLst>
      <pc:sldChg chg="modSp">
        <pc:chgData name="Avinash Arun Chauhan" userId="S::avinash.chauhan@mahindrauniversity.edu.in::241b5f3e-36f4-4c61-9553-90e6a1c1b8a6" providerId="AD" clId="Web-{822BEDCB-A9D9-45DD-2BC9-6C39452F222B}" dt="2022-08-04T07:18:53.606" v="423" actId="20577"/>
        <pc:sldMkLst>
          <pc:docMk/>
          <pc:sldMk cId="832602602" sldId="257"/>
        </pc:sldMkLst>
      </pc:sldChg>
      <pc:sldChg chg="addSp delSp modSp">
        <pc:chgData name="Avinash Arun Chauhan" userId="S::avinash.chauhan@mahindrauniversity.edu.in::241b5f3e-36f4-4c61-9553-90e6a1c1b8a6" providerId="AD" clId="Web-{822BEDCB-A9D9-45DD-2BC9-6C39452F222B}" dt="2022-08-04T07:07:37.866" v="277" actId="20577"/>
        <pc:sldMkLst>
          <pc:docMk/>
          <pc:sldMk cId="686329520" sldId="262"/>
        </pc:sldMkLst>
      </pc:sldChg>
      <pc:sldChg chg="modSp new">
        <pc:chgData name="Avinash Arun Chauhan" userId="S::avinash.chauhan@mahindrauniversity.edu.in::241b5f3e-36f4-4c61-9553-90e6a1c1b8a6" providerId="AD" clId="Web-{822BEDCB-A9D9-45DD-2BC9-6C39452F222B}" dt="2022-08-04T07:10:08.293" v="417" actId="20577"/>
        <pc:sldMkLst>
          <pc:docMk/>
          <pc:sldMk cId="3834488751" sldId="263"/>
        </pc:sldMkLst>
      </pc:sldChg>
      <pc:sldChg chg="modSp new">
        <pc:chgData name="Avinash Arun Chauhan" userId="S::avinash.chauhan@mahindrauniversity.edu.in::241b5f3e-36f4-4c61-9553-90e6a1c1b8a6" providerId="AD" clId="Web-{822BEDCB-A9D9-45DD-2BC9-6C39452F222B}" dt="2022-08-04T07:24:51.491" v="620" actId="20577"/>
        <pc:sldMkLst>
          <pc:docMk/>
          <pc:sldMk cId="3009557333" sldId="264"/>
        </pc:sldMkLst>
      </pc:sldChg>
    </pc:docChg>
  </pc:docChgLst>
  <pc:docChgLst>
    <pc:chgData name="Avinash Arun Chauhan" userId="S::avinash.chauhan@mahindrauniversity.edu.in::241b5f3e-36f4-4c61-9553-90e6a1c1b8a6" providerId="AD" clId="Web-{1E5B39E9-7C33-5FB5-3001-2A20A497649D}"/>
    <pc:docChg chg="modSld">
      <pc:chgData name="Avinash Arun Chauhan" userId="S::avinash.chauhan@mahindrauniversity.edu.in::241b5f3e-36f4-4c61-9553-90e6a1c1b8a6" providerId="AD" clId="Web-{1E5B39E9-7C33-5FB5-3001-2A20A497649D}" dt="2024-08-07T11:36:14.026" v="7" actId="20577"/>
      <pc:docMkLst>
        <pc:docMk/>
      </pc:docMkLst>
      <pc:sldChg chg="modSp">
        <pc:chgData name="Avinash Arun Chauhan" userId="S::avinash.chauhan@mahindrauniversity.edu.in::241b5f3e-36f4-4c61-9553-90e6a1c1b8a6" providerId="AD" clId="Web-{1E5B39E9-7C33-5FB5-3001-2A20A497649D}" dt="2024-08-07T11:36:14.026" v="7" actId="20577"/>
        <pc:sldMkLst>
          <pc:docMk/>
          <pc:sldMk cId="686329520" sldId="262"/>
        </pc:sldMkLst>
      </pc:sldChg>
    </pc:docChg>
  </pc:docChgLst>
  <pc:docChgLst>
    <pc:chgData name="Avinash Arun Chauhan" userId="S::avinash.chauhan@mahindrauniversity.edu.in::241b5f3e-36f4-4c61-9553-90e6a1c1b8a6" providerId="AD" clId="Web-{78EECB7A-AB92-986E-10CA-C05C09963E44}"/>
    <pc:docChg chg="delSld">
      <pc:chgData name="Avinash Arun Chauhan" userId="S::avinash.chauhan@mahindrauniversity.edu.in::241b5f3e-36f4-4c61-9553-90e6a1c1b8a6" providerId="AD" clId="Web-{78EECB7A-AB92-986E-10CA-C05C09963E44}" dt="2025-02-24T05:29:47.234" v="1"/>
      <pc:docMkLst>
        <pc:docMk/>
      </pc:docMkLst>
      <pc:sldChg chg="del">
        <pc:chgData name="Avinash Arun Chauhan" userId="S::avinash.chauhan@mahindrauniversity.edu.in::241b5f3e-36f4-4c61-9553-90e6a1c1b8a6" providerId="AD" clId="Web-{78EECB7A-AB92-986E-10CA-C05C09963E44}" dt="2025-02-24T05:29:45.437" v="0"/>
        <pc:sldMkLst>
          <pc:docMk/>
          <pc:sldMk cId="3396591590" sldId="363"/>
        </pc:sldMkLst>
      </pc:sldChg>
      <pc:sldChg chg="del">
        <pc:chgData name="Avinash Arun Chauhan" userId="S::avinash.chauhan@mahindrauniversity.edu.in::241b5f3e-36f4-4c61-9553-90e6a1c1b8a6" providerId="AD" clId="Web-{78EECB7A-AB92-986E-10CA-C05C09963E44}" dt="2025-02-24T05:29:47.234" v="1"/>
        <pc:sldMkLst>
          <pc:docMk/>
          <pc:sldMk cId="2802681030" sldId="425"/>
        </pc:sldMkLst>
      </pc:sldChg>
    </pc:docChg>
  </pc:docChgLst>
  <pc:docChgLst>
    <pc:chgData name="Avinash Arun Chauhan" userId="S::avinash.chauhan@mahindrauniversity.edu.in::241b5f3e-36f4-4c61-9553-90e6a1c1b8a6" providerId="AD" clId="Web-{6B919414-8687-61DA-15B2-F736F548A91C}"/>
    <pc:docChg chg="delSld modSld">
      <pc:chgData name="Avinash Arun Chauhan" userId="S::avinash.chauhan@mahindrauniversity.edu.in::241b5f3e-36f4-4c61-9553-90e6a1c1b8a6" providerId="AD" clId="Web-{6B919414-8687-61DA-15B2-F736F548A91C}" dt="2025-01-18T12:29:13.659" v="41"/>
      <pc:docMkLst>
        <pc:docMk/>
      </pc:docMkLst>
      <pc:sldChg chg="modSp">
        <pc:chgData name="Avinash Arun Chauhan" userId="S::avinash.chauhan@mahindrauniversity.edu.in::241b5f3e-36f4-4c61-9553-90e6a1c1b8a6" providerId="AD" clId="Web-{6B919414-8687-61DA-15B2-F736F548A91C}" dt="2025-01-18T12:27:50.262" v="11" actId="20577"/>
        <pc:sldMkLst>
          <pc:docMk/>
          <pc:sldMk cId="2511884408" sldId="305"/>
        </pc:sldMkLst>
      </pc:sldChg>
      <pc:sldChg chg="modSp">
        <pc:chgData name="Avinash Arun Chauhan" userId="S::avinash.chauhan@mahindrauniversity.edu.in::241b5f3e-36f4-4c61-9553-90e6a1c1b8a6" providerId="AD" clId="Web-{6B919414-8687-61DA-15B2-F736F548A91C}" dt="2025-01-18T12:28:52.377" v="40" actId="20577"/>
        <pc:sldMkLst>
          <pc:docMk/>
          <pc:sldMk cId="3244401758" sldId="307"/>
        </pc:sldMkLst>
      </pc:sldChg>
      <pc:sldChg chg="del">
        <pc:chgData name="Avinash Arun Chauhan" userId="S::avinash.chauhan@mahindrauniversity.edu.in::241b5f3e-36f4-4c61-9553-90e6a1c1b8a6" providerId="AD" clId="Web-{6B919414-8687-61DA-15B2-F736F548A91C}" dt="2025-01-18T12:29:13.659" v="41"/>
        <pc:sldMkLst>
          <pc:docMk/>
          <pc:sldMk cId="817768886" sldId="320"/>
        </pc:sldMkLst>
      </pc:sldChg>
    </pc:docChg>
  </pc:docChgLst>
  <pc:docChgLst>
    <pc:chgData clId="Web-{D8687C7D-5F00-37A5-120B-679C77ED79E6}"/>
    <pc:docChg chg="modSld">
      <pc:chgData name="" userId="" providerId="" clId="Web-{D8687C7D-5F00-37A5-120B-679C77ED79E6}" dt="2025-04-08T05:11:06.281" v="12" actId="20577"/>
      <pc:docMkLst>
        <pc:docMk/>
      </pc:docMkLst>
      <pc:sldChg chg="modSp">
        <pc:chgData name="" userId="" providerId="" clId="Web-{D8687C7D-5F00-37A5-120B-679C77ED79E6}" dt="2025-04-08T05:11:06.281" v="12" actId="20577"/>
        <pc:sldMkLst>
          <pc:docMk/>
          <pc:sldMk cId="1540275285" sldId="256"/>
        </pc:sldMkLst>
        <pc:spChg chg="mod">
          <ac:chgData name="" userId="" providerId="" clId="Web-{D8687C7D-5F00-37A5-120B-679C77ED79E6}" dt="2025-04-08T05:11:06.281" v="12" actId="20577"/>
          <ac:spMkLst>
            <pc:docMk/>
            <pc:sldMk cId="1540275285" sldId="256"/>
            <ac:spMk id="2" creationId="{727870F2-A17E-4535-8ECE-F608007055B7}"/>
          </ac:spMkLst>
        </pc:spChg>
      </pc:sldChg>
    </pc:docChg>
  </pc:docChgLst>
  <pc:docChgLst>
    <pc:chgData name="Avinash Arun Chauhan" userId="S::avinash.chauhan@mahindrauniversity.edu.in::241b5f3e-36f4-4c61-9553-90e6a1c1b8a6" providerId="AD" clId="Web-{F55FB88A-BD0C-37A7-2709-38D5CE79F19A}"/>
    <pc:docChg chg="addSld delSld modSld">
      <pc:chgData name="Avinash Arun Chauhan" userId="S::avinash.chauhan@mahindrauniversity.edu.in::241b5f3e-36f4-4c61-9553-90e6a1c1b8a6" providerId="AD" clId="Web-{F55FB88A-BD0C-37A7-2709-38D5CE79F19A}" dt="2025-03-07T11:36:37.420" v="310"/>
      <pc:docMkLst>
        <pc:docMk/>
      </pc:docMkLst>
      <pc:sldChg chg="del">
        <pc:chgData name="Avinash Arun Chauhan" userId="S::avinash.chauhan@mahindrauniversity.edu.in::241b5f3e-36f4-4c61-9553-90e6a1c1b8a6" providerId="AD" clId="Web-{F55FB88A-BD0C-37A7-2709-38D5CE79F19A}" dt="2025-03-07T11:22:10.298" v="0"/>
        <pc:sldMkLst>
          <pc:docMk/>
          <pc:sldMk cId="3924505761" sldId="445"/>
        </pc:sldMkLst>
      </pc:sldChg>
      <pc:sldChg chg="del">
        <pc:chgData name="Avinash Arun Chauhan" userId="S::avinash.chauhan@mahindrauniversity.edu.in::241b5f3e-36f4-4c61-9553-90e6a1c1b8a6" providerId="AD" clId="Web-{F55FB88A-BD0C-37A7-2709-38D5CE79F19A}" dt="2025-03-07T11:36:18.231" v="301"/>
        <pc:sldMkLst>
          <pc:docMk/>
          <pc:sldMk cId="2202899684" sldId="447"/>
        </pc:sldMkLst>
      </pc:sldChg>
      <pc:sldChg chg="modSp">
        <pc:chgData name="Avinash Arun Chauhan" userId="S::avinash.chauhan@mahindrauniversity.edu.in::241b5f3e-36f4-4c61-9553-90e6a1c1b8a6" providerId="AD" clId="Web-{F55FB88A-BD0C-37A7-2709-38D5CE79F19A}" dt="2025-03-07T11:29:49.156" v="133" actId="20577"/>
        <pc:sldMkLst>
          <pc:docMk/>
          <pc:sldMk cId="883900188" sldId="505"/>
        </pc:sldMkLst>
        <pc:spChg chg="mod">
          <ac:chgData name="Avinash Arun Chauhan" userId="S::avinash.chauhan@mahindrauniversity.edu.in::241b5f3e-36f4-4c61-9553-90e6a1c1b8a6" providerId="AD" clId="Web-{F55FB88A-BD0C-37A7-2709-38D5CE79F19A}" dt="2025-03-07T11:29:49.156" v="133" actId="20577"/>
          <ac:spMkLst>
            <pc:docMk/>
            <pc:sldMk cId="883900188" sldId="505"/>
            <ac:spMk id="3" creationId="{29BD426B-01FE-6A79-FB41-404DC71E5937}"/>
          </ac:spMkLst>
        </pc:spChg>
      </pc:sldChg>
      <pc:sldChg chg="del">
        <pc:chgData name="Avinash Arun Chauhan" userId="S::avinash.chauhan@mahindrauniversity.edu.in::241b5f3e-36f4-4c61-9553-90e6a1c1b8a6" providerId="AD" clId="Web-{F55FB88A-BD0C-37A7-2709-38D5CE79F19A}" dt="2025-03-07T11:36:02.168" v="298"/>
        <pc:sldMkLst>
          <pc:docMk/>
          <pc:sldMk cId="1461962951" sldId="506"/>
        </pc:sldMkLst>
      </pc:sldChg>
      <pc:sldChg chg="del">
        <pc:chgData name="Avinash Arun Chauhan" userId="S::avinash.chauhan@mahindrauniversity.edu.in::241b5f3e-36f4-4c61-9553-90e6a1c1b8a6" providerId="AD" clId="Web-{F55FB88A-BD0C-37A7-2709-38D5CE79F19A}" dt="2025-03-07T11:36:13.997" v="299"/>
        <pc:sldMkLst>
          <pc:docMk/>
          <pc:sldMk cId="1794931576" sldId="507"/>
        </pc:sldMkLst>
      </pc:sldChg>
      <pc:sldChg chg="del">
        <pc:chgData name="Avinash Arun Chauhan" userId="S::avinash.chauhan@mahindrauniversity.edu.in::241b5f3e-36f4-4c61-9553-90e6a1c1b8a6" providerId="AD" clId="Web-{F55FB88A-BD0C-37A7-2709-38D5CE79F19A}" dt="2025-03-07T11:36:01.387" v="296"/>
        <pc:sldMkLst>
          <pc:docMk/>
          <pc:sldMk cId="1483657768" sldId="509"/>
        </pc:sldMkLst>
      </pc:sldChg>
      <pc:sldChg chg="del">
        <pc:chgData name="Avinash Arun Chauhan" userId="S::avinash.chauhan@mahindrauniversity.edu.in::241b5f3e-36f4-4c61-9553-90e6a1c1b8a6" providerId="AD" clId="Web-{F55FB88A-BD0C-37A7-2709-38D5CE79F19A}" dt="2025-03-07T11:36:01.418" v="297"/>
        <pc:sldMkLst>
          <pc:docMk/>
          <pc:sldMk cId="2459737065" sldId="510"/>
        </pc:sldMkLst>
      </pc:sldChg>
      <pc:sldChg chg="del">
        <pc:chgData name="Avinash Arun Chauhan" userId="S::avinash.chauhan@mahindrauniversity.edu.in::241b5f3e-36f4-4c61-9553-90e6a1c1b8a6" providerId="AD" clId="Web-{F55FB88A-BD0C-37A7-2709-38D5CE79F19A}" dt="2025-03-07T11:36:14.013" v="300"/>
        <pc:sldMkLst>
          <pc:docMk/>
          <pc:sldMk cId="46548315" sldId="511"/>
        </pc:sldMkLst>
      </pc:sldChg>
      <pc:sldChg chg="del">
        <pc:chgData name="Avinash Arun Chauhan" userId="S::avinash.chauhan@mahindrauniversity.edu.in::241b5f3e-36f4-4c61-9553-90e6a1c1b8a6" providerId="AD" clId="Web-{F55FB88A-BD0C-37A7-2709-38D5CE79F19A}" dt="2025-03-07T11:36:22.107" v="302"/>
        <pc:sldMkLst>
          <pc:docMk/>
          <pc:sldMk cId="1395291952" sldId="512"/>
        </pc:sldMkLst>
      </pc:sldChg>
      <pc:sldChg chg="del">
        <pc:chgData name="Avinash Arun Chauhan" userId="S::avinash.chauhan@mahindrauniversity.edu.in::241b5f3e-36f4-4c61-9553-90e6a1c1b8a6" providerId="AD" clId="Web-{F55FB88A-BD0C-37A7-2709-38D5CE79F19A}" dt="2025-03-07T11:36:22.122" v="303"/>
        <pc:sldMkLst>
          <pc:docMk/>
          <pc:sldMk cId="627015369" sldId="513"/>
        </pc:sldMkLst>
      </pc:sldChg>
      <pc:sldChg chg="del">
        <pc:chgData name="Avinash Arun Chauhan" userId="S::avinash.chauhan@mahindrauniversity.edu.in::241b5f3e-36f4-4c61-9553-90e6a1c1b8a6" providerId="AD" clId="Web-{F55FB88A-BD0C-37A7-2709-38D5CE79F19A}" dt="2025-03-07T11:36:22.138" v="304"/>
        <pc:sldMkLst>
          <pc:docMk/>
          <pc:sldMk cId="2565598960" sldId="514"/>
        </pc:sldMkLst>
      </pc:sldChg>
      <pc:sldChg chg="del">
        <pc:chgData name="Avinash Arun Chauhan" userId="S::avinash.chauhan@mahindrauniversity.edu.in::241b5f3e-36f4-4c61-9553-90e6a1c1b8a6" providerId="AD" clId="Web-{F55FB88A-BD0C-37A7-2709-38D5CE79F19A}" dt="2025-03-07T11:36:22.153" v="305"/>
        <pc:sldMkLst>
          <pc:docMk/>
          <pc:sldMk cId="1125937358" sldId="515"/>
        </pc:sldMkLst>
      </pc:sldChg>
      <pc:sldChg chg="del">
        <pc:chgData name="Avinash Arun Chauhan" userId="S::avinash.chauhan@mahindrauniversity.edu.in::241b5f3e-36f4-4c61-9553-90e6a1c1b8a6" providerId="AD" clId="Web-{F55FB88A-BD0C-37A7-2709-38D5CE79F19A}" dt="2025-03-07T11:36:22.185" v="306"/>
        <pc:sldMkLst>
          <pc:docMk/>
          <pc:sldMk cId="813943795" sldId="516"/>
        </pc:sldMkLst>
      </pc:sldChg>
      <pc:sldChg chg="del">
        <pc:chgData name="Avinash Arun Chauhan" userId="S::avinash.chauhan@mahindrauniversity.edu.in::241b5f3e-36f4-4c61-9553-90e6a1c1b8a6" providerId="AD" clId="Web-{F55FB88A-BD0C-37A7-2709-38D5CE79F19A}" dt="2025-03-07T11:36:22.216" v="307"/>
        <pc:sldMkLst>
          <pc:docMk/>
          <pc:sldMk cId="88720736" sldId="517"/>
        </pc:sldMkLst>
      </pc:sldChg>
      <pc:sldChg chg="del">
        <pc:chgData name="Avinash Arun Chauhan" userId="S::avinash.chauhan@mahindrauniversity.edu.in::241b5f3e-36f4-4c61-9553-90e6a1c1b8a6" providerId="AD" clId="Web-{F55FB88A-BD0C-37A7-2709-38D5CE79F19A}" dt="2025-03-07T11:36:22.232" v="308"/>
        <pc:sldMkLst>
          <pc:docMk/>
          <pc:sldMk cId="1733655669" sldId="518"/>
        </pc:sldMkLst>
      </pc:sldChg>
      <pc:sldChg chg="add del">
        <pc:chgData name="Avinash Arun Chauhan" userId="S::avinash.chauhan@mahindrauniversity.edu.in::241b5f3e-36f4-4c61-9553-90e6a1c1b8a6" providerId="AD" clId="Web-{F55FB88A-BD0C-37A7-2709-38D5CE79F19A}" dt="2025-03-07T11:36:37.420" v="310"/>
        <pc:sldMkLst>
          <pc:docMk/>
          <pc:sldMk cId="335113786" sldId="519"/>
        </pc:sldMkLst>
      </pc:sldChg>
      <pc:sldChg chg="modSp add replId">
        <pc:chgData name="Avinash Arun Chauhan" userId="S::avinash.chauhan@mahindrauniversity.edu.in::241b5f3e-36f4-4c61-9553-90e6a1c1b8a6" providerId="AD" clId="Web-{F55FB88A-BD0C-37A7-2709-38D5CE79F19A}" dt="2025-03-07T11:32:41.052" v="254" actId="20577"/>
        <pc:sldMkLst>
          <pc:docMk/>
          <pc:sldMk cId="2210816079" sldId="520"/>
        </pc:sldMkLst>
        <pc:spChg chg="mod">
          <ac:chgData name="Avinash Arun Chauhan" userId="S::avinash.chauhan@mahindrauniversity.edu.in::241b5f3e-36f4-4c61-9553-90e6a1c1b8a6" providerId="AD" clId="Web-{F55FB88A-BD0C-37A7-2709-38D5CE79F19A}" dt="2025-03-07T11:32:41.052" v="254" actId="20577"/>
          <ac:spMkLst>
            <pc:docMk/>
            <pc:sldMk cId="2210816079" sldId="520"/>
            <ac:spMk id="3" creationId="{D6046B0B-6CD7-2EDE-775F-436266772719}"/>
          </ac:spMkLst>
        </pc:spChg>
      </pc:sldChg>
      <pc:sldChg chg="addSp modSp add replId">
        <pc:chgData name="Avinash Arun Chauhan" userId="S::avinash.chauhan@mahindrauniversity.edu.in::241b5f3e-36f4-4c61-9553-90e6a1c1b8a6" providerId="AD" clId="Web-{F55FB88A-BD0C-37A7-2709-38D5CE79F19A}" dt="2025-03-07T11:34:46.853" v="289" actId="1076"/>
        <pc:sldMkLst>
          <pc:docMk/>
          <pc:sldMk cId="1385111681" sldId="521"/>
        </pc:sldMkLst>
        <pc:spChg chg="mod">
          <ac:chgData name="Avinash Arun Chauhan" userId="S::avinash.chauhan@mahindrauniversity.edu.in::241b5f3e-36f4-4c61-9553-90e6a1c1b8a6" providerId="AD" clId="Web-{F55FB88A-BD0C-37A7-2709-38D5CE79F19A}" dt="2025-03-07T11:32:49.459" v="261" actId="20577"/>
          <ac:spMkLst>
            <pc:docMk/>
            <pc:sldMk cId="1385111681" sldId="521"/>
            <ac:spMk id="2" creationId="{A43D852D-47E5-487E-992F-8403B7B08907}"/>
          </ac:spMkLst>
        </pc:spChg>
        <pc:spChg chg="mod">
          <ac:chgData name="Avinash Arun Chauhan" userId="S::avinash.chauhan@mahindrauniversity.edu.in::241b5f3e-36f4-4c61-9553-90e6a1c1b8a6" providerId="AD" clId="Web-{F55FB88A-BD0C-37A7-2709-38D5CE79F19A}" dt="2025-03-07T11:33:09.960" v="272" actId="20577"/>
          <ac:spMkLst>
            <pc:docMk/>
            <pc:sldMk cId="1385111681" sldId="521"/>
            <ac:spMk id="3" creationId="{8F4AFE16-C4D5-1D8A-D212-94DAF051D1D1}"/>
          </ac:spMkLst>
        </pc:spChg>
        <pc:picChg chg="add mod modCrop">
          <ac:chgData name="Avinash Arun Chauhan" userId="S::avinash.chauhan@mahindrauniversity.edu.in::241b5f3e-36f4-4c61-9553-90e6a1c1b8a6" providerId="AD" clId="Web-{F55FB88A-BD0C-37A7-2709-38D5CE79F19A}" dt="2025-03-07T11:34:46.853" v="289" actId="1076"/>
          <ac:picMkLst>
            <pc:docMk/>
            <pc:sldMk cId="1385111681" sldId="521"/>
            <ac:picMk id="4" creationId="{55C4443F-C46F-76B0-9395-C0241FC5299F}"/>
          </ac:picMkLst>
        </pc:picChg>
      </pc:sldChg>
      <pc:sldChg chg="addSp modSp add replId">
        <pc:chgData name="Avinash Arun Chauhan" userId="S::avinash.chauhan@mahindrauniversity.edu.in::241b5f3e-36f4-4c61-9553-90e6a1c1b8a6" providerId="AD" clId="Web-{F55FB88A-BD0C-37A7-2709-38D5CE79F19A}" dt="2025-03-07T11:35:46.246" v="295" actId="14100"/>
        <pc:sldMkLst>
          <pc:docMk/>
          <pc:sldMk cId="3202434345" sldId="522"/>
        </pc:sldMkLst>
        <pc:spChg chg="mod">
          <ac:chgData name="Avinash Arun Chauhan" userId="S::avinash.chauhan@mahindrauniversity.edu.in::241b5f3e-36f4-4c61-9553-90e6a1c1b8a6" providerId="AD" clId="Web-{F55FB88A-BD0C-37A7-2709-38D5CE79F19A}" dt="2025-03-07T11:33:32.117" v="283" actId="20577"/>
          <ac:spMkLst>
            <pc:docMk/>
            <pc:sldMk cId="3202434345" sldId="522"/>
            <ac:spMk id="2" creationId="{4F266D9E-A3E8-ABBF-5900-52DBB0209A35}"/>
          </ac:spMkLst>
        </pc:spChg>
        <pc:picChg chg="add mod modCrop">
          <ac:chgData name="Avinash Arun Chauhan" userId="S::avinash.chauhan@mahindrauniversity.edu.in::241b5f3e-36f4-4c61-9553-90e6a1c1b8a6" providerId="AD" clId="Web-{F55FB88A-BD0C-37A7-2709-38D5CE79F19A}" dt="2025-03-07T11:35:46.246" v="295" actId="14100"/>
          <ac:picMkLst>
            <pc:docMk/>
            <pc:sldMk cId="3202434345" sldId="522"/>
            <ac:picMk id="4" creationId="{EB0ABD97-81DC-218D-471C-001E45C3636E}"/>
          </ac:picMkLst>
        </pc:picChg>
      </pc:sldChg>
    </pc:docChg>
  </pc:docChgLst>
  <pc:docChgLst>
    <pc:chgData name="Avinash Arun Chauhan" userId="S::avinash.chauhan@mahindrauniversity.edu.in::241b5f3e-36f4-4c61-9553-90e6a1c1b8a6" providerId="AD" clId="Web-{AD4068C4-556A-0EE6-7C5C-28C84E6379DE}"/>
    <pc:docChg chg="addSld delSld modSld sldOrd">
      <pc:chgData name="Avinash Arun Chauhan" userId="S::avinash.chauhan@mahindrauniversity.edu.in::241b5f3e-36f4-4c61-9553-90e6a1c1b8a6" providerId="AD" clId="Web-{AD4068C4-556A-0EE6-7C5C-28C84E6379DE}" dt="2025-02-07T06:14:14.506" v="309" actId="20577"/>
      <pc:docMkLst>
        <pc:docMk/>
      </pc:docMkLst>
      <pc:sldChg chg="modSp ord">
        <pc:chgData name="Avinash Arun Chauhan" userId="S::avinash.chauhan@mahindrauniversity.edu.in::241b5f3e-36f4-4c61-9553-90e6a1c1b8a6" providerId="AD" clId="Web-{AD4068C4-556A-0EE6-7C5C-28C84E6379DE}" dt="2025-02-07T06:03:56.622" v="146" actId="20577"/>
        <pc:sldMkLst>
          <pc:docMk/>
          <pc:sldMk cId="3662289297" sldId="343"/>
        </pc:sldMkLst>
      </pc:sldChg>
      <pc:sldChg chg="modSp">
        <pc:chgData name="Avinash Arun Chauhan" userId="S::avinash.chauhan@mahindrauniversity.edu.in::241b5f3e-36f4-4c61-9553-90e6a1c1b8a6" providerId="AD" clId="Web-{AD4068C4-556A-0EE6-7C5C-28C84E6379DE}" dt="2025-02-07T06:05:13.703" v="181" actId="20577"/>
        <pc:sldMkLst>
          <pc:docMk/>
          <pc:sldMk cId="3396591590" sldId="363"/>
        </pc:sldMkLst>
      </pc:sldChg>
      <pc:sldChg chg="modSp">
        <pc:chgData name="Avinash Arun Chauhan" userId="S::avinash.chauhan@mahindrauniversity.edu.in::241b5f3e-36f4-4c61-9553-90e6a1c1b8a6" providerId="AD" clId="Web-{AD4068C4-556A-0EE6-7C5C-28C84E6379DE}" dt="2025-02-07T06:14:14.506" v="309" actId="20577"/>
        <pc:sldMkLst>
          <pc:docMk/>
          <pc:sldMk cId="3125990423" sldId="374"/>
        </pc:sldMkLst>
      </pc:sldChg>
      <pc:sldChg chg="del">
        <pc:chgData name="Avinash Arun Chauhan" userId="S::avinash.chauhan@mahindrauniversity.edu.in::241b5f3e-36f4-4c61-9553-90e6a1c1b8a6" providerId="AD" clId="Web-{AD4068C4-556A-0EE6-7C5C-28C84E6379DE}" dt="2025-02-07T05:56:02.635" v="0"/>
        <pc:sldMkLst>
          <pc:docMk/>
          <pc:sldMk cId="3653590986" sldId="393"/>
        </pc:sldMkLst>
      </pc:sldChg>
      <pc:sldChg chg="modSp add replId">
        <pc:chgData name="Avinash Arun Chauhan" userId="S::avinash.chauhan@mahindrauniversity.edu.in::241b5f3e-36f4-4c61-9553-90e6a1c1b8a6" providerId="AD" clId="Web-{AD4068C4-556A-0EE6-7C5C-28C84E6379DE}" dt="2025-02-07T06:07:29.177" v="267" actId="20577"/>
        <pc:sldMkLst>
          <pc:docMk/>
          <pc:sldMk cId="2224388889" sldId="416"/>
        </pc:sldMkLst>
      </pc:sldChg>
    </pc:docChg>
  </pc:docChgLst>
  <pc:docChgLst>
    <pc:chgData name="Avinash Arun Chauhan" userId="S::avinash.chauhan@mahindrauniversity.edu.in::241b5f3e-36f4-4c61-9553-90e6a1c1b8a6" providerId="AD" clId="Web-{E40B5F7C-47CE-E077-6AB5-CF892DD391B5}"/>
    <pc:docChg chg="addSld delSld modSld">
      <pc:chgData name="Avinash Arun Chauhan" userId="S::avinash.chauhan@mahindrauniversity.edu.in::241b5f3e-36f4-4c61-9553-90e6a1c1b8a6" providerId="AD" clId="Web-{E40B5F7C-47CE-E077-6AB5-CF892DD391B5}" dt="2022-08-17T13:13:18.114" v="927"/>
      <pc:docMkLst>
        <pc:docMk/>
      </pc:docMkLst>
      <pc:sldChg chg="modSp">
        <pc:chgData name="Avinash Arun Chauhan" userId="S::avinash.chauhan@mahindrauniversity.edu.in::241b5f3e-36f4-4c61-9553-90e6a1c1b8a6" providerId="AD" clId="Web-{E40B5F7C-47CE-E077-6AB5-CF892DD391B5}" dt="2022-08-17T06:10:15.382" v="11" actId="20577"/>
        <pc:sldMkLst>
          <pc:docMk/>
          <pc:sldMk cId="1540275285" sldId="256"/>
        </pc:sldMkLst>
      </pc:sldChg>
      <pc:sldChg chg="modSp">
        <pc:chgData name="Avinash Arun Chauhan" userId="S::avinash.chauhan@mahindrauniversity.edu.in::241b5f3e-36f4-4c61-9553-90e6a1c1b8a6" providerId="AD" clId="Web-{E40B5F7C-47CE-E077-6AB5-CF892DD391B5}" dt="2022-08-17T10:54:14.679" v="620" actId="20577"/>
        <pc:sldMkLst>
          <pc:docMk/>
          <pc:sldMk cId="832602602" sldId="257"/>
        </pc:sldMkLst>
      </pc:sldChg>
      <pc:sldChg chg="modSp">
        <pc:chgData name="Avinash Arun Chauhan" userId="S::avinash.chauhan@mahindrauniversity.edu.in::241b5f3e-36f4-4c61-9553-90e6a1c1b8a6" providerId="AD" clId="Web-{E40B5F7C-47CE-E077-6AB5-CF892DD391B5}" dt="2022-08-17T06:16:44.536" v="37" actId="20577"/>
        <pc:sldMkLst>
          <pc:docMk/>
          <pc:sldMk cId="3615545428" sldId="259"/>
        </pc:sldMkLst>
      </pc:sldChg>
      <pc:sldChg chg="modSp">
        <pc:chgData name="Avinash Arun Chauhan" userId="S::avinash.chauhan@mahindrauniversity.edu.in::241b5f3e-36f4-4c61-9553-90e6a1c1b8a6" providerId="AD" clId="Web-{E40B5F7C-47CE-E077-6AB5-CF892DD391B5}" dt="2022-08-17T07:17:18.164" v="383" actId="14100"/>
        <pc:sldMkLst>
          <pc:docMk/>
          <pc:sldMk cId="665632959" sldId="260"/>
        </pc:sldMkLst>
      </pc:sldChg>
      <pc:sldChg chg="modSp">
        <pc:chgData name="Avinash Arun Chauhan" userId="S::avinash.chauhan@mahindrauniversity.edu.in::241b5f3e-36f4-4c61-9553-90e6a1c1b8a6" providerId="AD" clId="Web-{E40B5F7C-47CE-E077-6AB5-CF892DD391B5}" dt="2022-08-17T12:57:26.278" v="856" actId="20577"/>
        <pc:sldMkLst>
          <pc:docMk/>
          <pc:sldMk cId="686329520" sldId="262"/>
        </pc:sldMkLst>
      </pc:sldChg>
      <pc:sldChg chg="modSp">
        <pc:chgData name="Avinash Arun Chauhan" userId="S::avinash.chauhan@mahindrauniversity.edu.in::241b5f3e-36f4-4c61-9553-90e6a1c1b8a6" providerId="AD" clId="Web-{E40B5F7C-47CE-E077-6AB5-CF892DD391B5}" dt="2022-08-17T13:01:24.112" v="861" actId="20577"/>
        <pc:sldMkLst>
          <pc:docMk/>
          <pc:sldMk cId="2009186894" sldId="265"/>
        </pc:sldMkLst>
      </pc:sldChg>
      <pc:sldChg chg="modSp">
        <pc:chgData name="Avinash Arun Chauhan" userId="S::avinash.chauhan@mahindrauniversity.edu.in::241b5f3e-36f4-4c61-9553-90e6a1c1b8a6" providerId="AD" clId="Web-{E40B5F7C-47CE-E077-6AB5-CF892DD391B5}" dt="2022-08-17T13:01:34.175" v="870" actId="20577"/>
        <pc:sldMkLst>
          <pc:docMk/>
          <pc:sldMk cId="1390531472" sldId="266"/>
        </pc:sldMkLst>
      </pc:sldChg>
      <pc:sldChg chg="addSp delSp modSp new">
        <pc:chgData name="Avinash Arun Chauhan" userId="S::avinash.chauhan@mahindrauniversity.edu.in::241b5f3e-36f4-4c61-9553-90e6a1c1b8a6" providerId="AD" clId="Web-{E40B5F7C-47CE-E077-6AB5-CF892DD391B5}" dt="2022-08-17T06:38:37.317" v="68" actId="1076"/>
        <pc:sldMkLst>
          <pc:docMk/>
          <pc:sldMk cId="934216185" sldId="268"/>
        </pc:sldMkLst>
      </pc:sldChg>
      <pc:sldChg chg="new del">
        <pc:chgData name="Avinash Arun Chauhan" userId="S::avinash.chauhan@mahindrauniversity.edu.in::241b5f3e-36f4-4c61-9553-90e6a1c1b8a6" providerId="AD" clId="Web-{E40B5F7C-47CE-E077-6AB5-CF892DD391B5}" dt="2022-08-17T06:28:14.763" v="39"/>
        <pc:sldMkLst>
          <pc:docMk/>
          <pc:sldMk cId="1617736012" sldId="268"/>
        </pc:sldMkLst>
      </pc:sldChg>
      <pc:sldChg chg="modSp new">
        <pc:chgData name="Avinash Arun Chauhan" userId="S::avinash.chauhan@mahindrauniversity.edu.in::241b5f3e-36f4-4c61-9553-90e6a1c1b8a6" providerId="AD" clId="Web-{E40B5F7C-47CE-E077-6AB5-CF892DD391B5}" dt="2022-08-17T07:50:14.593" v="587" actId="20577"/>
        <pc:sldMkLst>
          <pc:docMk/>
          <pc:sldMk cId="2889783999" sldId="269"/>
        </pc:sldMkLst>
      </pc:sldChg>
      <pc:sldChg chg="modSp new">
        <pc:chgData name="Avinash Arun Chauhan" userId="S::avinash.chauhan@mahindrauniversity.edu.in::241b5f3e-36f4-4c61-9553-90e6a1c1b8a6" providerId="AD" clId="Web-{E40B5F7C-47CE-E077-6AB5-CF892DD391B5}" dt="2022-08-17T12:36:38.434" v="632" actId="20577"/>
        <pc:sldMkLst>
          <pc:docMk/>
          <pc:sldMk cId="216913" sldId="270"/>
        </pc:sldMkLst>
      </pc:sldChg>
      <pc:sldChg chg="addSp delSp modSp new del">
        <pc:chgData name="Avinash Arun Chauhan" userId="S::avinash.chauhan@mahindrauniversity.edu.in::241b5f3e-36f4-4c61-9553-90e6a1c1b8a6" providerId="AD" clId="Web-{E40B5F7C-47CE-E077-6AB5-CF892DD391B5}" dt="2022-08-17T08:04:08.763" v="604"/>
        <pc:sldMkLst>
          <pc:docMk/>
          <pc:sldMk cId="688059257" sldId="270"/>
        </pc:sldMkLst>
      </pc:sldChg>
      <pc:sldChg chg="modSp new del">
        <pc:chgData name="Avinash Arun Chauhan" userId="S::avinash.chauhan@mahindrauniversity.edu.in::241b5f3e-36f4-4c61-9553-90e6a1c1b8a6" providerId="AD" clId="Web-{E40B5F7C-47CE-E077-6AB5-CF892DD391B5}" dt="2022-08-17T13:13:18.114" v="927"/>
        <pc:sldMkLst>
          <pc:docMk/>
          <pc:sldMk cId="2532004779" sldId="271"/>
        </pc:sldMkLst>
      </pc:sldChg>
    </pc:docChg>
  </pc:docChgLst>
  <pc:docChgLst>
    <pc:chgData name="Avinash Arun Chauhan" userId="S::avinash.chauhan@mahindrauniversity.edu.in::241b5f3e-36f4-4c61-9553-90e6a1c1b8a6" providerId="AD" clId="Web-{5AABDC83-EE86-3B7B-0D74-CA56E5E6946F}"/>
    <pc:docChg chg="modSld">
      <pc:chgData name="Avinash Arun Chauhan" userId="S::avinash.chauhan@mahindrauniversity.edu.in::241b5f3e-36f4-4c61-9553-90e6a1c1b8a6" providerId="AD" clId="Web-{5AABDC83-EE86-3B7B-0D74-CA56E5E6946F}" dt="2025-02-12T08:08:20.152" v="22"/>
      <pc:docMkLst>
        <pc:docMk/>
      </pc:docMkLst>
      <pc:sldChg chg="modNotes">
        <pc:chgData name="Avinash Arun Chauhan" userId="S::avinash.chauhan@mahindrauniversity.edu.in::241b5f3e-36f4-4c61-9553-90e6a1c1b8a6" providerId="AD" clId="Web-{5AABDC83-EE86-3B7B-0D74-CA56E5E6946F}" dt="2025-02-12T08:08:20.152" v="22"/>
        <pc:sldMkLst>
          <pc:docMk/>
          <pc:sldMk cId="620991165" sldId="437"/>
        </pc:sldMkLst>
      </pc:sldChg>
    </pc:docChg>
  </pc:docChgLst>
  <pc:docChgLst>
    <pc:chgData name="Avinash Arun Chauhan" userId="S::avinash.chauhan@mahindrauniversity.edu.in::241b5f3e-36f4-4c61-9553-90e6a1c1b8a6" providerId="AD" clId="Web-{4D7F9885-7B17-EE81-7A8F-02551AD88724}"/>
    <pc:docChg chg="modSld">
      <pc:chgData name="Avinash Arun Chauhan" userId="S::avinash.chauhan@mahindrauniversity.edu.in::241b5f3e-36f4-4c61-9553-90e6a1c1b8a6" providerId="AD" clId="Web-{4D7F9885-7B17-EE81-7A8F-02551AD88724}" dt="2025-02-12T09:59:04.009" v="4"/>
      <pc:docMkLst>
        <pc:docMk/>
      </pc:docMkLst>
      <pc:sldChg chg="modNotes">
        <pc:chgData name="Avinash Arun Chauhan" userId="S::avinash.chauhan@mahindrauniversity.edu.in::241b5f3e-36f4-4c61-9553-90e6a1c1b8a6" providerId="AD" clId="Web-{4D7F9885-7B17-EE81-7A8F-02551AD88724}" dt="2025-02-12T09:59:04.009" v="4"/>
        <pc:sldMkLst>
          <pc:docMk/>
          <pc:sldMk cId="620991165" sldId="437"/>
        </pc:sldMkLst>
      </pc:sldChg>
    </pc:docChg>
  </pc:docChgLst>
  <pc:docChgLst>
    <pc:chgData name="Avinash Arun Chauhan" userId="S::avinash.chauhan@mahindrauniversity.edu.in::241b5f3e-36f4-4c61-9553-90e6a1c1b8a6" providerId="AD" clId="Web-{4E02B4DC-A0C5-A7D3-2F9E-91CF2E6B7D42}"/>
    <pc:docChg chg="addSld delSld modSld">
      <pc:chgData name="Avinash Arun Chauhan" userId="S::avinash.chauhan@mahindrauniversity.edu.in::241b5f3e-36f4-4c61-9553-90e6a1c1b8a6" providerId="AD" clId="Web-{4E02B4DC-A0C5-A7D3-2F9E-91CF2E6B7D42}" dt="2025-01-20T04:34:08.308" v="232"/>
      <pc:docMkLst>
        <pc:docMk/>
      </pc:docMkLst>
      <pc:sldChg chg="modSp">
        <pc:chgData name="Avinash Arun Chauhan" userId="S::avinash.chauhan@mahindrauniversity.edu.in::241b5f3e-36f4-4c61-9553-90e6a1c1b8a6" providerId="AD" clId="Web-{4E02B4DC-A0C5-A7D3-2F9E-91CF2E6B7D42}" dt="2025-01-20T04:31:21.710" v="226" actId="20577"/>
        <pc:sldMkLst>
          <pc:docMk/>
          <pc:sldMk cId="3954983918" sldId="276"/>
        </pc:sldMkLst>
      </pc:sldChg>
      <pc:sldChg chg="modSp">
        <pc:chgData name="Avinash Arun Chauhan" userId="S::avinash.chauhan@mahindrauniversity.edu.in::241b5f3e-36f4-4c61-9553-90e6a1c1b8a6" providerId="AD" clId="Web-{4E02B4DC-A0C5-A7D3-2F9E-91CF2E6B7D42}" dt="2025-01-20T04:27:25.157" v="57" actId="20577"/>
        <pc:sldMkLst>
          <pc:docMk/>
          <pc:sldMk cId="3908280556" sldId="279"/>
        </pc:sldMkLst>
      </pc:sldChg>
      <pc:sldChg chg="modSp">
        <pc:chgData name="Avinash Arun Chauhan" userId="S::avinash.chauhan@mahindrauniversity.edu.in::241b5f3e-36f4-4c61-9553-90e6a1c1b8a6" providerId="AD" clId="Web-{4E02B4DC-A0C5-A7D3-2F9E-91CF2E6B7D42}" dt="2025-01-20T04:27:51.189" v="71" actId="20577"/>
        <pc:sldMkLst>
          <pc:docMk/>
          <pc:sldMk cId="124130375" sldId="283"/>
        </pc:sldMkLst>
      </pc:sldChg>
      <pc:sldChg chg="modSp">
        <pc:chgData name="Avinash Arun Chauhan" userId="S::avinash.chauhan@mahindrauniversity.edu.in::241b5f3e-36f4-4c61-9553-90e6a1c1b8a6" providerId="AD" clId="Web-{4E02B4DC-A0C5-A7D3-2F9E-91CF2E6B7D42}" dt="2025-01-20T04:30:42.725" v="209" actId="20577"/>
        <pc:sldMkLst>
          <pc:docMk/>
          <pc:sldMk cId="3927065482" sldId="294"/>
        </pc:sldMkLst>
      </pc:sldChg>
      <pc:sldChg chg="add del">
        <pc:chgData name="Avinash Arun Chauhan" userId="S::avinash.chauhan@mahindrauniversity.edu.in::241b5f3e-36f4-4c61-9553-90e6a1c1b8a6" providerId="AD" clId="Web-{4E02B4DC-A0C5-A7D3-2F9E-91CF2E6B7D42}" dt="2025-01-20T04:34:08.308" v="232"/>
        <pc:sldMkLst>
          <pc:docMk/>
          <pc:sldMk cId="4174301513" sldId="296"/>
        </pc:sldMkLst>
      </pc:sldChg>
      <pc:sldChg chg="add del">
        <pc:chgData name="Avinash Arun Chauhan" userId="S::avinash.chauhan@mahindrauniversity.edu.in::241b5f3e-36f4-4c61-9553-90e6a1c1b8a6" providerId="AD" clId="Web-{4E02B4DC-A0C5-A7D3-2F9E-91CF2E6B7D42}" dt="2025-01-20T04:32:54.478" v="230"/>
        <pc:sldMkLst>
          <pc:docMk/>
          <pc:sldMk cId="1602905219" sldId="297"/>
        </pc:sldMkLst>
      </pc:sldChg>
      <pc:sldChg chg="modSp">
        <pc:chgData name="Avinash Arun Chauhan" userId="S::avinash.chauhan@mahindrauniversity.edu.in::241b5f3e-36f4-4c61-9553-90e6a1c1b8a6" providerId="AD" clId="Web-{4E02B4DC-A0C5-A7D3-2F9E-91CF2E6B7D42}" dt="2025-01-20T04:14:22.106" v="32" actId="1076"/>
        <pc:sldMkLst>
          <pc:docMk/>
          <pc:sldMk cId="2492696898" sldId="306"/>
        </pc:sldMkLst>
      </pc:sldChg>
    </pc:docChg>
  </pc:docChgLst>
  <pc:docChgLst>
    <pc:chgData name="Avinash Arun Chauhan" userId="S::avinash.chauhan@mahindrauniversity.edu.in::241b5f3e-36f4-4c61-9553-90e6a1c1b8a6" providerId="AD" clId="Web-{4853FC14-9A2F-F5CE-90AC-342A5EEDD2AF}"/>
    <pc:docChg chg="addSld delSld modSld sldOrd">
      <pc:chgData name="Avinash Arun Chauhan" userId="S::avinash.chauhan@mahindrauniversity.edu.in::241b5f3e-36f4-4c61-9553-90e6a1c1b8a6" providerId="AD" clId="Web-{4853FC14-9A2F-F5CE-90AC-342A5EEDD2AF}" dt="2025-02-24T06:27:26.627" v="719" actId="20577"/>
      <pc:docMkLst>
        <pc:docMk/>
      </pc:docMkLst>
      <pc:sldChg chg="modSp add">
        <pc:chgData name="Avinash Arun Chauhan" userId="S::avinash.chauhan@mahindrauniversity.edu.in::241b5f3e-36f4-4c61-9553-90e6a1c1b8a6" providerId="AD" clId="Web-{4853FC14-9A2F-F5CE-90AC-342A5EEDD2AF}" dt="2025-02-24T06:13:34.560" v="398" actId="20577"/>
        <pc:sldMkLst>
          <pc:docMk/>
          <pc:sldMk cId="3811169343" sldId="426"/>
        </pc:sldMkLst>
        <pc:spChg chg="mod">
          <ac:chgData name="Avinash Arun Chauhan" userId="S::avinash.chauhan@mahindrauniversity.edu.in::241b5f3e-36f4-4c61-9553-90e6a1c1b8a6" providerId="AD" clId="Web-{4853FC14-9A2F-F5CE-90AC-342A5EEDD2AF}" dt="2025-02-24T06:04:16.588" v="44" actId="20577"/>
          <ac:spMkLst>
            <pc:docMk/>
            <pc:sldMk cId="3811169343" sldId="426"/>
            <ac:spMk id="2" creationId="{E3EA47B4-E3C2-3296-7380-E7CEADD60F53}"/>
          </ac:spMkLst>
        </pc:spChg>
        <pc:spChg chg="mod">
          <ac:chgData name="Avinash Arun Chauhan" userId="S::avinash.chauhan@mahindrauniversity.edu.in::241b5f3e-36f4-4c61-9553-90e6a1c1b8a6" providerId="AD" clId="Web-{4853FC14-9A2F-F5CE-90AC-342A5EEDD2AF}" dt="2025-02-24T06:13:34.560" v="398" actId="20577"/>
          <ac:spMkLst>
            <pc:docMk/>
            <pc:sldMk cId="3811169343" sldId="426"/>
            <ac:spMk id="3" creationId="{31932857-BFC7-D9FE-C8F3-E1C975AD4542}"/>
          </ac:spMkLst>
        </pc:spChg>
      </pc:sldChg>
      <pc:sldChg chg="del">
        <pc:chgData name="Avinash Arun Chauhan" userId="S::avinash.chauhan@mahindrauniversity.edu.in::241b5f3e-36f4-4c61-9553-90e6a1c1b8a6" providerId="AD" clId="Web-{4853FC14-9A2F-F5CE-90AC-342A5EEDD2AF}" dt="2025-02-24T05:30:39.836" v="0"/>
        <pc:sldMkLst>
          <pc:docMk/>
          <pc:sldMk cId="227902600" sldId="427"/>
        </pc:sldMkLst>
      </pc:sldChg>
      <pc:sldChg chg="del">
        <pc:chgData name="Avinash Arun Chauhan" userId="S::avinash.chauhan@mahindrauniversity.edu.in::241b5f3e-36f4-4c61-9553-90e6a1c1b8a6" providerId="AD" clId="Web-{4853FC14-9A2F-F5CE-90AC-342A5EEDD2AF}" dt="2025-02-24T05:30:40.898" v="1"/>
        <pc:sldMkLst>
          <pc:docMk/>
          <pc:sldMk cId="2640816908" sldId="428"/>
        </pc:sldMkLst>
      </pc:sldChg>
      <pc:sldChg chg="del">
        <pc:chgData name="Avinash Arun Chauhan" userId="S::avinash.chauhan@mahindrauniversity.edu.in::241b5f3e-36f4-4c61-9553-90e6a1c1b8a6" providerId="AD" clId="Web-{4853FC14-9A2F-F5CE-90AC-342A5EEDD2AF}" dt="2025-02-24T05:30:41.867" v="2"/>
        <pc:sldMkLst>
          <pc:docMk/>
          <pc:sldMk cId="3686490617" sldId="429"/>
        </pc:sldMkLst>
      </pc:sldChg>
      <pc:sldChg chg="del">
        <pc:chgData name="Avinash Arun Chauhan" userId="S::avinash.chauhan@mahindrauniversity.edu.in::241b5f3e-36f4-4c61-9553-90e6a1c1b8a6" providerId="AD" clId="Web-{4853FC14-9A2F-F5CE-90AC-342A5EEDD2AF}" dt="2025-02-24T05:30:43.648" v="3"/>
        <pc:sldMkLst>
          <pc:docMk/>
          <pc:sldMk cId="86552837" sldId="430"/>
        </pc:sldMkLst>
      </pc:sldChg>
      <pc:sldChg chg="del">
        <pc:chgData name="Avinash Arun Chauhan" userId="S::avinash.chauhan@mahindrauniversity.edu.in::241b5f3e-36f4-4c61-9553-90e6a1c1b8a6" providerId="AD" clId="Web-{4853FC14-9A2F-F5CE-90AC-342A5EEDD2AF}" dt="2025-02-24T05:30:46.633" v="6"/>
        <pc:sldMkLst>
          <pc:docMk/>
          <pc:sldMk cId="448871923" sldId="431"/>
        </pc:sldMkLst>
      </pc:sldChg>
      <pc:sldChg chg="del">
        <pc:chgData name="Avinash Arun Chauhan" userId="S::avinash.chauhan@mahindrauniversity.edu.in::241b5f3e-36f4-4c61-9553-90e6a1c1b8a6" providerId="AD" clId="Web-{4853FC14-9A2F-F5CE-90AC-342A5EEDD2AF}" dt="2025-02-24T05:30:45.507" v="5"/>
        <pc:sldMkLst>
          <pc:docMk/>
          <pc:sldMk cId="430656824" sldId="432"/>
        </pc:sldMkLst>
      </pc:sldChg>
      <pc:sldChg chg="del">
        <pc:chgData name="Avinash Arun Chauhan" userId="S::avinash.chauhan@mahindrauniversity.edu.in::241b5f3e-36f4-4c61-9553-90e6a1c1b8a6" providerId="AD" clId="Web-{4853FC14-9A2F-F5CE-90AC-342A5EEDD2AF}" dt="2025-02-24T05:30:49.367" v="8"/>
        <pc:sldMkLst>
          <pc:docMk/>
          <pc:sldMk cId="2336727406" sldId="433"/>
        </pc:sldMkLst>
      </pc:sldChg>
      <pc:sldChg chg="del">
        <pc:chgData name="Avinash Arun Chauhan" userId="S::avinash.chauhan@mahindrauniversity.edu.in::241b5f3e-36f4-4c61-9553-90e6a1c1b8a6" providerId="AD" clId="Web-{4853FC14-9A2F-F5CE-90AC-342A5EEDD2AF}" dt="2025-02-24T05:30:50.242" v="9"/>
        <pc:sldMkLst>
          <pc:docMk/>
          <pc:sldMk cId="859797520" sldId="434"/>
        </pc:sldMkLst>
      </pc:sldChg>
      <pc:sldChg chg="del">
        <pc:chgData name="Avinash Arun Chauhan" userId="S::avinash.chauhan@mahindrauniversity.edu.in::241b5f3e-36f4-4c61-9553-90e6a1c1b8a6" providerId="AD" clId="Web-{4853FC14-9A2F-F5CE-90AC-342A5EEDD2AF}" dt="2025-02-24T05:30:51.883" v="10"/>
        <pc:sldMkLst>
          <pc:docMk/>
          <pc:sldMk cId="2554666538" sldId="435"/>
        </pc:sldMkLst>
      </pc:sldChg>
      <pc:sldChg chg="del">
        <pc:chgData name="Avinash Arun Chauhan" userId="S::avinash.chauhan@mahindrauniversity.edu.in::241b5f3e-36f4-4c61-9553-90e6a1c1b8a6" providerId="AD" clId="Web-{4853FC14-9A2F-F5CE-90AC-342A5EEDD2AF}" dt="2025-02-24T05:30:52.961" v="11"/>
        <pc:sldMkLst>
          <pc:docMk/>
          <pc:sldMk cId="2824834544" sldId="436"/>
        </pc:sldMkLst>
      </pc:sldChg>
      <pc:sldChg chg="del">
        <pc:chgData name="Avinash Arun Chauhan" userId="S::avinash.chauhan@mahindrauniversity.edu.in::241b5f3e-36f4-4c61-9553-90e6a1c1b8a6" providerId="AD" clId="Web-{4853FC14-9A2F-F5CE-90AC-342A5EEDD2AF}" dt="2025-02-24T05:30:57.914" v="15"/>
        <pc:sldMkLst>
          <pc:docMk/>
          <pc:sldMk cId="620991165" sldId="437"/>
        </pc:sldMkLst>
      </pc:sldChg>
      <pc:sldChg chg="del">
        <pc:chgData name="Avinash Arun Chauhan" userId="S::avinash.chauhan@mahindrauniversity.edu.in::241b5f3e-36f4-4c61-9553-90e6a1c1b8a6" providerId="AD" clId="Web-{4853FC14-9A2F-F5CE-90AC-342A5EEDD2AF}" dt="2025-02-24T05:30:54.383" v="12"/>
        <pc:sldMkLst>
          <pc:docMk/>
          <pc:sldMk cId="1125462947" sldId="438"/>
        </pc:sldMkLst>
      </pc:sldChg>
      <pc:sldChg chg="del">
        <pc:chgData name="Avinash Arun Chauhan" userId="S::avinash.chauhan@mahindrauniversity.edu.in::241b5f3e-36f4-4c61-9553-90e6a1c1b8a6" providerId="AD" clId="Web-{4853FC14-9A2F-F5CE-90AC-342A5EEDD2AF}" dt="2025-02-24T05:30:55.648" v="13"/>
        <pc:sldMkLst>
          <pc:docMk/>
          <pc:sldMk cId="685589665" sldId="439"/>
        </pc:sldMkLst>
      </pc:sldChg>
      <pc:sldChg chg="del">
        <pc:chgData name="Avinash Arun Chauhan" userId="S::avinash.chauhan@mahindrauniversity.edu.in::241b5f3e-36f4-4c61-9553-90e6a1c1b8a6" providerId="AD" clId="Web-{4853FC14-9A2F-F5CE-90AC-342A5EEDD2AF}" dt="2025-02-24T05:30:56.664" v="14"/>
        <pc:sldMkLst>
          <pc:docMk/>
          <pc:sldMk cId="2354634915" sldId="440"/>
        </pc:sldMkLst>
      </pc:sldChg>
      <pc:sldChg chg="del">
        <pc:chgData name="Avinash Arun Chauhan" userId="S::avinash.chauhan@mahindrauniversity.edu.in::241b5f3e-36f4-4c61-9553-90e6a1c1b8a6" providerId="AD" clId="Web-{4853FC14-9A2F-F5CE-90AC-342A5EEDD2AF}" dt="2025-02-24T05:30:58.633" v="16"/>
        <pc:sldMkLst>
          <pc:docMk/>
          <pc:sldMk cId="2478878777" sldId="441"/>
        </pc:sldMkLst>
      </pc:sldChg>
      <pc:sldChg chg="del">
        <pc:chgData name="Avinash Arun Chauhan" userId="S::avinash.chauhan@mahindrauniversity.edu.in::241b5f3e-36f4-4c61-9553-90e6a1c1b8a6" providerId="AD" clId="Web-{4853FC14-9A2F-F5CE-90AC-342A5EEDD2AF}" dt="2025-02-24T05:30:59.445" v="17"/>
        <pc:sldMkLst>
          <pc:docMk/>
          <pc:sldMk cId="2001429447" sldId="442"/>
        </pc:sldMkLst>
      </pc:sldChg>
      <pc:sldChg chg="del">
        <pc:chgData name="Avinash Arun Chauhan" userId="S::avinash.chauhan@mahindrauniversity.edu.in::241b5f3e-36f4-4c61-9553-90e6a1c1b8a6" providerId="AD" clId="Web-{4853FC14-9A2F-F5CE-90AC-342A5EEDD2AF}" dt="2025-02-24T05:31:01.117" v="18"/>
        <pc:sldMkLst>
          <pc:docMk/>
          <pc:sldMk cId="2270276121" sldId="443"/>
        </pc:sldMkLst>
      </pc:sldChg>
      <pc:sldChg chg="del">
        <pc:chgData name="Avinash Arun Chauhan" userId="S::avinash.chauhan@mahindrauniversity.edu.in::241b5f3e-36f4-4c61-9553-90e6a1c1b8a6" providerId="AD" clId="Web-{4853FC14-9A2F-F5CE-90AC-342A5EEDD2AF}" dt="2025-02-24T05:31:03.148" v="19"/>
        <pc:sldMkLst>
          <pc:docMk/>
          <pc:sldMk cId="2422187861" sldId="444"/>
        </pc:sldMkLst>
      </pc:sldChg>
      <pc:sldChg chg="add del">
        <pc:chgData name="Avinash Arun Chauhan" userId="S::avinash.chauhan@mahindrauniversity.edu.in::241b5f3e-36f4-4c61-9553-90e6a1c1b8a6" providerId="AD" clId="Web-{4853FC14-9A2F-F5CE-90AC-342A5EEDD2AF}" dt="2025-02-24T06:06:11.651" v="157"/>
        <pc:sldMkLst>
          <pc:docMk/>
          <pc:sldMk cId="945764981" sldId="446"/>
        </pc:sldMkLst>
      </pc:sldChg>
      <pc:sldChg chg="modSp add replId">
        <pc:chgData name="Avinash Arun Chauhan" userId="S::avinash.chauhan@mahindrauniversity.edu.in::241b5f3e-36f4-4c61-9553-90e6a1c1b8a6" providerId="AD" clId="Web-{4853FC14-9A2F-F5CE-90AC-342A5EEDD2AF}" dt="2025-02-24T06:08:46.371" v="306" actId="20577"/>
        <pc:sldMkLst>
          <pc:docMk/>
          <pc:sldMk cId="1425644229" sldId="446"/>
        </pc:sldMkLst>
        <pc:spChg chg="mod">
          <ac:chgData name="Avinash Arun Chauhan" userId="S::avinash.chauhan@mahindrauniversity.edu.in::241b5f3e-36f4-4c61-9553-90e6a1c1b8a6" providerId="AD" clId="Web-{4853FC14-9A2F-F5CE-90AC-342A5EEDD2AF}" dt="2025-02-24T06:08:46.371" v="306" actId="20577"/>
          <ac:spMkLst>
            <pc:docMk/>
            <pc:sldMk cId="1425644229" sldId="446"/>
            <ac:spMk id="3" creationId="{BB1998E0-72CB-339E-B9FC-7C9E76D9C740}"/>
          </ac:spMkLst>
        </pc:spChg>
      </pc:sldChg>
      <pc:sldChg chg="del">
        <pc:chgData name="Avinash Arun Chauhan" userId="S::avinash.chauhan@mahindrauniversity.edu.in::241b5f3e-36f4-4c61-9553-90e6a1c1b8a6" providerId="AD" clId="Web-{4853FC14-9A2F-F5CE-90AC-342A5EEDD2AF}" dt="2025-02-24T05:33:47.556" v="24"/>
        <pc:sldMkLst>
          <pc:docMk/>
          <pc:sldMk cId="2934269232" sldId="446"/>
        </pc:sldMkLst>
      </pc:sldChg>
      <pc:sldChg chg="addSp delSp modSp add replId">
        <pc:chgData name="Avinash Arun Chauhan" userId="S::avinash.chauhan@mahindrauniversity.edu.in::241b5f3e-36f4-4c61-9553-90e6a1c1b8a6" providerId="AD" clId="Web-{4853FC14-9A2F-F5CE-90AC-342A5EEDD2AF}" dt="2025-02-24T06:10:15.434" v="314" actId="1076"/>
        <pc:sldMkLst>
          <pc:docMk/>
          <pc:sldMk cId="2202899684" sldId="447"/>
        </pc:sldMkLst>
        <pc:spChg chg="del mod">
          <ac:chgData name="Avinash Arun Chauhan" userId="S::avinash.chauhan@mahindrauniversity.edu.in::241b5f3e-36f4-4c61-9553-90e6a1c1b8a6" providerId="AD" clId="Web-{4853FC14-9A2F-F5CE-90AC-342A5EEDD2AF}" dt="2025-02-24T06:09:03.761" v="310"/>
          <ac:spMkLst>
            <pc:docMk/>
            <pc:sldMk cId="2202899684" sldId="447"/>
            <ac:spMk id="3" creationId="{0A8C33E3-C22D-D837-2D7E-5E11F2C98BB2}"/>
          </ac:spMkLst>
        </pc:spChg>
        <pc:picChg chg="add mod modCrop">
          <ac:chgData name="Avinash Arun Chauhan" userId="S::avinash.chauhan@mahindrauniversity.edu.in::241b5f3e-36f4-4c61-9553-90e6a1c1b8a6" providerId="AD" clId="Web-{4853FC14-9A2F-F5CE-90AC-342A5EEDD2AF}" dt="2025-02-24T06:10:15.434" v="314" actId="1076"/>
          <ac:picMkLst>
            <pc:docMk/>
            <pc:sldMk cId="2202899684" sldId="447"/>
            <ac:picMk id="4" creationId="{8788B275-F108-24A3-1962-74B5424587B2}"/>
          </ac:picMkLst>
        </pc:picChg>
      </pc:sldChg>
      <pc:sldChg chg="del">
        <pc:chgData name="Avinash Arun Chauhan" userId="S::avinash.chauhan@mahindrauniversity.edu.in::241b5f3e-36f4-4c61-9553-90e6a1c1b8a6" providerId="AD" clId="Web-{4853FC14-9A2F-F5CE-90AC-342A5EEDD2AF}" dt="2025-02-24T05:30:44.601" v="4"/>
        <pc:sldMkLst>
          <pc:docMk/>
          <pc:sldMk cId="2918292430" sldId="447"/>
        </pc:sldMkLst>
      </pc:sldChg>
      <pc:sldChg chg="del">
        <pc:chgData name="Avinash Arun Chauhan" userId="S::avinash.chauhan@mahindrauniversity.edu.in::241b5f3e-36f4-4c61-9553-90e6a1c1b8a6" providerId="AD" clId="Web-{4853FC14-9A2F-F5CE-90AC-342A5EEDD2AF}" dt="2025-02-24T05:30:48.008" v="7"/>
        <pc:sldMkLst>
          <pc:docMk/>
          <pc:sldMk cId="1068902488" sldId="448"/>
        </pc:sldMkLst>
      </pc:sldChg>
      <pc:sldChg chg="modSp add ord replId">
        <pc:chgData name="Avinash Arun Chauhan" userId="S::avinash.chauhan@mahindrauniversity.edu.in::241b5f3e-36f4-4c61-9553-90e6a1c1b8a6" providerId="AD" clId="Web-{4853FC14-9A2F-F5CE-90AC-342A5EEDD2AF}" dt="2025-02-24T06:21:41.906" v="641" actId="20577"/>
        <pc:sldMkLst>
          <pc:docMk/>
          <pc:sldMk cId="3245650646" sldId="448"/>
        </pc:sldMkLst>
        <pc:spChg chg="mod">
          <ac:chgData name="Avinash Arun Chauhan" userId="S::avinash.chauhan@mahindrauniversity.edu.in::241b5f3e-36f4-4c61-9553-90e6a1c1b8a6" providerId="AD" clId="Web-{4853FC14-9A2F-F5CE-90AC-342A5EEDD2AF}" dt="2025-02-24T06:21:41.906" v="641" actId="20577"/>
          <ac:spMkLst>
            <pc:docMk/>
            <pc:sldMk cId="3245650646" sldId="448"/>
            <ac:spMk id="3" creationId="{AA5D3276-030C-B00D-CA3B-85DFB1127F1C}"/>
          </ac:spMkLst>
        </pc:spChg>
      </pc:sldChg>
      <pc:sldChg chg="del">
        <pc:chgData name="Avinash Arun Chauhan" userId="S::avinash.chauhan@mahindrauniversity.edu.in::241b5f3e-36f4-4c61-9553-90e6a1c1b8a6" providerId="AD" clId="Web-{4853FC14-9A2F-F5CE-90AC-342A5EEDD2AF}" dt="2025-02-24T05:31:28.039" v="20"/>
        <pc:sldMkLst>
          <pc:docMk/>
          <pc:sldMk cId="544750727" sldId="449"/>
        </pc:sldMkLst>
      </pc:sldChg>
      <pc:sldChg chg="modSp add replId">
        <pc:chgData name="Avinash Arun Chauhan" userId="S::avinash.chauhan@mahindrauniversity.edu.in::241b5f3e-36f4-4c61-9553-90e6a1c1b8a6" providerId="AD" clId="Web-{4853FC14-9A2F-F5CE-90AC-342A5EEDD2AF}" dt="2025-02-24T06:27:26.627" v="719" actId="20577"/>
        <pc:sldMkLst>
          <pc:docMk/>
          <pc:sldMk cId="1929007449" sldId="449"/>
        </pc:sldMkLst>
        <pc:spChg chg="mod">
          <ac:chgData name="Avinash Arun Chauhan" userId="S::avinash.chauhan@mahindrauniversity.edu.in::241b5f3e-36f4-4c61-9553-90e6a1c1b8a6" providerId="AD" clId="Web-{4853FC14-9A2F-F5CE-90AC-342A5EEDD2AF}" dt="2025-02-24T06:27:26.627" v="719" actId="20577"/>
          <ac:spMkLst>
            <pc:docMk/>
            <pc:sldMk cId="1929007449" sldId="449"/>
            <ac:spMk id="3" creationId="{167220CA-E969-0C11-4B20-1B5E88FEAD25}"/>
          </ac:spMkLst>
        </pc:spChg>
      </pc:sldChg>
      <pc:sldChg chg="del">
        <pc:chgData name="Avinash Arun Chauhan" userId="S::avinash.chauhan@mahindrauniversity.edu.in::241b5f3e-36f4-4c61-9553-90e6a1c1b8a6" providerId="AD" clId="Web-{4853FC14-9A2F-F5CE-90AC-342A5EEDD2AF}" dt="2025-02-24T05:31:30.633" v="21"/>
        <pc:sldMkLst>
          <pc:docMk/>
          <pc:sldMk cId="1620686835" sldId="450"/>
        </pc:sldMkLst>
      </pc:sldChg>
      <pc:sldChg chg="del">
        <pc:chgData name="Avinash Arun Chauhan" userId="S::avinash.chauhan@mahindrauniversity.edu.in::241b5f3e-36f4-4c61-9553-90e6a1c1b8a6" providerId="AD" clId="Web-{4853FC14-9A2F-F5CE-90AC-342A5EEDD2AF}" dt="2025-02-24T05:31:32.539" v="22"/>
        <pc:sldMkLst>
          <pc:docMk/>
          <pc:sldMk cId="3155866144" sldId="451"/>
        </pc:sldMkLst>
      </pc:sldChg>
      <pc:sldChg chg="del">
        <pc:chgData name="Avinash Arun Chauhan" userId="S::avinash.chauhan@mahindrauniversity.edu.in::241b5f3e-36f4-4c61-9553-90e6a1c1b8a6" providerId="AD" clId="Web-{4853FC14-9A2F-F5CE-90AC-342A5EEDD2AF}" dt="2025-02-24T05:33:45.071" v="23"/>
        <pc:sldMkLst>
          <pc:docMk/>
          <pc:sldMk cId="3007920269" sldId="452"/>
        </pc:sldMkLst>
      </pc:sldChg>
      <pc:sldChg chg="del">
        <pc:chgData name="Avinash Arun Chauhan" userId="S::avinash.chauhan@mahindrauniversity.edu.in::241b5f3e-36f4-4c61-9553-90e6a1c1b8a6" providerId="AD" clId="Web-{4853FC14-9A2F-F5CE-90AC-342A5EEDD2AF}" dt="2025-02-24T05:33:48.556" v="25"/>
        <pc:sldMkLst>
          <pc:docMk/>
          <pc:sldMk cId="603496316" sldId="453"/>
        </pc:sldMkLst>
      </pc:sldChg>
      <pc:sldChg chg="del">
        <pc:chgData name="Avinash Arun Chauhan" userId="S::avinash.chauhan@mahindrauniversity.edu.in::241b5f3e-36f4-4c61-9553-90e6a1c1b8a6" providerId="AD" clId="Web-{4853FC14-9A2F-F5CE-90AC-342A5EEDD2AF}" dt="2025-02-24T05:33:49.712" v="26"/>
        <pc:sldMkLst>
          <pc:docMk/>
          <pc:sldMk cId="1631076798" sldId="454"/>
        </pc:sldMkLst>
      </pc:sldChg>
      <pc:sldChg chg="del">
        <pc:chgData name="Avinash Arun Chauhan" userId="S::avinash.chauhan@mahindrauniversity.edu.in::241b5f3e-36f4-4c61-9553-90e6a1c1b8a6" providerId="AD" clId="Web-{4853FC14-9A2F-F5CE-90AC-342A5EEDD2AF}" dt="2025-02-24T05:33:50.837" v="27"/>
        <pc:sldMkLst>
          <pc:docMk/>
          <pc:sldMk cId="2023183045" sldId="455"/>
        </pc:sldMkLst>
      </pc:sldChg>
      <pc:sldChg chg="del">
        <pc:chgData name="Avinash Arun Chauhan" userId="S::avinash.chauhan@mahindrauniversity.edu.in::241b5f3e-36f4-4c61-9553-90e6a1c1b8a6" providerId="AD" clId="Web-{4853FC14-9A2F-F5CE-90AC-342A5EEDD2AF}" dt="2025-02-24T05:33:51.681" v="28"/>
        <pc:sldMkLst>
          <pc:docMk/>
          <pc:sldMk cId="963676731" sldId="456"/>
        </pc:sldMkLst>
      </pc:sldChg>
      <pc:sldChg chg="del">
        <pc:chgData name="Avinash Arun Chauhan" userId="S::avinash.chauhan@mahindrauniversity.edu.in::241b5f3e-36f4-4c61-9553-90e6a1c1b8a6" providerId="AD" clId="Web-{4853FC14-9A2F-F5CE-90AC-342A5EEDD2AF}" dt="2025-02-24T05:33:56.509" v="32"/>
        <pc:sldMkLst>
          <pc:docMk/>
          <pc:sldMk cId="1913081862" sldId="457"/>
        </pc:sldMkLst>
      </pc:sldChg>
      <pc:sldChg chg="del">
        <pc:chgData name="Avinash Arun Chauhan" userId="S::avinash.chauhan@mahindrauniversity.edu.in::241b5f3e-36f4-4c61-9553-90e6a1c1b8a6" providerId="AD" clId="Web-{4853FC14-9A2F-F5CE-90AC-342A5EEDD2AF}" dt="2025-02-24T05:33:58.056" v="33"/>
        <pc:sldMkLst>
          <pc:docMk/>
          <pc:sldMk cId="76133212" sldId="458"/>
        </pc:sldMkLst>
      </pc:sldChg>
      <pc:sldChg chg="del">
        <pc:chgData name="Avinash Arun Chauhan" userId="S::avinash.chauhan@mahindrauniversity.edu.in::241b5f3e-36f4-4c61-9553-90e6a1c1b8a6" providerId="AD" clId="Web-{4853FC14-9A2F-F5CE-90AC-342A5EEDD2AF}" dt="2025-02-24T05:33:52.243" v="29"/>
        <pc:sldMkLst>
          <pc:docMk/>
          <pc:sldMk cId="2619648002" sldId="460"/>
        </pc:sldMkLst>
      </pc:sldChg>
      <pc:sldChg chg="del">
        <pc:chgData name="Avinash Arun Chauhan" userId="S::avinash.chauhan@mahindrauniversity.edu.in::241b5f3e-36f4-4c61-9553-90e6a1c1b8a6" providerId="AD" clId="Web-{4853FC14-9A2F-F5CE-90AC-342A5EEDD2AF}" dt="2025-02-24T05:33:53.337" v="30"/>
        <pc:sldMkLst>
          <pc:docMk/>
          <pc:sldMk cId="4050700231" sldId="461"/>
        </pc:sldMkLst>
      </pc:sldChg>
      <pc:sldChg chg="del">
        <pc:chgData name="Avinash Arun Chauhan" userId="S::avinash.chauhan@mahindrauniversity.edu.in::241b5f3e-36f4-4c61-9553-90e6a1c1b8a6" providerId="AD" clId="Web-{4853FC14-9A2F-F5CE-90AC-342A5EEDD2AF}" dt="2025-02-24T05:33:54.150" v="31"/>
        <pc:sldMkLst>
          <pc:docMk/>
          <pc:sldMk cId="2872910021" sldId="462"/>
        </pc:sldMkLst>
      </pc:sldChg>
      <pc:sldChg chg="del">
        <pc:chgData name="Avinash Arun Chauhan" userId="S::avinash.chauhan@mahindrauniversity.edu.in::241b5f3e-36f4-4c61-9553-90e6a1c1b8a6" providerId="AD" clId="Web-{4853FC14-9A2F-F5CE-90AC-342A5EEDD2AF}" dt="2025-02-24T05:33:58.915" v="34"/>
        <pc:sldMkLst>
          <pc:docMk/>
          <pc:sldMk cId="3370555036" sldId="463"/>
        </pc:sldMkLst>
      </pc:sldChg>
      <pc:sldChg chg="del">
        <pc:chgData name="Avinash Arun Chauhan" userId="S::avinash.chauhan@mahindrauniversity.edu.in::241b5f3e-36f4-4c61-9553-90e6a1c1b8a6" providerId="AD" clId="Web-{4853FC14-9A2F-F5CE-90AC-342A5EEDD2AF}" dt="2025-02-24T05:33:59.790" v="35"/>
        <pc:sldMkLst>
          <pc:docMk/>
          <pc:sldMk cId="3436274257" sldId="464"/>
        </pc:sldMkLst>
      </pc:sldChg>
      <pc:sldChg chg="del">
        <pc:chgData name="Avinash Arun Chauhan" userId="S::avinash.chauhan@mahindrauniversity.edu.in::241b5f3e-36f4-4c61-9553-90e6a1c1b8a6" providerId="AD" clId="Web-{4853FC14-9A2F-F5CE-90AC-342A5EEDD2AF}" dt="2025-02-24T05:34:00.743" v="36"/>
        <pc:sldMkLst>
          <pc:docMk/>
          <pc:sldMk cId="1500106504" sldId="465"/>
        </pc:sldMkLst>
      </pc:sldChg>
    </pc:docChg>
  </pc:docChgLst>
  <pc:docChgLst>
    <pc:chgData name="Avinash Arun Chauhan" userId="S::avinash.chauhan@mahindrauniversity.edu.in::241b5f3e-36f4-4c61-9553-90e6a1c1b8a6" providerId="AD" clId="Web-{8C57203D-25B0-682B-37BA-784C48C6C25C}"/>
    <pc:docChg chg="modSld">
      <pc:chgData name="Avinash Arun Chauhan" userId="S::avinash.chauhan@mahindrauniversity.edu.in::241b5f3e-36f4-4c61-9553-90e6a1c1b8a6" providerId="AD" clId="Web-{8C57203D-25B0-682B-37BA-784C48C6C25C}" dt="2025-01-17T07:05:02.191" v="0" actId="20577"/>
      <pc:docMkLst>
        <pc:docMk/>
      </pc:docMkLst>
      <pc:sldChg chg="modSp">
        <pc:chgData name="Avinash Arun Chauhan" userId="S::avinash.chauhan@mahindrauniversity.edu.in::241b5f3e-36f4-4c61-9553-90e6a1c1b8a6" providerId="AD" clId="Web-{8C57203D-25B0-682B-37BA-784C48C6C25C}" dt="2025-01-17T07:05:02.191" v="0" actId="20577"/>
        <pc:sldMkLst>
          <pc:docMk/>
          <pc:sldMk cId="1540275285" sldId="256"/>
        </pc:sldMkLst>
        <pc:spChg chg="mod">
          <ac:chgData name="Avinash Arun Chauhan" userId="S::avinash.chauhan@mahindrauniversity.edu.in::241b5f3e-36f4-4c61-9553-90e6a1c1b8a6" providerId="AD" clId="Web-{8C57203D-25B0-682B-37BA-784C48C6C25C}" dt="2025-01-17T07:05:02.191" v="0" actId="20577"/>
          <ac:spMkLst>
            <pc:docMk/>
            <pc:sldMk cId="1540275285" sldId="256"/>
            <ac:spMk id="2" creationId="{727870F2-A17E-4535-8ECE-F608007055B7}"/>
          </ac:spMkLst>
        </pc:spChg>
      </pc:sldChg>
    </pc:docChg>
  </pc:docChgLst>
  <pc:docChgLst>
    <pc:chgData name="Avinash Arun Chauhan" userId="S::avinash.chauhan@mahindrauniversity.edu.in::241b5f3e-36f4-4c61-9553-90e6a1c1b8a6" providerId="AD" clId="Web-{0367F7BD-E81A-BEF8-FF7C-84DF6875E46E}"/>
    <pc:docChg chg="addSld delSld modSld sldOrd">
      <pc:chgData name="Avinash Arun Chauhan" userId="S::avinash.chauhan@mahindrauniversity.edu.in::241b5f3e-36f4-4c61-9553-90e6a1c1b8a6" providerId="AD" clId="Web-{0367F7BD-E81A-BEF8-FF7C-84DF6875E46E}" dt="2025-03-17T08:50:25.845" v="5409" actId="1076"/>
      <pc:docMkLst>
        <pc:docMk/>
      </pc:docMkLst>
      <pc:sldChg chg="modSp">
        <pc:chgData name="Avinash Arun Chauhan" userId="S::avinash.chauhan@mahindrauniversity.edu.in::241b5f3e-36f4-4c61-9553-90e6a1c1b8a6" providerId="AD" clId="Web-{0367F7BD-E81A-BEF8-FF7C-84DF6875E46E}" dt="2025-03-17T05:47:10.763" v="2610" actId="20577"/>
        <pc:sldMkLst>
          <pc:docMk/>
          <pc:sldMk cId="3811169343" sldId="426"/>
        </pc:sldMkLst>
        <pc:spChg chg="mod">
          <ac:chgData name="Avinash Arun Chauhan" userId="S::avinash.chauhan@mahindrauniversity.edu.in::241b5f3e-36f4-4c61-9553-90e6a1c1b8a6" providerId="AD" clId="Web-{0367F7BD-E81A-BEF8-FF7C-84DF6875E46E}" dt="2025-03-17T05:47:10.763" v="2610" actId="20577"/>
          <ac:spMkLst>
            <pc:docMk/>
            <pc:sldMk cId="3811169343" sldId="426"/>
            <ac:spMk id="3" creationId="{31932857-BFC7-D9FE-C8F3-E1C975AD4542}"/>
          </ac:spMkLst>
        </pc:spChg>
      </pc:sldChg>
      <pc:sldChg chg="modSp modNotes">
        <pc:chgData name="Avinash Arun Chauhan" userId="S::avinash.chauhan@mahindrauniversity.edu.in::241b5f3e-36f4-4c61-9553-90e6a1c1b8a6" providerId="AD" clId="Web-{0367F7BD-E81A-BEF8-FF7C-84DF6875E46E}" dt="2025-03-17T06:04:00.626" v="2817"/>
        <pc:sldMkLst>
          <pc:docMk/>
          <pc:sldMk cId="2210816079" sldId="520"/>
        </pc:sldMkLst>
        <pc:spChg chg="mod">
          <ac:chgData name="Avinash Arun Chauhan" userId="S::avinash.chauhan@mahindrauniversity.edu.in::241b5f3e-36f4-4c61-9553-90e6a1c1b8a6" providerId="AD" clId="Web-{0367F7BD-E81A-BEF8-FF7C-84DF6875E46E}" dt="2025-03-17T06:01:27.027" v="2794" actId="20577"/>
          <ac:spMkLst>
            <pc:docMk/>
            <pc:sldMk cId="2210816079" sldId="520"/>
            <ac:spMk id="3" creationId="{D6046B0B-6CD7-2EDE-775F-436266772719}"/>
          </ac:spMkLst>
        </pc:spChg>
      </pc:sldChg>
      <pc:sldChg chg="modNotes">
        <pc:chgData name="Avinash Arun Chauhan" userId="S::avinash.chauhan@mahindrauniversity.edu.in::241b5f3e-36f4-4c61-9553-90e6a1c1b8a6" providerId="AD" clId="Web-{0367F7BD-E81A-BEF8-FF7C-84DF6875E46E}" dt="2025-03-17T06:15:49.229" v="3710"/>
        <pc:sldMkLst>
          <pc:docMk/>
          <pc:sldMk cId="1385111681" sldId="521"/>
        </pc:sldMkLst>
      </pc:sldChg>
      <pc:sldChg chg="modSp">
        <pc:chgData name="Avinash Arun Chauhan" userId="S::avinash.chauhan@mahindrauniversity.edu.in::241b5f3e-36f4-4c61-9553-90e6a1c1b8a6" providerId="AD" clId="Web-{0367F7BD-E81A-BEF8-FF7C-84DF6875E46E}" dt="2025-03-17T06:16:08.808" v="3714" actId="20577"/>
        <pc:sldMkLst>
          <pc:docMk/>
          <pc:sldMk cId="1001124138" sldId="523"/>
        </pc:sldMkLst>
        <pc:spChg chg="mod">
          <ac:chgData name="Avinash Arun Chauhan" userId="S::avinash.chauhan@mahindrauniversity.edu.in::241b5f3e-36f4-4c61-9553-90e6a1c1b8a6" providerId="AD" clId="Web-{0367F7BD-E81A-BEF8-FF7C-84DF6875E46E}" dt="2025-03-17T06:16:08.808" v="3714" actId="20577"/>
          <ac:spMkLst>
            <pc:docMk/>
            <pc:sldMk cId="1001124138" sldId="523"/>
            <ac:spMk id="3" creationId="{EC674E00-65C0-78DB-7888-BC087220702C}"/>
          </ac:spMkLst>
        </pc:spChg>
      </pc:sldChg>
      <pc:sldChg chg="modSp">
        <pc:chgData name="Avinash Arun Chauhan" userId="S::avinash.chauhan@mahindrauniversity.edu.in::241b5f3e-36f4-4c61-9553-90e6a1c1b8a6" providerId="AD" clId="Web-{0367F7BD-E81A-BEF8-FF7C-84DF6875E46E}" dt="2025-03-17T06:26:47.877" v="4030" actId="20577"/>
        <pc:sldMkLst>
          <pc:docMk/>
          <pc:sldMk cId="2459760131" sldId="524"/>
        </pc:sldMkLst>
        <pc:spChg chg="mod">
          <ac:chgData name="Avinash Arun Chauhan" userId="S::avinash.chauhan@mahindrauniversity.edu.in::241b5f3e-36f4-4c61-9553-90e6a1c1b8a6" providerId="AD" clId="Web-{0367F7BD-E81A-BEF8-FF7C-84DF6875E46E}" dt="2025-03-17T06:26:47.877" v="4030" actId="20577"/>
          <ac:spMkLst>
            <pc:docMk/>
            <pc:sldMk cId="2459760131" sldId="524"/>
            <ac:spMk id="3" creationId="{D66A1C91-2CFA-F0AE-799D-FBEE34CD89C2}"/>
          </ac:spMkLst>
        </pc:spChg>
      </pc:sldChg>
      <pc:sldChg chg="modSp modNotes">
        <pc:chgData name="Avinash Arun Chauhan" userId="S::avinash.chauhan@mahindrauniversity.edu.in::241b5f3e-36f4-4c61-9553-90e6a1c1b8a6" providerId="AD" clId="Web-{0367F7BD-E81A-BEF8-FF7C-84DF6875E46E}" dt="2025-03-17T08:31:15.582" v="5108"/>
        <pc:sldMkLst>
          <pc:docMk/>
          <pc:sldMk cId="459135711" sldId="537"/>
        </pc:sldMkLst>
        <pc:spChg chg="mod">
          <ac:chgData name="Avinash Arun Chauhan" userId="S::avinash.chauhan@mahindrauniversity.edu.in::241b5f3e-36f4-4c61-9553-90e6a1c1b8a6" providerId="AD" clId="Web-{0367F7BD-E81A-BEF8-FF7C-84DF6875E46E}" dt="2025-03-17T06:10:36.250" v="3454" actId="20577"/>
          <ac:spMkLst>
            <pc:docMk/>
            <pc:sldMk cId="459135711" sldId="537"/>
            <ac:spMk id="3" creationId="{CF408DFA-52F7-71A7-95F0-471B20EC4B31}"/>
          </ac:spMkLst>
        </pc:spChg>
      </pc:sldChg>
      <pc:sldChg chg="modSp">
        <pc:chgData name="Avinash Arun Chauhan" userId="S::avinash.chauhan@mahindrauniversity.edu.in::241b5f3e-36f4-4c61-9553-90e6a1c1b8a6" providerId="AD" clId="Web-{0367F7BD-E81A-BEF8-FF7C-84DF6875E46E}" dt="2025-03-17T06:09:44.435" v="3333" actId="20577"/>
        <pc:sldMkLst>
          <pc:docMk/>
          <pc:sldMk cId="2464847432" sldId="538"/>
        </pc:sldMkLst>
        <pc:spChg chg="mod">
          <ac:chgData name="Avinash Arun Chauhan" userId="S::avinash.chauhan@mahindrauniversity.edu.in::241b5f3e-36f4-4c61-9553-90e6a1c1b8a6" providerId="AD" clId="Web-{0367F7BD-E81A-BEF8-FF7C-84DF6875E46E}" dt="2025-03-17T06:09:44.435" v="3333" actId="20577"/>
          <ac:spMkLst>
            <pc:docMk/>
            <pc:sldMk cId="2464847432" sldId="538"/>
            <ac:spMk id="3" creationId="{BB2723DE-C469-9051-050A-9B28CA29CE2E}"/>
          </ac:spMkLst>
        </pc:spChg>
      </pc:sldChg>
      <pc:sldChg chg="modSp">
        <pc:chgData name="Avinash Arun Chauhan" userId="S::avinash.chauhan@mahindrauniversity.edu.in::241b5f3e-36f4-4c61-9553-90e6a1c1b8a6" providerId="AD" clId="Web-{0367F7BD-E81A-BEF8-FF7C-84DF6875E46E}" dt="2025-03-17T06:11:18.204" v="3474" actId="20577"/>
        <pc:sldMkLst>
          <pc:docMk/>
          <pc:sldMk cId="1206480458" sldId="539"/>
        </pc:sldMkLst>
        <pc:spChg chg="mod">
          <ac:chgData name="Avinash Arun Chauhan" userId="S::avinash.chauhan@mahindrauniversity.edu.in::241b5f3e-36f4-4c61-9553-90e6a1c1b8a6" providerId="AD" clId="Web-{0367F7BD-E81A-BEF8-FF7C-84DF6875E46E}" dt="2025-03-17T06:11:18.204" v="3474" actId="20577"/>
          <ac:spMkLst>
            <pc:docMk/>
            <pc:sldMk cId="1206480458" sldId="539"/>
            <ac:spMk id="3" creationId="{2D33DCC8-B508-9381-4015-3B42777AD359}"/>
          </ac:spMkLst>
        </pc:spChg>
      </pc:sldChg>
      <pc:sldChg chg="modNotes">
        <pc:chgData name="Avinash Arun Chauhan" userId="S::avinash.chauhan@mahindrauniversity.edu.in::241b5f3e-36f4-4c61-9553-90e6a1c1b8a6" providerId="AD" clId="Web-{0367F7BD-E81A-BEF8-FF7C-84DF6875E46E}" dt="2025-03-17T06:18:07.250" v="3791"/>
        <pc:sldMkLst>
          <pc:docMk/>
          <pc:sldMk cId="441690049" sldId="541"/>
        </pc:sldMkLst>
      </pc:sldChg>
      <pc:sldChg chg="modSp">
        <pc:chgData name="Avinash Arun Chauhan" userId="S::avinash.chauhan@mahindrauniversity.edu.in::241b5f3e-36f4-4c61-9553-90e6a1c1b8a6" providerId="AD" clId="Web-{0367F7BD-E81A-BEF8-FF7C-84DF6875E46E}" dt="2025-03-17T06:18:25.126" v="3796" actId="20577"/>
        <pc:sldMkLst>
          <pc:docMk/>
          <pc:sldMk cId="3619178225" sldId="542"/>
        </pc:sldMkLst>
        <pc:spChg chg="mod">
          <ac:chgData name="Avinash Arun Chauhan" userId="S::avinash.chauhan@mahindrauniversity.edu.in::241b5f3e-36f4-4c61-9553-90e6a1c1b8a6" providerId="AD" clId="Web-{0367F7BD-E81A-BEF8-FF7C-84DF6875E46E}" dt="2025-03-17T06:18:25.126" v="3796" actId="20577"/>
          <ac:spMkLst>
            <pc:docMk/>
            <pc:sldMk cId="3619178225" sldId="542"/>
            <ac:spMk id="3" creationId="{134D2F87-2A43-124D-4092-6E7AF9A64675}"/>
          </ac:spMkLst>
        </pc:spChg>
      </pc:sldChg>
      <pc:sldChg chg="modSp add replId">
        <pc:chgData name="Avinash Arun Chauhan" userId="S::avinash.chauhan@mahindrauniversity.edu.in::241b5f3e-36f4-4c61-9553-90e6a1c1b8a6" providerId="AD" clId="Web-{0367F7BD-E81A-BEF8-FF7C-84DF6875E46E}" dt="2025-03-17T08:39:44.704" v="5331" actId="20577"/>
        <pc:sldMkLst>
          <pc:docMk/>
          <pc:sldMk cId="2290421655" sldId="544"/>
        </pc:sldMkLst>
        <pc:spChg chg="mod">
          <ac:chgData name="Avinash Arun Chauhan" userId="S::avinash.chauhan@mahindrauniversity.edu.in::241b5f3e-36f4-4c61-9553-90e6a1c1b8a6" providerId="AD" clId="Web-{0367F7BD-E81A-BEF8-FF7C-84DF6875E46E}" dt="2025-03-17T04:38:20.316" v="325" actId="20577"/>
          <ac:spMkLst>
            <pc:docMk/>
            <pc:sldMk cId="2290421655" sldId="544"/>
            <ac:spMk id="2" creationId="{831CE380-B1AF-BB59-6437-0CC58686738C}"/>
          </ac:spMkLst>
        </pc:spChg>
        <pc:spChg chg="mod">
          <ac:chgData name="Avinash Arun Chauhan" userId="S::avinash.chauhan@mahindrauniversity.edu.in::241b5f3e-36f4-4c61-9553-90e6a1c1b8a6" providerId="AD" clId="Web-{0367F7BD-E81A-BEF8-FF7C-84DF6875E46E}" dt="2025-03-17T08:39:44.704" v="5331" actId="20577"/>
          <ac:spMkLst>
            <pc:docMk/>
            <pc:sldMk cId="2290421655" sldId="544"/>
            <ac:spMk id="3" creationId="{71A8C27C-A396-AF7B-3560-E52829F4A2FC}"/>
          </ac:spMkLst>
        </pc:spChg>
      </pc:sldChg>
      <pc:sldChg chg="addSp delSp modSp add replId">
        <pc:chgData name="Avinash Arun Chauhan" userId="S::avinash.chauhan@mahindrauniversity.edu.in::241b5f3e-36f4-4c61-9553-90e6a1c1b8a6" providerId="AD" clId="Web-{0367F7BD-E81A-BEF8-FF7C-84DF6875E46E}" dt="2025-03-17T04:43:26.827" v="580" actId="1076"/>
        <pc:sldMkLst>
          <pc:docMk/>
          <pc:sldMk cId="2343679900" sldId="545"/>
        </pc:sldMkLst>
        <pc:spChg chg="mod">
          <ac:chgData name="Avinash Arun Chauhan" userId="S::avinash.chauhan@mahindrauniversity.edu.in::241b5f3e-36f4-4c61-9553-90e6a1c1b8a6" providerId="AD" clId="Web-{0367F7BD-E81A-BEF8-FF7C-84DF6875E46E}" dt="2025-03-17T04:42:30.700" v="575" actId="20577"/>
          <ac:spMkLst>
            <pc:docMk/>
            <pc:sldMk cId="2343679900" sldId="545"/>
            <ac:spMk id="2" creationId="{B469ADAF-B1E9-1F9A-DA7A-668AE93C5283}"/>
          </ac:spMkLst>
        </pc:spChg>
        <pc:spChg chg="del">
          <ac:chgData name="Avinash Arun Chauhan" userId="S::avinash.chauhan@mahindrauniversity.edu.in::241b5f3e-36f4-4c61-9553-90e6a1c1b8a6" providerId="AD" clId="Web-{0367F7BD-E81A-BEF8-FF7C-84DF6875E46E}" dt="2025-03-17T04:43:14.139" v="576"/>
          <ac:spMkLst>
            <pc:docMk/>
            <pc:sldMk cId="2343679900" sldId="545"/>
            <ac:spMk id="3" creationId="{EF14BA4A-9018-A16C-2928-81C3CF7814A2}"/>
          </ac:spMkLst>
        </pc:spChg>
        <pc:spChg chg="add del mod">
          <ac:chgData name="Avinash Arun Chauhan" userId="S::avinash.chauhan@mahindrauniversity.edu.in::241b5f3e-36f4-4c61-9553-90e6a1c1b8a6" providerId="AD" clId="Web-{0367F7BD-E81A-BEF8-FF7C-84DF6875E46E}" dt="2025-03-17T04:43:15.545" v="577"/>
          <ac:spMkLst>
            <pc:docMk/>
            <pc:sldMk cId="2343679900" sldId="545"/>
            <ac:spMk id="5" creationId="{347925B8-A84D-83A3-FC60-3E8EC1BCD744}"/>
          </ac:spMkLst>
        </pc:spChg>
        <pc:picChg chg="add mod ord">
          <ac:chgData name="Avinash Arun Chauhan" userId="S::avinash.chauhan@mahindrauniversity.edu.in::241b5f3e-36f4-4c61-9553-90e6a1c1b8a6" providerId="AD" clId="Web-{0367F7BD-E81A-BEF8-FF7C-84DF6875E46E}" dt="2025-03-17T04:43:26.827" v="580" actId="1076"/>
          <ac:picMkLst>
            <pc:docMk/>
            <pc:sldMk cId="2343679900" sldId="545"/>
            <ac:picMk id="9" creationId="{26CDA2E0-015B-9A7A-F614-617C6EFA9045}"/>
          </ac:picMkLst>
        </pc:picChg>
      </pc:sldChg>
      <pc:sldChg chg="addSp delSp modSp add replId">
        <pc:chgData name="Avinash Arun Chauhan" userId="S::avinash.chauhan@mahindrauniversity.edu.in::241b5f3e-36f4-4c61-9553-90e6a1c1b8a6" providerId="AD" clId="Web-{0367F7BD-E81A-BEF8-FF7C-84DF6875E46E}" dt="2025-03-17T08:50:25.845" v="5409" actId="1076"/>
        <pc:sldMkLst>
          <pc:docMk/>
          <pc:sldMk cId="32424817" sldId="546"/>
        </pc:sldMkLst>
        <pc:spChg chg="add mod">
          <ac:chgData name="Avinash Arun Chauhan" userId="S::avinash.chauhan@mahindrauniversity.edu.in::241b5f3e-36f4-4c61-9553-90e6a1c1b8a6" providerId="AD" clId="Web-{0367F7BD-E81A-BEF8-FF7C-84DF6875E46E}" dt="2025-03-17T08:50:25.845" v="5409" actId="1076"/>
          <ac:spMkLst>
            <pc:docMk/>
            <pc:sldMk cId="32424817" sldId="546"/>
            <ac:spMk id="3" creationId="{E760894F-0316-BA8E-D850-053D904B11BB}"/>
          </ac:spMkLst>
        </pc:spChg>
        <pc:spChg chg="add mod">
          <ac:chgData name="Avinash Arun Chauhan" userId="S::avinash.chauhan@mahindrauniversity.edu.in::241b5f3e-36f4-4c61-9553-90e6a1c1b8a6" providerId="AD" clId="Web-{0367F7BD-E81A-BEF8-FF7C-84DF6875E46E}" dt="2025-03-17T04:44:59.892" v="619" actId="20577"/>
          <ac:spMkLst>
            <pc:docMk/>
            <pc:sldMk cId="32424817" sldId="546"/>
            <ac:spMk id="4" creationId="{9569E30A-4BB4-992D-E644-A3921D94FA5F}"/>
          </ac:spMkLst>
        </pc:spChg>
        <pc:picChg chg="add mod">
          <ac:chgData name="Avinash Arun Chauhan" userId="S::avinash.chauhan@mahindrauniversity.edu.in::241b5f3e-36f4-4c61-9553-90e6a1c1b8a6" providerId="AD" clId="Web-{0367F7BD-E81A-BEF8-FF7C-84DF6875E46E}" dt="2025-03-17T04:45:26.815" v="621" actId="14100"/>
          <ac:picMkLst>
            <pc:docMk/>
            <pc:sldMk cId="32424817" sldId="546"/>
            <ac:picMk id="5" creationId="{94FF752A-1547-661E-E8A4-9E474D1BAA13}"/>
          </ac:picMkLst>
        </pc:picChg>
        <pc:picChg chg="del">
          <ac:chgData name="Avinash Arun Chauhan" userId="S::avinash.chauhan@mahindrauniversity.edu.in::241b5f3e-36f4-4c61-9553-90e6a1c1b8a6" providerId="AD" clId="Web-{0367F7BD-E81A-BEF8-FF7C-84DF6875E46E}" dt="2025-03-17T04:43:55.125" v="582"/>
          <ac:picMkLst>
            <pc:docMk/>
            <pc:sldMk cId="32424817" sldId="546"/>
            <ac:picMk id="9" creationId="{536CC070-8076-5ADF-E861-6A9693031485}"/>
          </ac:picMkLst>
        </pc:picChg>
      </pc:sldChg>
      <pc:sldChg chg="addSp delSp modSp add replId">
        <pc:chgData name="Avinash Arun Chauhan" userId="S::avinash.chauhan@mahindrauniversity.edu.in::241b5f3e-36f4-4c61-9553-90e6a1c1b8a6" providerId="AD" clId="Web-{0367F7BD-E81A-BEF8-FF7C-84DF6875E46E}" dt="2025-03-17T04:46:53.443" v="650" actId="14100"/>
        <pc:sldMkLst>
          <pc:docMk/>
          <pc:sldMk cId="2485763350" sldId="547"/>
        </pc:sldMkLst>
        <pc:spChg chg="mod">
          <ac:chgData name="Avinash Arun Chauhan" userId="S::avinash.chauhan@mahindrauniversity.edu.in::241b5f3e-36f4-4c61-9553-90e6a1c1b8a6" providerId="AD" clId="Web-{0367F7BD-E81A-BEF8-FF7C-84DF6875E46E}" dt="2025-03-17T04:46:19.723" v="646" actId="20577"/>
          <ac:spMkLst>
            <pc:docMk/>
            <pc:sldMk cId="2485763350" sldId="547"/>
            <ac:spMk id="4" creationId="{1D09E86A-C50C-0B54-29AB-FEC601BA0C31}"/>
          </ac:spMkLst>
        </pc:spChg>
        <pc:picChg chg="add mod">
          <ac:chgData name="Avinash Arun Chauhan" userId="S::avinash.chauhan@mahindrauniversity.edu.in::241b5f3e-36f4-4c61-9553-90e6a1c1b8a6" providerId="AD" clId="Web-{0367F7BD-E81A-BEF8-FF7C-84DF6875E46E}" dt="2025-03-17T04:46:53.443" v="650" actId="14100"/>
          <ac:picMkLst>
            <pc:docMk/>
            <pc:sldMk cId="2485763350" sldId="547"/>
            <ac:picMk id="3" creationId="{6D5F22B8-E2E0-9C16-C59E-EE5CE32AF003}"/>
          </ac:picMkLst>
        </pc:picChg>
        <pc:picChg chg="del">
          <ac:chgData name="Avinash Arun Chauhan" userId="S::avinash.chauhan@mahindrauniversity.edu.in::241b5f3e-36f4-4c61-9553-90e6a1c1b8a6" providerId="AD" clId="Web-{0367F7BD-E81A-BEF8-FF7C-84DF6875E46E}" dt="2025-03-17T04:46:23.411" v="647"/>
          <ac:picMkLst>
            <pc:docMk/>
            <pc:sldMk cId="2485763350" sldId="547"/>
            <ac:picMk id="5" creationId="{34D93107-2F84-5B8B-D0C7-5F908FC04B68}"/>
          </ac:picMkLst>
        </pc:picChg>
      </pc:sldChg>
      <pc:sldChg chg="modSp add del replId">
        <pc:chgData name="Avinash Arun Chauhan" userId="S::avinash.chauhan@mahindrauniversity.edu.in::241b5f3e-36f4-4c61-9553-90e6a1c1b8a6" providerId="AD" clId="Web-{0367F7BD-E81A-BEF8-FF7C-84DF6875E46E}" dt="2025-03-17T04:52:08.001" v="815" actId="20577"/>
        <pc:sldMkLst>
          <pc:docMk/>
          <pc:sldMk cId="3561408596" sldId="548"/>
        </pc:sldMkLst>
        <pc:spChg chg="mod">
          <ac:chgData name="Avinash Arun Chauhan" userId="S::avinash.chauhan@mahindrauniversity.edu.in::241b5f3e-36f4-4c61-9553-90e6a1c1b8a6" providerId="AD" clId="Web-{0367F7BD-E81A-BEF8-FF7C-84DF6875E46E}" dt="2025-03-17T04:50:31.217" v="665" actId="20577"/>
          <ac:spMkLst>
            <pc:docMk/>
            <pc:sldMk cId="3561408596" sldId="548"/>
            <ac:spMk id="2" creationId="{4B213C85-C6BC-15A7-2977-619255860570}"/>
          </ac:spMkLst>
        </pc:spChg>
        <pc:spChg chg="mod">
          <ac:chgData name="Avinash Arun Chauhan" userId="S::avinash.chauhan@mahindrauniversity.edu.in::241b5f3e-36f4-4c61-9553-90e6a1c1b8a6" providerId="AD" clId="Web-{0367F7BD-E81A-BEF8-FF7C-84DF6875E46E}" dt="2025-03-17T04:52:08.001" v="815" actId="20577"/>
          <ac:spMkLst>
            <pc:docMk/>
            <pc:sldMk cId="3561408596" sldId="548"/>
            <ac:spMk id="3" creationId="{B1B43F64-F530-CBC5-19E1-04C2AA263454}"/>
          </ac:spMkLst>
        </pc:spChg>
      </pc:sldChg>
      <pc:sldChg chg="modSp add replId">
        <pc:chgData name="Avinash Arun Chauhan" userId="S::avinash.chauhan@mahindrauniversity.edu.in::241b5f3e-36f4-4c61-9553-90e6a1c1b8a6" providerId="AD" clId="Web-{0367F7BD-E81A-BEF8-FF7C-84DF6875E46E}" dt="2025-03-17T08:40:55.956" v="5361" actId="20577"/>
        <pc:sldMkLst>
          <pc:docMk/>
          <pc:sldMk cId="2340896708" sldId="549"/>
        </pc:sldMkLst>
        <pc:spChg chg="mod">
          <ac:chgData name="Avinash Arun Chauhan" userId="S::avinash.chauhan@mahindrauniversity.edu.in::241b5f3e-36f4-4c61-9553-90e6a1c1b8a6" providerId="AD" clId="Web-{0367F7BD-E81A-BEF8-FF7C-84DF6875E46E}" dt="2025-03-17T08:40:55.956" v="5361" actId="20577"/>
          <ac:spMkLst>
            <pc:docMk/>
            <pc:sldMk cId="2340896708" sldId="549"/>
            <ac:spMk id="3" creationId="{518FC6AB-B74C-9F27-C7CB-BA0E39894C08}"/>
          </ac:spMkLst>
        </pc:spChg>
      </pc:sldChg>
      <pc:sldChg chg="addSp delSp modSp add replId">
        <pc:chgData name="Avinash Arun Chauhan" userId="S::avinash.chauhan@mahindrauniversity.edu.in::241b5f3e-36f4-4c61-9553-90e6a1c1b8a6" providerId="AD" clId="Web-{0367F7BD-E81A-BEF8-FF7C-84DF6875E46E}" dt="2025-03-17T04:55:51.025" v="1044" actId="1076"/>
        <pc:sldMkLst>
          <pc:docMk/>
          <pc:sldMk cId="3416988593" sldId="550"/>
        </pc:sldMkLst>
        <pc:spChg chg="mod">
          <ac:chgData name="Avinash Arun Chauhan" userId="S::avinash.chauhan@mahindrauniversity.edu.in::241b5f3e-36f4-4c61-9553-90e6a1c1b8a6" providerId="AD" clId="Web-{0367F7BD-E81A-BEF8-FF7C-84DF6875E46E}" dt="2025-03-17T04:55:40.477" v="1039" actId="20577"/>
          <ac:spMkLst>
            <pc:docMk/>
            <pc:sldMk cId="3416988593" sldId="550"/>
            <ac:spMk id="2" creationId="{5CC0AA7C-7E92-F6C8-D5BA-C46D658B8C58}"/>
          </ac:spMkLst>
        </pc:spChg>
        <pc:spChg chg="add del mod">
          <ac:chgData name="Avinash Arun Chauhan" userId="S::avinash.chauhan@mahindrauniversity.edu.in::241b5f3e-36f4-4c61-9553-90e6a1c1b8a6" providerId="AD" clId="Web-{0367F7BD-E81A-BEF8-FF7C-84DF6875E46E}" dt="2025-03-17T04:55:42.430" v="1041"/>
          <ac:spMkLst>
            <pc:docMk/>
            <pc:sldMk cId="3416988593" sldId="550"/>
            <ac:spMk id="4" creationId="{1206A5C4-1F08-0C14-C857-BEB7E90BB4F8}"/>
          </ac:spMkLst>
        </pc:spChg>
        <pc:picChg chg="add mod ord">
          <ac:chgData name="Avinash Arun Chauhan" userId="S::avinash.chauhan@mahindrauniversity.edu.in::241b5f3e-36f4-4c61-9553-90e6a1c1b8a6" providerId="AD" clId="Web-{0367F7BD-E81A-BEF8-FF7C-84DF6875E46E}" dt="2025-03-17T04:55:51.025" v="1044" actId="1076"/>
          <ac:picMkLst>
            <pc:docMk/>
            <pc:sldMk cId="3416988593" sldId="550"/>
            <ac:picMk id="5" creationId="{971028D8-ADFC-B4D4-B801-CE2F2EBDB23A}"/>
          </ac:picMkLst>
        </pc:picChg>
        <pc:picChg chg="del">
          <ac:chgData name="Avinash Arun Chauhan" userId="S::avinash.chauhan@mahindrauniversity.edu.in::241b5f3e-36f4-4c61-9553-90e6a1c1b8a6" providerId="AD" clId="Web-{0367F7BD-E81A-BEF8-FF7C-84DF6875E46E}" dt="2025-03-17T04:55:41.305" v="1040"/>
          <ac:picMkLst>
            <pc:docMk/>
            <pc:sldMk cId="3416988593" sldId="550"/>
            <ac:picMk id="9" creationId="{0DDF3B11-5B74-2CB9-008D-4C18A8AE4B08}"/>
          </ac:picMkLst>
        </pc:picChg>
      </pc:sldChg>
      <pc:sldChg chg="addSp delSp modSp add replId">
        <pc:chgData name="Avinash Arun Chauhan" userId="S::avinash.chauhan@mahindrauniversity.edu.in::241b5f3e-36f4-4c61-9553-90e6a1c1b8a6" providerId="AD" clId="Web-{0367F7BD-E81A-BEF8-FF7C-84DF6875E46E}" dt="2025-03-17T04:57:57.576" v="1059" actId="1076"/>
        <pc:sldMkLst>
          <pc:docMk/>
          <pc:sldMk cId="3412932967" sldId="551"/>
        </pc:sldMkLst>
        <pc:spChg chg="add del mod">
          <ac:chgData name="Avinash Arun Chauhan" userId="S::avinash.chauhan@mahindrauniversity.edu.in::241b5f3e-36f4-4c61-9553-90e6a1c1b8a6" providerId="AD" clId="Web-{0367F7BD-E81A-BEF8-FF7C-84DF6875E46E}" dt="2025-03-17T04:57:13.715" v="1047"/>
          <ac:spMkLst>
            <pc:docMk/>
            <pc:sldMk cId="3412932967" sldId="551"/>
            <ac:spMk id="4" creationId="{0E1402A9-F49C-1F35-E346-452F215F4A96}"/>
          </ac:spMkLst>
        </pc:spChg>
        <pc:picChg chg="del">
          <ac:chgData name="Avinash Arun Chauhan" userId="S::avinash.chauhan@mahindrauniversity.edu.in::241b5f3e-36f4-4c61-9553-90e6a1c1b8a6" providerId="AD" clId="Web-{0367F7BD-E81A-BEF8-FF7C-84DF6875E46E}" dt="2025-03-17T04:56:58.886" v="1046"/>
          <ac:picMkLst>
            <pc:docMk/>
            <pc:sldMk cId="3412932967" sldId="551"/>
            <ac:picMk id="5" creationId="{9183E335-9A61-1340-BA86-1951008985DF}"/>
          </ac:picMkLst>
        </pc:picChg>
        <pc:picChg chg="add mod ord">
          <ac:chgData name="Avinash Arun Chauhan" userId="S::avinash.chauhan@mahindrauniversity.edu.in::241b5f3e-36f4-4c61-9553-90e6a1c1b8a6" providerId="AD" clId="Web-{0367F7BD-E81A-BEF8-FF7C-84DF6875E46E}" dt="2025-03-17T04:57:57.576" v="1059" actId="1076"/>
          <ac:picMkLst>
            <pc:docMk/>
            <pc:sldMk cId="3412932967" sldId="551"/>
            <ac:picMk id="9" creationId="{BA3C7357-9F06-3850-35F7-B4D36E803C26}"/>
          </ac:picMkLst>
        </pc:picChg>
        <pc:picChg chg="add mod">
          <ac:chgData name="Avinash Arun Chauhan" userId="S::avinash.chauhan@mahindrauniversity.edu.in::241b5f3e-36f4-4c61-9553-90e6a1c1b8a6" providerId="AD" clId="Web-{0367F7BD-E81A-BEF8-FF7C-84DF6875E46E}" dt="2025-03-17T04:57:55.279" v="1058" actId="1076"/>
          <ac:picMkLst>
            <pc:docMk/>
            <pc:sldMk cId="3412932967" sldId="551"/>
            <ac:picMk id="10" creationId="{BC0AC9B4-ACBE-BC63-3F7C-45422546C76C}"/>
          </ac:picMkLst>
        </pc:picChg>
      </pc:sldChg>
      <pc:sldChg chg="addSp delSp modSp add del replId">
        <pc:chgData name="Avinash Arun Chauhan" userId="S::avinash.chauhan@mahindrauniversity.edu.in::241b5f3e-36f4-4c61-9553-90e6a1c1b8a6" providerId="AD" clId="Web-{0367F7BD-E81A-BEF8-FF7C-84DF6875E46E}" dt="2025-03-17T05:16:17.120" v="1391" actId="1076"/>
        <pc:sldMkLst>
          <pc:docMk/>
          <pc:sldMk cId="166915190" sldId="552"/>
        </pc:sldMkLst>
        <pc:spChg chg="mod">
          <ac:chgData name="Avinash Arun Chauhan" userId="S::avinash.chauhan@mahindrauniversity.edu.in::241b5f3e-36f4-4c61-9553-90e6a1c1b8a6" providerId="AD" clId="Web-{0367F7BD-E81A-BEF8-FF7C-84DF6875E46E}" dt="2025-03-17T05:15:27.525" v="1385" actId="20577"/>
          <ac:spMkLst>
            <pc:docMk/>
            <pc:sldMk cId="166915190" sldId="552"/>
            <ac:spMk id="2" creationId="{319A4A4A-46FA-A1E3-84F5-A0C0CB09A839}"/>
          </ac:spMkLst>
        </pc:spChg>
        <pc:spChg chg="add del mod">
          <ac:chgData name="Avinash Arun Chauhan" userId="S::avinash.chauhan@mahindrauniversity.edu.in::241b5f3e-36f4-4c61-9553-90e6a1c1b8a6" providerId="AD" clId="Web-{0367F7BD-E81A-BEF8-FF7C-84DF6875E46E}" dt="2025-03-17T05:16:06.620" v="1388"/>
          <ac:spMkLst>
            <pc:docMk/>
            <pc:sldMk cId="166915190" sldId="552"/>
            <ac:spMk id="4" creationId="{185D8E47-CF86-99D1-E0E8-42ED9A388C0F}"/>
          </ac:spMkLst>
        </pc:spChg>
        <pc:picChg chg="add mod ord">
          <ac:chgData name="Avinash Arun Chauhan" userId="S::avinash.chauhan@mahindrauniversity.edu.in::241b5f3e-36f4-4c61-9553-90e6a1c1b8a6" providerId="AD" clId="Web-{0367F7BD-E81A-BEF8-FF7C-84DF6875E46E}" dt="2025-03-17T05:16:17.120" v="1391" actId="1076"/>
          <ac:picMkLst>
            <pc:docMk/>
            <pc:sldMk cId="166915190" sldId="552"/>
            <ac:picMk id="5" creationId="{D6D0A865-38E6-9067-6F31-9FAD89BEC8D2}"/>
          </ac:picMkLst>
        </pc:picChg>
        <pc:picChg chg="del">
          <ac:chgData name="Avinash Arun Chauhan" userId="S::avinash.chauhan@mahindrauniversity.edu.in::241b5f3e-36f4-4c61-9553-90e6a1c1b8a6" providerId="AD" clId="Web-{0367F7BD-E81A-BEF8-FF7C-84DF6875E46E}" dt="2025-03-17T05:15:29.838" v="1386"/>
          <ac:picMkLst>
            <pc:docMk/>
            <pc:sldMk cId="166915190" sldId="552"/>
            <ac:picMk id="9" creationId="{526F3285-8416-4709-A721-47CC79D728F7}"/>
          </ac:picMkLst>
        </pc:picChg>
        <pc:picChg chg="del">
          <ac:chgData name="Avinash Arun Chauhan" userId="S::avinash.chauhan@mahindrauniversity.edu.in::241b5f3e-36f4-4c61-9553-90e6a1c1b8a6" providerId="AD" clId="Web-{0367F7BD-E81A-BEF8-FF7C-84DF6875E46E}" dt="2025-03-17T05:15:35.244" v="1387"/>
          <ac:picMkLst>
            <pc:docMk/>
            <pc:sldMk cId="166915190" sldId="552"/>
            <ac:picMk id="10" creationId="{190C7E5F-8F06-C160-FF82-84F191BF68FC}"/>
          </ac:picMkLst>
        </pc:picChg>
      </pc:sldChg>
      <pc:sldChg chg="addSp delSp modSp add replId">
        <pc:chgData name="Avinash Arun Chauhan" userId="S::avinash.chauhan@mahindrauniversity.edu.in::241b5f3e-36f4-4c61-9553-90e6a1c1b8a6" providerId="AD" clId="Web-{0367F7BD-E81A-BEF8-FF7C-84DF6875E46E}" dt="2025-03-17T05:10:00.779" v="1372" actId="1076"/>
        <pc:sldMkLst>
          <pc:docMk/>
          <pc:sldMk cId="3322212427" sldId="553"/>
        </pc:sldMkLst>
        <pc:spChg chg="mod">
          <ac:chgData name="Avinash Arun Chauhan" userId="S::avinash.chauhan@mahindrauniversity.edu.in::241b5f3e-36f4-4c61-9553-90e6a1c1b8a6" providerId="AD" clId="Web-{0367F7BD-E81A-BEF8-FF7C-84DF6875E46E}" dt="2025-03-17T05:09:49.794" v="1367" actId="20577"/>
          <ac:spMkLst>
            <pc:docMk/>
            <pc:sldMk cId="3322212427" sldId="553"/>
            <ac:spMk id="2" creationId="{2CB6E988-8E1C-1381-80F8-E425A22083C3}"/>
          </ac:spMkLst>
        </pc:spChg>
        <pc:spChg chg="add del mod">
          <ac:chgData name="Avinash Arun Chauhan" userId="S::avinash.chauhan@mahindrauniversity.edu.in::241b5f3e-36f4-4c61-9553-90e6a1c1b8a6" providerId="AD" clId="Web-{0367F7BD-E81A-BEF8-FF7C-84DF6875E46E}" dt="2025-03-17T05:09:53.060" v="1369"/>
          <ac:spMkLst>
            <pc:docMk/>
            <pc:sldMk cId="3322212427" sldId="553"/>
            <ac:spMk id="4" creationId="{AC663D29-05ED-22FD-6C52-17C58B42E01E}"/>
          </ac:spMkLst>
        </pc:spChg>
        <pc:picChg chg="del">
          <ac:chgData name="Avinash Arun Chauhan" userId="S::avinash.chauhan@mahindrauniversity.edu.in::241b5f3e-36f4-4c61-9553-90e6a1c1b8a6" providerId="AD" clId="Web-{0367F7BD-E81A-BEF8-FF7C-84DF6875E46E}" dt="2025-03-17T05:09:51.841" v="1368"/>
          <ac:picMkLst>
            <pc:docMk/>
            <pc:sldMk cId="3322212427" sldId="553"/>
            <ac:picMk id="5" creationId="{C0EB5C47-34C2-6935-63EB-2538BB0BDC01}"/>
          </ac:picMkLst>
        </pc:picChg>
        <pc:picChg chg="add mod ord">
          <ac:chgData name="Avinash Arun Chauhan" userId="S::avinash.chauhan@mahindrauniversity.edu.in::241b5f3e-36f4-4c61-9553-90e6a1c1b8a6" providerId="AD" clId="Web-{0367F7BD-E81A-BEF8-FF7C-84DF6875E46E}" dt="2025-03-17T05:10:00.779" v="1372" actId="1076"/>
          <ac:picMkLst>
            <pc:docMk/>
            <pc:sldMk cId="3322212427" sldId="553"/>
            <ac:picMk id="9" creationId="{881A8DF0-90FD-7A1B-BC68-4B070F05E866}"/>
          </ac:picMkLst>
        </pc:picChg>
      </pc:sldChg>
      <pc:sldChg chg="add del replId">
        <pc:chgData name="Avinash Arun Chauhan" userId="S::avinash.chauhan@mahindrauniversity.edu.in::241b5f3e-36f4-4c61-9553-90e6a1c1b8a6" providerId="AD" clId="Web-{0367F7BD-E81A-BEF8-FF7C-84DF6875E46E}" dt="2025-03-17T05:09:38.966" v="1356"/>
        <pc:sldMkLst>
          <pc:docMk/>
          <pc:sldMk cId="2172872689" sldId="554"/>
        </pc:sldMkLst>
      </pc:sldChg>
      <pc:sldChg chg="modSp add replId">
        <pc:chgData name="Avinash Arun Chauhan" userId="S::avinash.chauhan@mahindrauniversity.edu.in::241b5f3e-36f4-4c61-9553-90e6a1c1b8a6" providerId="AD" clId="Web-{0367F7BD-E81A-BEF8-FF7C-84DF6875E46E}" dt="2025-03-17T05:09:38.122" v="1355" actId="20577"/>
        <pc:sldMkLst>
          <pc:docMk/>
          <pc:sldMk cId="3908321294" sldId="555"/>
        </pc:sldMkLst>
        <pc:spChg chg="mod">
          <ac:chgData name="Avinash Arun Chauhan" userId="S::avinash.chauhan@mahindrauniversity.edu.in::241b5f3e-36f4-4c61-9553-90e6a1c1b8a6" providerId="AD" clId="Web-{0367F7BD-E81A-BEF8-FF7C-84DF6875E46E}" dt="2025-03-17T05:06:44.085" v="1073" actId="20577"/>
          <ac:spMkLst>
            <pc:docMk/>
            <pc:sldMk cId="3908321294" sldId="555"/>
            <ac:spMk id="2" creationId="{7202A38D-EBCC-7670-D70C-EAA57AA94F51}"/>
          </ac:spMkLst>
        </pc:spChg>
        <pc:spChg chg="mod">
          <ac:chgData name="Avinash Arun Chauhan" userId="S::avinash.chauhan@mahindrauniversity.edu.in::241b5f3e-36f4-4c61-9553-90e6a1c1b8a6" providerId="AD" clId="Web-{0367F7BD-E81A-BEF8-FF7C-84DF6875E46E}" dt="2025-03-17T05:09:38.122" v="1355" actId="20577"/>
          <ac:spMkLst>
            <pc:docMk/>
            <pc:sldMk cId="3908321294" sldId="555"/>
            <ac:spMk id="3" creationId="{E5BC3964-0E45-51EA-3319-38751B197D06}"/>
          </ac:spMkLst>
        </pc:spChg>
      </pc:sldChg>
      <pc:sldChg chg="addSp delSp modSp add replId">
        <pc:chgData name="Avinash Arun Chauhan" userId="S::avinash.chauhan@mahindrauniversity.edu.in::241b5f3e-36f4-4c61-9553-90e6a1c1b8a6" providerId="AD" clId="Web-{0367F7BD-E81A-BEF8-FF7C-84DF6875E46E}" dt="2025-03-17T05:26:54.439" v="2133" actId="1076"/>
        <pc:sldMkLst>
          <pc:docMk/>
          <pc:sldMk cId="3746647340" sldId="556"/>
        </pc:sldMkLst>
        <pc:spChg chg="mod">
          <ac:chgData name="Avinash Arun Chauhan" userId="S::avinash.chauhan@mahindrauniversity.edu.in::241b5f3e-36f4-4c61-9553-90e6a1c1b8a6" providerId="AD" clId="Web-{0367F7BD-E81A-BEF8-FF7C-84DF6875E46E}" dt="2025-03-17T05:26:31.501" v="2128" actId="20577"/>
          <ac:spMkLst>
            <pc:docMk/>
            <pc:sldMk cId="3746647340" sldId="556"/>
            <ac:spMk id="2" creationId="{078E6938-6D29-0E36-29C1-9C18FFCAC73A}"/>
          </ac:spMkLst>
        </pc:spChg>
        <pc:spChg chg="add del mod">
          <ac:chgData name="Avinash Arun Chauhan" userId="S::avinash.chauhan@mahindrauniversity.edu.in::241b5f3e-36f4-4c61-9553-90e6a1c1b8a6" providerId="AD" clId="Web-{0367F7BD-E81A-BEF8-FF7C-84DF6875E46E}" dt="2025-03-17T05:26:46.486" v="2130"/>
          <ac:spMkLst>
            <pc:docMk/>
            <pc:sldMk cId="3746647340" sldId="556"/>
            <ac:spMk id="4" creationId="{C3F30226-FD7B-AA8A-74DD-8D283EC9F7BF}"/>
          </ac:spMkLst>
        </pc:spChg>
        <pc:picChg chg="del">
          <ac:chgData name="Avinash Arun Chauhan" userId="S::avinash.chauhan@mahindrauniversity.edu.in::241b5f3e-36f4-4c61-9553-90e6a1c1b8a6" providerId="AD" clId="Web-{0367F7BD-E81A-BEF8-FF7C-84DF6875E46E}" dt="2025-03-17T05:26:32.907" v="2129"/>
          <ac:picMkLst>
            <pc:docMk/>
            <pc:sldMk cId="3746647340" sldId="556"/>
            <ac:picMk id="5" creationId="{659202EE-B853-4FCD-55D7-C824D6D79CE3}"/>
          </ac:picMkLst>
        </pc:picChg>
        <pc:picChg chg="add mod ord">
          <ac:chgData name="Avinash Arun Chauhan" userId="S::avinash.chauhan@mahindrauniversity.edu.in::241b5f3e-36f4-4c61-9553-90e6a1c1b8a6" providerId="AD" clId="Web-{0367F7BD-E81A-BEF8-FF7C-84DF6875E46E}" dt="2025-03-17T05:26:54.439" v="2133" actId="1076"/>
          <ac:picMkLst>
            <pc:docMk/>
            <pc:sldMk cId="3746647340" sldId="556"/>
            <ac:picMk id="9" creationId="{C9CC96D5-E35B-929C-1B85-7119554352A7}"/>
          </ac:picMkLst>
        </pc:picChg>
      </pc:sldChg>
      <pc:sldChg chg="addSp delSp modSp add replId">
        <pc:chgData name="Avinash Arun Chauhan" userId="S::avinash.chauhan@mahindrauniversity.edu.in::241b5f3e-36f4-4c61-9553-90e6a1c1b8a6" providerId="AD" clId="Web-{0367F7BD-E81A-BEF8-FF7C-84DF6875E46E}" dt="2025-03-17T05:26:16.079" v="2107" actId="1076"/>
        <pc:sldMkLst>
          <pc:docMk/>
          <pc:sldMk cId="3863020777" sldId="557"/>
        </pc:sldMkLst>
        <pc:spChg chg="mod">
          <ac:chgData name="Avinash Arun Chauhan" userId="S::avinash.chauhan@mahindrauniversity.edu.in::241b5f3e-36f4-4c61-9553-90e6a1c1b8a6" providerId="AD" clId="Web-{0367F7BD-E81A-BEF8-FF7C-84DF6875E46E}" dt="2025-03-17T05:25:39.249" v="2101" actId="20577"/>
          <ac:spMkLst>
            <pc:docMk/>
            <pc:sldMk cId="3863020777" sldId="557"/>
            <ac:spMk id="2" creationId="{D77D1DC8-6031-EF2E-4C56-42755EC74A73}"/>
          </ac:spMkLst>
        </pc:spChg>
        <pc:spChg chg="add del mod">
          <ac:chgData name="Avinash Arun Chauhan" userId="S::avinash.chauhan@mahindrauniversity.edu.in::241b5f3e-36f4-4c61-9553-90e6a1c1b8a6" providerId="AD" clId="Web-{0367F7BD-E81A-BEF8-FF7C-84DF6875E46E}" dt="2025-03-17T05:26:07.125" v="2103"/>
          <ac:spMkLst>
            <pc:docMk/>
            <pc:sldMk cId="3863020777" sldId="557"/>
            <ac:spMk id="4" creationId="{4E91B4F3-5FA6-C62D-7E3D-41016959FB97}"/>
          </ac:spMkLst>
        </pc:spChg>
        <pc:picChg chg="add mod">
          <ac:chgData name="Avinash Arun Chauhan" userId="S::avinash.chauhan@mahindrauniversity.edu.in::241b5f3e-36f4-4c61-9553-90e6a1c1b8a6" providerId="AD" clId="Web-{0367F7BD-E81A-BEF8-FF7C-84DF6875E46E}" dt="2025-03-17T05:26:16.079" v="2107" actId="1076"/>
          <ac:picMkLst>
            <pc:docMk/>
            <pc:sldMk cId="3863020777" sldId="557"/>
            <ac:picMk id="5" creationId="{D6A4FAD0-59F9-9E72-2E70-35D249302748}"/>
          </ac:picMkLst>
        </pc:picChg>
        <pc:picChg chg="del">
          <ac:chgData name="Avinash Arun Chauhan" userId="S::avinash.chauhan@mahindrauniversity.edu.in::241b5f3e-36f4-4c61-9553-90e6a1c1b8a6" providerId="AD" clId="Web-{0367F7BD-E81A-BEF8-FF7C-84DF6875E46E}" dt="2025-03-17T05:25:39.984" v="2102"/>
          <ac:picMkLst>
            <pc:docMk/>
            <pc:sldMk cId="3863020777" sldId="557"/>
            <ac:picMk id="9" creationId="{F51013E7-A638-2C9F-DA13-5DC33D07798C}"/>
          </ac:picMkLst>
        </pc:picChg>
      </pc:sldChg>
      <pc:sldChg chg="modSp add replId">
        <pc:chgData name="Avinash Arun Chauhan" userId="S::avinash.chauhan@mahindrauniversity.edu.in::241b5f3e-36f4-4c61-9553-90e6a1c1b8a6" providerId="AD" clId="Web-{0367F7BD-E81A-BEF8-FF7C-84DF6875E46E}" dt="2025-03-17T08:42:10.302" v="5367" actId="20577"/>
        <pc:sldMkLst>
          <pc:docMk/>
          <pc:sldMk cId="2249365035" sldId="558"/>
        </pc:sldMkLst>
        <pc:spChg chg="mod">
          <ac:chgData name="Avinash Arun Chauhan" userId="S::avinash.chauhan@mahindrauniversity.edu.in::241b5f3e-36f4-4c61-9553-90e6a1c1b8a6" providerId="AD" clId="Web-{0367F7BD-E81A-BEF8-FF7C-84DF6875E46E}" dt="2025-03-17T05:17:21.732" v="1399" actId="20577"/>
          <ac:spMkLst>
            <pc:docMk/>
            <pc:sldMk cId="2249365035" sldId="558"/>
            <ac:spMk id="2" creationId="{7B859377-80C3-995A-7B59-FFB81E94561C}"/>
          </ac:spMkLst>
        </pc:spChg>
        <pc:spChg chg="mod">
          <ac:chgData name="Avinash Arun Chauhan" userId="S::avinash.chauhan@mahindrauniversity.edu.in::241b5f3e-36f4-4c61-9553-90e6a1c1b8a6" providerId="AD" clId="Web-{0367F7BD-E81A-BEF8-FF7C-84DF6875E46E}" dt="2025-03-17T08:42:10.302" v="5367" actId="20577"/>
          <ac:spMkLst>
            <pc:docMk/>
            <pc:sldMk cId="2249365035" sldId="558"/>
            <ac:spMk id="3" creationId="{0F0A10A2-251F-24CB-D2C7-A978579376D2}"/>
          </ac:spMkLst>
        </pc:spChg>
      </pc:sldChg>
      <pc:sldChg chg="modSp add replId">
        <pc:chgData name="Avinash Arun Chauhan" userId="S::avinash.chauhan@mahindrauniversity.edu.in::241b5f3e-36f4-4c61-9553-90e6a1c1b8a6" providerId="AD" clId="Web-{0367F7BD-E81A-BEF8-FF7C-84DF6875E46E}" dt="2025-03-17T05:25:28.327" v="2091" actId="20577"/>
        <pc:sldMkLst>
          <pc:docMk/>
          <pc:sldMk cId="4281418255" sldId="559"/>
        </pc:sldMkLst>
        <pc:spChg chg="mod">
          <ac:chgData name="Avinash Arun Chauhan" userId="S::avinash.chauhan@mahindrauniversity.edu.in::241b5f3e-36f4-4c61-9553-90e6a1c1b8a6" providerId="AD" clId="Web-{0367F7BD-E81A-BEF8-FF7C-84DF6875E46E}" dt="2025-03-17T05:25:28.327" v="2091" actId="20577"/>
          <ac:spMkLst>
            <pc:docMk/>
            <pc:sldMk cId="4281418255" sldId="559"/>
            <ac:spMk id="3" creationId="{FE13CD04-938D-BB50-6D17-4E17D47FDB00}"/>
          </ac:spMkLst>
        </pc:spChg>
      </pc:sldChg>
      <pc:sldChg chg="addSp delSp modSp add replId">
        <pc:chgData name="Avinash Arun Chauhan" userId="S::avinash.chauhan@mahindrauniversity.edu.in::241b5f3e-36f4-4c61-9553-90e6a1c1b8a6" providerId="AD" clId="Web-{0367F7BD-E81A-BEF8-FF7C-84DF6875E46E}" dt="2025-03-17T05:38:51.558" v="2603" actId="1076"/>
        <pc:sldMkLst>
          <pc:docMk/>
          <pc:sldMk cId="1109814727" sldId="560"/>
        </pc:sldMkLst>
        <pc:spChg chg="mod">
          <ac:chgData name="Avinash Arun Chauhan" userId="S::avinash.chauhan@mahindrauniversity.edu.in::241b5f3e-36f4-4c61-9553-90e6a1c1b8a6" providerId="AD" clId="Web-{0367F7BD-E81A-BEF8-FF7C-84DF6875E46E}" dt="2025-03-17T05:38:40.386" v="2598" actId="20577"/>
          <ac:spMkLst>
            <pc:docMk/>
            <pc:sldMk cId="1109814727" sldId="560"/>
            <ac:spMk id="2" creationId="{33A66360-E32D-3125-5F3B-8CCBFCE50E10}"/>
          </ac:spMkLst>
        </pc:spChg>
        <pc:spChg chg="add del mod">
          <ac:chgData name="Avinash Arun Chauhan" userId="S::avinash.chauhan@mahindrauniversity.edu.in::241b5f3e-36f4-4c61-9553-90e6a1c1b8a6" providerId="AD" clId="Web-{0367F7BD-E81A-BEF8-FF7C-84DF6875E46E}" dt="2025-03-17T05:38:42.964" v="2600"/>
          <ac:spMkLst>
            <pc:docMk/>
            <pc:sldMk cId="1109814727" sldId="560"/>
            <ac:spMk id="4" creationId="{8748D6A3-7CF3-E78F-D4BC-7798D56D331A}"/>
          </ac:spMkLst>
        </pc:spChg>
        <pc:picChg chg="add mod ord">
          <ac:chgData name="Avinash Arun Chauhan" userId="S::avinash.chauhan@mahindrauniversity.edu.in::241b5f3e-36f4-4c61-9553-90e6a1c1b8a6" providerId="AD" clId="Web-{0367F7BD-E81A-BEF8-FF7C-84DF6875E46E}" dt="2025-03-17T05:38:51.558" v="2603" actId="1076"/>
          <ac:picMkLst>
            <pc:docMk/>
            <pc:sldMk cId="1109814727" sldId="560"/>
            <ac:picMk id="5" creationId="{A38610DF-ABD6-A06D-DCDD-C70469F6C726}"/>
          </ac:picMkLst>
        </pc:picChg>
        <pc:picChg chg="del">
          <ac:chgData name="Avinash Arun Chauhan" userId="S::avinash.chauhan@mahindrauniversity.edu.in::241b5f3e-36f4-4c61-9553-90e6a1c1b8a6" providerId="AD" clId="Web-{0367F7BD-E81A-BEF8-FF7C-84DF6875E46E}" dt="2025-03-17T05:38:41.777" v="2599"/>
          <ac:picMkLst>
            <pc:docMk/>
            <pc:sldMk cId="1109814727" sldId="560"/>
            <ac:picMk id="9" creationId="{CE5BFF37-4F3B-2E5B-41E7-62F0B3A1B078}"/>
          </ac:picMkLst>
        </pc:picChg>
      </pc:sldChg>
      <pc:sldChg chg="addSp delSp modSp add replId">
        <pc:chgData name="Avinash Arun Chauhan" userId="S::avinash.chauhan@mahindrauniversity.edu.in::241b5f3e-36f4-4c61-9553-90e6a1c1b8a6" providerId="AD" clId="Web-{0367F7BD-E81A-BEF8-FF7C-84DF6875E46E}" dt="2025-03-17T05:37:31.649" v="2580" actId="14100"/>
        <pc:sldMkLst>
          <pc:docMk/>
          <pc:sldMk cId="198272382" sldId="561"/>
        </pc:sldMkLst>
        <pc:spChg chg="mod">
          <ac:chgData name="Avinash Arun Chauhan" userId="S::avinash.chauhan@mahindrauniversity.edu.in::241b5f3e-36f4-4c61-9553-90e6a1c1b8a6" providerId="AD" clId="Web-{0367F7BD-E81A-BEF8-FF7C-84DF6875E46E}" dt="2025-03-17T05:37:20.805" v="2576" actId="20577"/>
          <ac:spMkLst>
            <pc:docMk/>
            <pc:sldMk cId="198272382" sldId="561"/>
            <ac:spMk id="2" creationId="{FC685DF5-F4D6-42E2-6AD2-90D94FC2ECF6}"/>
          </ac:spMkLst>
        </pc:spChg>
        <pc:picChg chg="add mod">
          <ac:chgData name="Avinash Arun Chauhan" userId="S::avinash.chauhan@mahindrauniversity.edu.in::241b5f3e-36f4-4c61-9553-90e6a1c1b8a6" providerId="AD" clId="Web-{0367F7BD-E81A-BEF8-FF7C-84DF6875E46E}" dt="2025-03-17T05:37:31.649" v="2580" actId="14100"/>
          <ac:picMkLst>
            <pc:docMk/>
            <pc:sldMk cId="198272382" sldId="561"/>
            <ac:picMk id="3" creationId="{892FA80E-873A-D991-2D97-5D93940E846A}"/>
          </ac:picMkLst>
        </pc:picChg>
        <pc:picChg chg="del">
          <ac:chgData name="Avinash Arun Chauhan" userId="S::avinash.chauhan@mahindrauniversity.edu.in::241b5f3e-36f4-4c61-9553-90e6a1c1b8a6" providerId="AD" clId="Web-{0367F7BD-E81A-BEF8-FF7C-84DF6875E46E}" dt="2025-03-17T05:37:22.555" v="2577"/>
          <ac:picMkLst>
            <pc:docMk/>
            <pc:sldMk cId="198272382" sldId="561"/>
            <ac:picMk id="5" creationId="{27948C7A-1D5F-6827-5659-35CF9BC18777}"/>
          </ac:picMkLst>
        </pc:picChg>
      </pc:sldChg>
      <pc:sldChg chg="add del replId">
        <pc:chgData name="Avinash Arun Chauhan" userId="S::avinash.chauhan@mahindrauniversity.edu.in::241b5f3e-36f4-4c61-9553-90e6a1c1b8a6" providerId="AD" clId="Web-{0367F7BD-E81A-BEF8-FF7C-84DF6875E46E}" dt="2025-03-17T05:28:03.286" v="2164"/>
        <pc:sldMkLst>
          <pc:docMk/>
          <pc:sldMk cId="3546517115" sldId="562"/>
        </pc:sldMkLst>
      </pc:sldChg>
      <pc:sldChg chg="modSp add replId">
        <pc:chgData name="Avinash Arun Chauhan" userId="S::avinash.chauhan@mahindrauniversity.edu.in::241b5f3e-36f4-4c61-9553-90e6a1c1b8a6" providerId="AD" clId="Web-{0367F7BD-E81A-BEF8-FF7C-84DF6875E46E}" dt="2025-03-17T05:36:43.132" v="2558" actId="20577"/>
        <pc:sldMkLst>
          <pc:docMk/>
          <pc:sldMk cId="198535223" sldId="563"/>
        </pc:sldMkLst>
        <pc:spChg chg="mod">
          <ac:chgData name="Avinash Arun Chauhan" userId="S::avinash.chauhan@mahindrauniversity.edu.in::241b5f3e-36f4-4c61-9553-90e6a1c1b8a6" providerId="AD" clId="Web-{0367F7BD-E81A-BEF8-FF7C-84DF6875E46E}" dt="2025-03-17T05:28:00.051" v="2163" actId="20577"/>
          <ac:spMkLst>
            <pc:docMk/>
            <pc:sldMk cId="198535223" sldId="563"/>
            <ac:spMk id="2" creationId="{C45531C5-0935-9AF5-A8F3-081DC86470A1}"/>
          </ac:spMkLst>
        </pc:spChg>
        <pc:spChg chg="mod">
          <ac:chgData name="Avinash Arun Chauhan" userId="S::avinash.chauhan@mahindrauniversity.edu.in::241b5f3e-36f4-4c61-9553-90e6a1c1b8a6" providerId="AD" clId="Web-{0367F7BD-E81A-BEF8-FF7C-84DF6875E46E}" dt="2025-03-17T05:36:43.132" v="2558" actId="20577"/>
          <ac:spMkLst>
            <pc:docMk/>
            <pc:sldMk cId="198535223" sldId="563"/>
            <ac:spMk id="3" creationId="{122F5B27-0AAE-5378-8E47-A24D184235D9}"/>
          </ac:spMkLst>
        </pc:spChg>
      </pc:sldChg>
      <pc:sldChg chg="addSp delSp modSp add replId modNotes">
        <pc:chgData name="Avinash Arun Chauhan" userId="S::avinash.chauhan@mahindrauniversity.edu.in::241b5f3e-36f4-4c61-9553-90e6a1c1b8a6" providerId="AD" clId="Web-{0367F7BD-E81A-BEF8-FF7C-84DF6875E46E}" dt="2025-03-17T06:24:06.090" v="3959" actId="20577"/>
        <pc:sldMkLst>
          <pc:docMk/>
          <pc:sldMk cId="3335294390" sldId="564"/>
        </pc:sldMkLst>
        <pc:spChg chg="del">
          <ac:chgData name="Avinash Arun Chauhan" userId="S::avinash.chauhan@mahindrauniversity.edu.in::241b5f3e-36f4-4c61-9553-90e6a1c1b8a6" providerId="AD" clId="Web-{0367F7BD-E81A-BEF8-FF7C-84DF6875E46E}" dt="2025-03-17T06:18:36.516" v="3798"/>
          <ac:spMkLst>
            <pc:docMk/>
            <pc:sldMk cId="3335294390" sldId="564"/>
            <ac:spMk id="3" creationId="{EC6FC0D1-2D98-8012-A864-0DB72873CD36}"/>
          </ac:spMkLst>
        </pc:spChg>
        <pc:spChg chg="add del mod">
          <ac:chgData name="Avinash Arun Chauhan" userId="S::avinash.chauhan@mahindrauniversity.edu.in::241b5f3e-36f4-4c61-9553-90e6a1c1b8a6" providerId="AD" clId="Web-{0367F7BD-E81A-BEF8-FF7C-84DF6875E46E}" dt="2025-03-17T06:19:11.565" v="3820"/>
          <ac:spMkLst>
            <pc:docMk/>
            <pc:sldMk cId="3335294390" sldId="564"/>
            <ac:spMk id="5" creationId="{C88C5B04-15B0-1B4C-38D8-1676AA76B4B6}"/>
          </ac:spMkLst>
        </pc:spChg>
        <pc:spChg chg="add mod">
          <ac:chgData name="Avinash Arun Chauhan" userId="S::avinash.chauhan@mahindrauniversity.edu.in::241b5f3e-36f4-4c61-9553-90e6a1c1b8a6" providerId="AD" clId="Web-{0367F7BD-E81A-BEF8-FF7C-84DF6875E46E}" dt="2025-03-17T06:20:34.552" v="3856" actId="1076"/>
          <ac:spMkLst>
            <pc:docMk/>
            <pc:sldMk cId="3335294390" sldId="564"/>
            <ac:spMk id="9" creationId="{D43DC72F-43FE-7316-20D0-553EC9CFFA3D}"/>
          </ac:spMkLst>
        </pc:spChg>
        <pc:spChg chg="add mod">
          <ac:chgData name="Avinash Arun Chauhan" userId="S::avinash.chauhan@mahindrauniversity.edu.in::241b5f3e-36f4-4c61-9553-90e6a1c1b8a6" providerId="AD" clId="Web-{0367F7BD-E81A-BEF8-FF7C-84DF6875E46E}" dt="2025-03-17T06:24:06.090" v="3959" actId="20577"/>
          <ac:spMkLst>
            <pc:docMk/>
            <pc:sldMk cId="3335294390" sldId="564"/>
            <ac:spMk id="10" creationId="{663BFE1A-B4CD-1D0A-E6A5-C120AF5C4391}"/>
          </ac:spMkLst>
        </pc:spChg>
      </pc:sldChg>
      <pc:sldChg chg="modSp add replId">
        <pc:chgData name="Avinash Arun Chauhan" userId="S::avinash.chauhan@mahindrauniversity.edu.in::241b5f3e-36f4-4c61-9553-90e6a1c1b8a6" providerId="AD" clId="Web-{0367F7BD-E81A-BEF8-FF7C-84DF6875E46E}" dt="2025-03-17T08:38:43.203" v="5329" actId="20577"/>
        <pc:sldMkLst>
          <pc:docMk/>
          <pc:sldMk cId="292383162" sldId="565"/>
        </pc:sldMkLst>
        <pc:spChg chg="mod">
          <ac:chgData name="Avinash Arun Chauhan" userId="S::avinash.chauhan@mahindrauniversity.edu.in::241b5f3e-36f4-4c61-9553-90e6a1c1b8a6" providerId="AD" clId="Web-{0367F7BD-E81A-BEF8-FF7C-84DF6875E46E}" dt="2025-03-17T06:25:15.187" v="3977" actId="20577"/>
          <ac:spMkLst>
            <pc:docMk/>
            <pc:sldMk cId="292383162" sldId="565"/>
            <ac:spMk id="9" creationId="{747FF4C0-E703-67B2-C2C3-BE2033B9B8DA}"/>
          </ac:spMkLst>
        </pc:spChg>
        <pc:spChg chg="mod">
          <ac:chgData name="Avinash Arun Chauhan" userId="S::avinash.chauhan@mahindrauniversity.edu.in::241b5f3e-36f4-4c61-9553-90e6a1c1b8a6" providerId="AD" clId="Web-{0367F7BD-E81A-BEF8-FF7C-84DF6875E46E}" dt="2025-03-17T08:38:43.203" v="5329" actId="20577"/>
          <ac:spMkLst>
            <pc:docMk/>
            <pc:sldMk cId="292383162" sldId="565"/>
            <ac:spMk id="10" creationId="{7A1A336E-B9E3-79DD-5F5E-70BBC7D58814}"/>
          </ac:spMkLst>
        </pc:spChg>
      </pc:sldChg>
      <pc:sldChg chg="modSp add replId">
        <pc:chgData name="Avinash Arun Chauhan" userId="S::avinash.chauhan@mahindrauniversity.edu.in::241b5f3e-36f4-4c61-9553-90e6a1c1b8a6" providerId="AD" clId="Web-{0367F7BD-E81A-BEF8-FF7C-84DF6875E46E}" dt="2025-03-17T06:55:46.016" v="4064" actId="20577"/>
        <pc:sldMkLst>
          <pc:docMk/>
          <pc:sldMk cId="1043497396" sldId="566"/>
        </pc:sldMkLst>
        <pc:spChg chg="mod">
          <ac:chgData name="Avinash Arun Chauhan" userId="S::avinash.chauhan@mahindrauniversity.edu.in::241b5f3e-36f4-4c61-9553-90e6a1c1b8a6" providerId="AD" clId="Web-{0367F7BD-E81A-BEF8-FF7C-84DF6875E46E}" dt="2025-03-17T06:55:46.016" v="4064" actId="20577"/>
          <ac:spMkLst>
            <pc:docMk/>
            <pc:sldMk cId="1043497396" sldId="566"/>
            <ac:spMk id="2" creationId="{5525A5D3-9ED3-C591-17C4-2EB9A191A150}"/>
          </ac:spMkLst>
        </pc:spChg>
        <pc:spChg chg="mod">
          <ac:chgData name="Avinash Arun Chauhan" userId="S::avinash.chauhan@mahindrauniversity.edu.in::241b5f3e-36f4-4c61-9553-90e6a1c1b8a6" providerId="AD" clId="Web-{0367F7BD-E81A-BEF8-FF7C-84DF6875E46E}" dt="2025-03-17T06:55:00.530" v="4062" actId="20577"/>
          <ac:spMkLst>
            <pc:docMk/>
            <pc:sldMk cId="1043497396" sldId="566"/>
            <ac:spMk id="3" creationId="{1DD5F3F9-DE80-5258-4875-BAB960E9C5BF}"/>
          </ac:spMkLst>
        </pc:spChg>
      </pc:sldChg>
      <pc:sldChg chg="modSp add ord replId">
        <pc:chgData name="Avinash Arun Chauhan" userId="S::avinash.chauhan@mahindrauniversity.edu.in::241b5f3e-36f4-4c61-9553-90e6a1c1b8a6" providerId="AD" clId="Web-{0367F7BD-E81A-BEF8-FF7C-84DF6875E46E}" dt="2025-03-17T06:56:43.581" v="4113" actId="20577"/>
        <pc:sldMkLst>
          <pc:docMk/>
          <pc:sldMk cId="1006382314" sldId="567"/>
        </pc:sldMkLst>
        <pc:spChg chg="mod">
          <ac:chgData name="Avinash Arun Chauhan" userId="S::avinash.chauhan@mahindrauniversity.edu.in::241b5f3e-36f4-4c61-9553-90e6a1c1b8a6" providerId="AD" clId="Web-{0367F7BD-E81A-BEF8-FF7C-84DF6875E46E}" dt="2025-03-17T06:56:25.518" v="4103" actId="20577"/>
          <ac:spMkLst>
            <pc:docMk/>
            <pc:sldMk cId="1006382314" sldId="567"/>
            <ac:spMk id="2" creationId="{FBABCC93-B585-AC09-03F1-392A6D7D2226}"/>
          </ac:spMkLst>
        </pc:spChg>
        <pc:spChg chg="mod">
          <ac:chgData name="Avinash Arun Chauhan" userId="S::avinash.chauhan@mahindrauniversity.edu.in::241b5f3e-36f4-4c61-9553-90e6a1c1b8a6" providerId="AD" clId="Web-{0367F7BD-E81A-BEF8-FF7C-84DF6875E46E}" dt="2025-03-17T06:56:43.581" v="4113" actId="20577"/>
          <ac:spMkLst>
            <pc:docMk/>
            <pc:sldMk cId="1006382314" sldId="567"/>
            <ac:spMk id="3" creationId="{A2F4B5D6-4FEA-F83B-DF9B-34C101A687F3}"/>
          </ac:spMkLst>
        </pc:spChg>
      </pc:sldChg>
      <pc:sldChg chg="addSp delSp modSp add del replId">
        <pc:chgData name="Avinash Arun Chauhan" userId="S::avinash.chauhan@mahindrauniversity.edu.in::241b5f3e-36f4-4c61-9553-90e6a1c1b8a6" providerId="AD" clId="Web-{0367F7BD-E81A-BEF8-FF7C-84DF6875E46E}" dt="2025-03-17T08:17:17.577" v="4541"/>
        <pc:sldMkLst>
          <pc:docMk/>
          <pc:sldMk cId="2988480703" sldId="568"/>
        </pc:sldMkLst>
        <pc:spChg chg="mod">
          <ac:chgData name="Avinash Arun Chauhan" userId="S::avinash.chauhan@mahindrauniversity.edu.in::241b5f3e-36f4-4c61-9553-90e6a1c1b8a6" providerId="AD" clId="Web-{0367F7BD-E81A-BEF8-FF7C-84DF6875E46E}" dt="2025-03-17T08:12:30.444" v="4186" actId="20577"/>
          <ac:spMkLst>
            <pc:docMk/>
            <pc:sldMk cId="2988480703" sldId="568"/>
            <ac:spMk id="2" creationId="{9D5B7AAC-36DA-E87F-AC03-FCF3A8D23728}"/>
          </ac:spMkLst>
        </pc:spChg>
        <pc:spChg chg="add del mod">
          <ac:chgData name="Avinash Arun Chauhan" userId="S::avinash.chauhan@mahindrauniversity.edu.in::241b5f3e-36f4-4c61-9553-90e6a1c1b8a6" providerId="AD" clId="Web-{0367F7BD-E81A-BEF8-FF7C-84DF6875E46E}" dt="2025-03-17T08:12:57.711" v="4188"/>
          <ac:spMkLst>
            <pc:docMk/>
            <pc:sldMk cId="2988480703" sldId="568"/>
            <ac:spMk id="4" creationId="{C423B667-7197-4BA3-A8F8-8E1228BF6B9A}"/>
          </ac:spMkLst>
        </pc:spChg>
        <pc:graphicFrameChg chg="add mod ord modGraphic">
          <ac:chgData name="Avinash Arun Chauhan" userId="S::avinash.chauhan@mahindrauniversity.edu.in::241b5f3e-36f4-4c61-9553-90e6a1c1b8a6" providerId="AD" clId="Web-{0367F7BD-E81A-BEF8-FF7C-84DF6875E46E}" dt="2025-03-17T08:16:30.841" v="4504"/>
          <ac:graphicFrameMkLst>
            <pc:docMk/>
            <pc:sldMk cId="2988480703" sldId="568"/>
            <ac:graphicFrameMk id="9" creationId="{DC3376E1-CCB0-0175-B779-00BA8F3C1FDB}"/>
          </ac:graphicFrameMkLst>
        </pc:graphicFrameChg>
        <pc:picChg chg="del">
          <ac:chgData name="Avinash Arun Chauhan" userId="S::avinash.chauhan@mahindrauniversity.edu.in::241b5f3e-36f4-4c61-9553-90e6a1c1b8a6" providerId="AD" clId="Web-{0367F7BD-E81A-BEF8-FF7C-84DF6875E46E}" dt="2025-03-17T08:12:33.147" v="4187"/>
          <ac:picMkLst>
            <pc:docMk/>
            <pc:sldMk cId="2988480703" sldId="568"/>
            <ac:picMk id="5" creationId="{5E56254B-5F9F-393F-2691-BB1717BF00ED}"/>
          </ac:picMkLst>
        </pc:picChg>
      </pc:sldChg>
      <pc:sldChg chg="modSp add replId">
        <pc:chgData name="Avinash Arun Chauhan" userId="S::avinash.chauhan@mahindrauniversity.edu.in::241b5f3e-36f4-4c61-9553-90e6a1c1b8a6" providerId="AD" clId="Web-{0367F7BD-E81A-BEF8-FF7C-84DF6875E46E}" dt="2025-03-17T08:24:07.009" v="4821" actId="1076"/>
        <pc:sldMkLst>
          <pc:docMk/>
          <pc:sldMk cId="3222510880" sldId="569"/>
        </pc:sldMkLst>
        <pc:spChg chg="mod">
          <ac:chgData name="Avinash Arun Chauhan" userId="S::avinash.chauhan@mahindrauniversity.edu.in::241b5f3e-36f4-4c61-9553-90e6a1c1b8a6" providerId="AD" clId="Web-{0367F7BD-E81A-BEF8-FF7C-84DF6875E46E}" dt="2025-03-17T08:24:07.009" v="4821" actId="1076"/>
          <ac:spMkLst>
            <pc:docMk/>
            <pc:sldMk cId="3222510880" sldId="569"/>
            <ac:spMk id="2" creationId="{9B7C916D-E5C6-351D-D727-9EE0AF466E64}"/>
          </ac:spMkLst>
        </pc:spChg>
        <pc:graphicFrameChg chg="mod modGraphic">
          <ac:chgData name="Avinash Arun Chauhan" userId="S::avinash.chauhan@mahindrauniversity.edu.in::241b5f3e-36f4-4c61-9553-90e6a1c1b8a6" providerId="AD" clId="Web-{0367F7BD-E81A-BEF8-FF7C-84DF6875E46E}" dt="2025-03-17T08:23:31.492" v="4820"/>
          <ac:graphicFrameMkLst>
            <pc:docMk/>
            <pc:sldMk cId="3222510880" sldId="569"/>
            <ac:graphicFrameMk id="9" creationId="{6F116589-5D5C-7743-25CE-320D7F74A5A1}"/>
          </ac:graphicFrameMkLst>
        </pc:graphicFrameChg>
      </pc:sldChg>
      <pc:sldChg chg="addSp delSp modSp add replId">
        <pc:chgData name="Avinash Arun Chauhan" userId="S::avinash.chauhan@mahindrauniversity.edu.in::241b5f3e-36f4-4c61-9553-90e6a1c1b8a6" providerId="AD" clId="Web-{0367F7BD-E81A-BEF8-FF7C-84DF6875E46E}" dt="2025-03-17T08:24:13.399" v="4823" actId="1076"/>
        <pc:sldMkLst>
          <pc:docMk/>
          <pc:sldMk cId="2785781789" sldId="570"/>
        </pc:sldMkLst>
        <pc:spChg chg="mod">
          <ac:chgData name="Avinash Arun Chauhan" userId="S::avinash.chauhan@mahindrauniversity.edu.in::241b5f3e-36f4-4c61-9553-90e6a1c1b8a6" providerId="AD" clId="Web-{0367F7BD-E81A-BEF8-FF7C-84DF6875E46E}" dt="2025-03-17T08:24:13.399" v="4823" actId="1076"/>
          <ac:spMkLst>
            <pc:docMk/>
            <pc:sldMk cId="2785781789" sldId="570"/>
            <ac:spMk id="2" creationId="{B4D4AB05-8E52-27E8-A66B-5ACAAF1FAD1B}"/>
          </ac:spMkLst>
        </pc:spChg>
        <pc:graphicFrameChg chg="add del mod">
          <ac:chgData name="Avinash Arun Chauhan" userId="S::avinash.chauhan@mahindrauniversity.edu.in::241b5f3e-36f4-4c61-9553-90e6a1c1b8a6" providerId="AD" clId="Web-{0367F7BD-E81A-BEF8-FF7C-84DF6875E46E}" dt="2025-03-17T08:21:56.427" v="4684"/>
          <ac:graphicFrameMkLst>
            <pc:docMk/>
            <pc:sldMk cId="2785781789" sldId="570"/>
            <ac:graphicFrameMk id="4" creationId="{778D0CF6-9DF0-58C1-A8AA-6E41627FD026}"/>
          </ac:graphicFrameMkLst>
        </pc:graphicFrameChg>
        <pc:graphicFrameChg chg="mod modGraphic">
          <ac:chgData name="Avinash Arun Chauhan" userId="S::avinash.chauhan@mahindrauniversity.edu.in::241b5f3e-36f4-4c61-9553-90e6a1c1b8a6" providerId="AD" clId="Web-{0367F7BD-E81A-BEF8-FF7C-84DF6875E46E}" dt="2025-03-17T08:22:37.725" v="4772"/>
          <ac:graphicFrameMkLst>
            <pc:docMk/>
            <pc:sldMk cId="2785781789" sldId="570"/>
            <ac:graphicFrameMk id="9" creationId="{A3E8352D-2BAA-333F-152F-12424FC66ED0}"/>
          </ac:graphicFrameMkLst>
        </pc:graphicFrameChg>
        <pc:graphicFrameChg chg="add del mod">
          <ac:chgData name="Avinash Arun Chauhan" userId="S::avinash.chauhan@mahindrauniversity.edu.in::241b5f3e-36f4-4c61-9553-90e6a1c1b8a6" providerId="AD" clId="Web-{0367F7BD-E81A-BEF8-FF7C-84DF6875E46E}" dt="2025-03-17T08:22:05.553" v="4686"/>
          <ac:graphicFrameMkLst>
            <pc:docMk/>
            <pc:sldMk cId="2785781789" sldId="570"/>
            <ac:graphicFrameMk id="10" creationId="{9B8B6321-AE3A-1B1E-45E6-52CE3A085B48}"/>
          </ac:graphicFrameMkLst>
        </pc:graphicFrameChg>
      </pc:sldChg>
      <pc:sldChg chg="addSp delSp modSp add replId">
        <pc:chgData name="Avinash Arun Chauhan" userId="S::avinash.chauhan@mahindrauniversity.edu.in::241b5f3e-36f4-4c61-9553-90e6a1c1b8a6" providerId="AD" clId="Web-{0367F7BD-E81A-BEF8-FF7C-84DF6875E46E}" dt="2025-03-17T08:28:17.156" v="5104"/>
        <pc:sldMkLst>
          <pc:docMk/>
          <pc:sldMk cId="2298066015" sldId="571"/>
        </pc:sldMkLst>
        <pc:spChg chg="mod">
          <ac:chgData name="Avinash Arun Chauhan" userId="S::avinash.chauhan@mahindrauniversity.edu.in::241b5f3e-36f4-4c61-9553-90e6a1c1b8a6" providerId="AD" clId="Web-{0367F7BD-E81A-BEF8-FF7C-84DF6875E46E}" dt="2025-03-17T08:24:49.682" v="4837" actId="20577"/>
          <ac:spMkLst>
            <pc:docMk/>
            <pc:sldMk cId="2298066015" sldId="571"/>
            <ac:spMk id="2" creationId="{E3E4358B-72AD-F458-609F-FCEB60077E73}"/>
          </ac:spMkLst>
        </pc:spChg>
        <pc:spChg chg="add del mod">
          <ac:chgData name="Avinash Arun Chauhan" userId="S::avinash.chauhan@mahindrauniversity.edu.in::241b5f3e-36f4-4c61-9553-90e6a1c1b8a6" providerId="AD" clId="Web-{0367F7BD-E81A-BEF8-FF7C-84DF6875E46E}" dt="2025-03-17T08:25:37.730" v="4839"/>
          <ac:spMkLst>
            <pc:docMk/>
            <pc:sldMk cId="2298066015" sldId="571"/>
            <ac:spMk id="4" creationId="{AF990A55-10C7-5AB2-41AE-3137FC9089DC}"/>
          </ac:spMkLst>
        </pc:spChg>
        <pc:graphicFrameChg chg="add mod ord modGraphic">
          <ac:chgData name="Avinash Arun Chauhan" userId="S::avinash.chauhan@mahindrauniversity.edu.in::241b5f3e-36f4-4c61-9553-90e6a1c1b8a6" providerId="AD" clId="Web-{0367F7BD-E81A-BEF8-FF7C-84DF6875E46E}" dt="2025-03-17T08:28:17.156" v="5104"/>
          <ac:graphicFrameMkLst>
            <pc:docMk/>
            <pc:sldMk cId="2298066015" sldId="571"/>
            <ac:graphicFrameMk id="5" creationId="{6061063F-F60F-F3CE-A5F1-ECF22CD624D4}"/>
          </ac:graphicFrameMkLst>
        </pc:graphicFrameChg>
        <pc:graphicFrameChg chg="del">
          <ac:chgData name="Avinash Arun Chauhan" userId="S::avinash.chauhan@mahindrauniversity.edu.in::241b5f3e-36f4-4c61-9553-90e6a1c1b8a6" providerId="AD" clId="Web-{0367F7BD-E81A-BEF8-FF7C-84DF6875E46E}" dt="2025-03-17T08:25:03.182" v="4838"/>
          <ac:graphicFrameMkLst>
            <pc:docMk/>
            <pc:sldMk cId="2298066015" sldId="571"/>
            <ac:graphicFrameMk id="9" creationId="{ADFCFE45-6F3F-2D4E-0831-46D828EFF274}"/>
          </ac:graphicFrameMkLst>
        </pc:graphicFrameChg>
        <pc:graphicFrameChg chg="add del mod">
          <ac:chgData name="Avinash Arun Chauhan" userId="S::avinash.chauhan@mahindrauniversity.edu.in::241b5f3e-36f4-4c61-9553-90e6a1c1b8a6" providerId="AD" clId="Web-{0367F7BD-E81A-BEF8-FF7C-84DF6875E46E}" dt="2025-03-17T08:27:39.827" v="4912"/>
          <ac:graphicFrameMkLst>
            <pc:docMk/>
            <pc:sldMk cId="2298066015" sldId="571"/>
            <ac:graphicFrameMk id="11" creationId="{7B96D2AA-7352-8A17-0153-06B2278608D2}"/>
          </ac:graphicFrameMkLst>
        </pc:graphicFrameChg>
      </pc:sldChg>
      <pc:sldChg chg="modSp add replId">
        <pc:chgData name="Avinash Arun Chauhan" userId="S::avinash.chauhan@mahindrauniversity.edu.in::241b5f3e-36f4-4c61-9553-90e6a1c1b8a6" providerId="AD" clId="Web-{0367F7BD-E81A-BEF8-FF7C-84DF6875E46E}" dt="2025-03-17T08:36:30.402" v="5323" actId="20577"/>
        <pc:sldMkLst>
          <pc:docMk/>
          <pc:sldMk cId="1612426753" sldId="572"/>
        </pc:sldMkLst>
        <pc:spChg chg="mod">
          <ac:chgData name="Avinash Arun Chauhan" userId="S::avinash.chauhan@mahindrauniversity.edu.in::241b5f3e-36f4-4c61-9553-90e6a1c1b8a6" providerId="AD" clId="Web-{0367F7BD-E81A-BEF8-FF7C-84DF6875E46E}" dt="2025-03-17T08:34:10.071" v="5112" actId="20577"/>
          <ac:spMkLst>
            <pc:docMk/>
            <pc:sldMk cId="1612426753" sldId="572"/>
            <ac:spMk id="2" creationId="{B07000DF-5A4C-0623-C174-2219FF96AF62}"/>
          </ac:spMkLst>
        </pc:spChg>
        <pc:spChg chg="mod">
          <ac:chgData name="Avinash Arun Chauhan" userId="S::avinash.chauhan@mahindrauniversity.edu.in::241b5f3e-36f4-4c61-9553-90e6a1c1b8a6" providerId="AD" clId="Web-{0367F7BD-E81A-BEF8-FF7C-84DF6875E46E}" dt="2025-03-17T08:36:30.402" v="5323" actId="20577"/>
          <ac:spMkLst>
            <pc:docMk/>
            <pc:sldMk cId="1612426753" sldId="572"/>
            <ac:spMk id="3" creationId="{5E0FFBFF-E609-CA04-D11B-C4BBF88E6AEC}"/>
          </ac:spMkLst>
        </pc:spChg>
      </pc:sldChg>
    </pc:docChg>
  </pc:docChgLst>
  <pc:docChgLst>
    <pc:chgData name="Avinash Arun Chauhan" userId="S::avinash.chauhan@mahindrauniversity.edu.in::241b5f3e-36f4-4c61-9553-90e6a1c1b8a6" providerId="AD" clId="Web-{9DD49463-7B39-95C2-2055-847A1C1285A8}"/>
    <pc:docChg chg="modSld">
      <pc:chgData name="Avinash Arun Chauhan" userId="S::avinash.chauhan@mahindrauniversity.edu.in::241b5f3e-36f4-4c61-9553-90e6a1c1b8a6" providerId="AD" clId="Web-{9DD49463-7B39-95C2-2055-847A1C1285A8}" dt="2023-08-16T14:44:49.116" v="213" actId="20577"/>
      <pc:docMkLst>
        <pc:docMk/>
      </pc:docMkLst>
      <pc:sldChg chg="modSp">
        <pc:chgData name="Avinash Arun Chauhan" userId="S::avinash.chauhan@mahindrauniversity.edu.in::241b5f3e-36f4-4c61-9553-90e6a1c1b8a6" providerId="AD" clId="Web-{9DD49463-7B39-95C2-2055-847A1C1285A8}" dt="2023-08-16T14:24:22.725" v="49" actId="20577"/>
        <pc:sldMkLst>
          <pc:docMk/>
          <pc:sldMk cId="3131259695" sldId="258"/>
        </pc:sldMkLst>
      </pc:sldChg>
      <pc:sldChg chg="modSp">
        <pc:chgData name="Avinash Arun Chauhan" userId="S::avinash.chauhan@mahindrauniversity.edu.in::241b5f3e-36f4-4c61-9553-90e6a1c1b8a6" providerId="AD" clId="Web-{9DD49463-7B39-95C2-2055-847A1C1285A8}" dt="2023-08-16T14:25:42.727" v="59" actId="20577"/>
        <pc:sldMkLst>
          <pc:docMk/>
          <pc:sldMk cId="3615545428" sldId="259"/>
        </pc:sldMkLst>
      </pc:sldChg>
      <pc:sldChg chg="modSp">
        <pc:chgData name="Avinash Arun Chauhan" userId="S::avinash.chauhan@mahindrauniversity.edu.in::241b5f3e-36f4-4c61-9553-90e6a1c1b8a6" providerId="AD" clId="Web-{9DD49463-7B39-95C2-2055-847A1C1285A8}" dt="2023-08-16T14:30:34.578" v="153" actId="20577"/>
        <pc:sldMkLst>
          <pc:docMk/>
          <pc:sldMk cId="665632959" sldId="260"/>
        </pc:sldMkLst>
      </pc:sldChg>
      <pc:sldChg chg="modSp">
        <pc:chgData name="Avinash Arun Chauhan" userId="S::avinash.chauhan@mahindrauniversity.edu.in::241b5f3e-36f4-4c61-9553-90e6a1c1b8a6" providerId="AD" clId="Web-{9DD49463-7B39-95C2-2055-847A1C1285A8}" dt="2023-08-16T14:33:05.489" v="169" actId="20577"/>
        <pc:sldMkLst>
          <pc:docMk/>
          <pc:sldMk cId="3834488751" sldId="263"/>
        </pc:sldMkLst>
      </pc:sldChg>
      <pc:sldChg chg="modSp">
        <pc:chgData name="Avinash Arun Chauhan" userId="S::avinash.chauhan@mahindrauniversity.edu.in::241b5f3e-36f4-4c61-9553-90e6a1c1b8a6" providerId="AD" clId="Web-{9DD49463-7B39-95C2-2055-847A1C1285A8}" dt="2023-08-16T14:43:42.302" v="183" actId="20577"/>
        <pc:sldMkLst>
          <pc:docMk/>
          <pc:sldMk cId="720993746" sldId="271"/>
        </pc:sldMkLst>
      </pc:sldChg>
      <pc:sldChg chg="modSp">
        <pc:chgData name="Avinash Arun Chauhan" userId="S::avinash.chauhan@mahindrauniversity.edu.in::241b5f3e-36f4-4c61-9553-90e6a1c1b8a6" providerId="AD" clId="Web-{9DD49463-7B39-95C2-2055-847A1C1285A8}" dt="2023-08-16T14:44:49.116" v="213" actId="20577"/>
        <pc:sldMkLst>
          <pc:docMk/>
          <pc:sldMk cId="2029719128" sldId="274"/>
        </pc:sldMkLst>
      </pc:sldChg>
      <pc:sldChg chg="modSp">
        <pc:chgData name="Avinash Arun Chauhan" userId="S::avinash.chauhan@mahindrauniversity.edu.in::241b5f3e-36f4-4c61-9553-90e6a1c1b8a6" providerId="AD" clId="Web-{9DD49463-7B39-95C2-2055-847A1C1285A8}" dt="2023-08-16T14:44:05.693" v="203" actId="20577"/>
        <pc:sldMkLst>
          <pc:docMk/>
          <pc:sldMk cId="2431762895" sldId="275"/>
        </pc:sldMkLst>
      </pc:sldChg>
    </pc:docChg>
  </pc:docChgLst>
  <pc:docChgLst>
    <pc:chgData name="Avinash Arun Chauhan" userId="S::avinash.chauhan@mahindrauniversity.edu.in::241b5f3e-36f4-4c61-9553-90e6a1c1b8a6" providerId="AD" clId="Web-{44A2E82D-5913-A0C3-65A6-6BC18C19FF40}"/>
    <pc:docChg chg="addSld delSld modSld sldOrd">
      <pc:chgData name="Avinash Arun Chauhan" userId="S::avinash.chauhan@mahindrauniversity.edu.in::241b5f3e-36f4-4c61-9553-90e6a1c1b8a6" providerId="AD" clId="Web-{44A2E82D-5913-A0C3-65A6-6BC18C19FF40}" dt="2025-02-10T05:35:58.133" v="1803" actId="14100"/>
      <pc:docMkLst>
        <pc:docMk/>
      </pc:docMkLst>
      <pc:sldChg chg="modSp modNotes">
        <pc:chgData name="Avinash Arun Chauhan" userId="S::avinash.chauhan@mahindrauniversity.edu.in::241b5f3e-36f4-4c61-9553-90e6a1c1b8a6" providerId="AD" clId="Web-{44A2E82D-5913-A0C3-65A6-6BC18C19FF40}" dt="2025-02-10T04:36:34.884" v="13" actId="20577"/>
        <pc:sldMkLst>
          <pc:docMk/>
          <pc:sldMk cId="3662289297" sldId="343"/>
        </pc:sldMkLst>
      </pc:sldChg>
      <pc:sldChg chg="addSp modSp">
        <pc:chgData name="Avinash Arun Chauhan" userId="S::avinash.chauhan@mahindrauniversity.edu.in::241b5f3e-36f4-4c61-9553-90e6a1c1b8a6" providerId="AD" clId="Web-{44A2E82D-5913-A0C3-65A6-6BC18C19FF40}" dt="2025-02-10T05:05:12.143" v="806" actId="20577"/>
        <pc:sldMkLst>
          <pc:docMk/>
          <pc:sldMk cId="3379929072" sldId="344"/>
        </pc:sldMkLst>
      </pc:sldChg>
      <pc:sldChg chg="addSp modSp">
        <pc:chgData name="Avinash Arun Chauhan" userId="S::avinash.chauhan@mahindrauniversity.edu.in::241b5f3e-36f4-4c61-9553-90e6a1c1b8a6" providerId="AD" clId="Web-{44A2E82D-5913-A0C3-65A6-6BC18C19FF40}" dt="2025-02-10T05:16:29.152" v="1286" actId="20577"/>
        <pc:sldMkLst>
          <pc:docMk/>
          <pc:sldMk cId="1050131186" sldId="346"/>
        </pc:sldMkLst>
      </pc:sldChg>
      <pc:sldChg chg="del">
        <pc:chgData name="Avinash Arun Chauhan" userId="S::avinash.chauhan@mahindrauniversity.edu.in::241b5f3e-36f4-4c61-9553-90e6a1c1b8a6" providerId="AD" clId="Web-{44A2E82D-5913-A0C3-65A6-6BC18C19FF40}" dt="2025-02-10T05:21:41.874" v="1393"/>
        <pc:sldMkLst>
          <pc:docMk/>
          <pc:sldMk cId="770928017" sldId="347"/>
        </pc:sldMkLst>
      </pc:sldChg>
      <pc:sldChg chg="modSp">
        <pc:chgData name="Avinash Arun Chauhan" userId="S::avinash.chauhan@mahindrauniversity.edu.in::241b5f3e-36f4-4c61-9553-90e6a1c1b8a6" providerId="AD" clId="Web-{44A2E82D-5913-A0C3-65A6-6BC18C19FF40}" dt="2025-02-10T05:18:40.113" v="1345" actId="20577"/>
        <pc:sldMkLst>
          <pc:docMk/>
          <pc:sldMk cId="111794783" sldId="351"/>
        </pc:sldMkLst>
      </pc:sldChg>
      <pc:sldChg chg="modSp">
        <pc:chgData name="Avinash Arun Chauhan" userId="S::avinash.chauhan@mahindrauniversity.edu.in::241b5f3e-36f4-4c61-9553-90e6a1c1b8a6" providerId="AD" clId="Web-{44A2E82D-5913-A0C3-65A6-6BC18C19FF40}" dt="2025-02-10T05:09:21.158" v="1060" actId="20577"/>
        <pc:sldMkLst>
          <pc:docMk/>
          <pc:sldMk cId="3125990423" sldId="374"/>
        </pc:sldMkLst>
      </pc:sldChg>
      <pc:sldChg chg="addSp modSp">
        <pc:chgData name="Avinash Arun Chauhan" userId="S::avinash.chauhan@mahindrauniversity.edu.in::241b5f3e-36f4-4c61-9553-90e6a1c1b8a6" providerId="AD" clId="Web-{44A2E82D-5913-A0C3-65A6-6BC18C19FF40}" dt="2025-02-10T05:17:30.828" v="1304" actId="1076"/>
        <pc:sldMkLst>
          <pc:docMk/>
          <pc:sldMk cId="3407660478" sldId="381"/>
        </pc:sldMkLst>
      </pc:sldChg>
      <pc:sldChg chg="modSp mod ord modShow">
        <pc:chgData name="Avinash Arun Chauhan" userId="S::avinash.chauhan@mahindrauniversity.edu.in::241b5f3e-36f4-4c61-9553-90e6a1c1b8a6" providerId="AD" clId="Web-{44A2E82D-5913-A0C3-65A6-6BC18C19FF40}" dt="2025-02-10T04:39:00.330" v="28"/>
        <pc:sldMkLst>
          <pc:docMk/>
          <pc:sldMk cId="2224388889" sldId="416"/>
        </pc:sldMkLst>
      </pc:sldChg>
      <pc:sldChg chg="modSp">
        <pc:chgData name="Avinash Arun Chauhan" userId="S::avinash.chauhan@mahindrauniversity.edu.in::241b5f3e-36f4-4c61-9553-90e6a1c1b8a6" providerId="AD" clId="Web-{44A2E82D-5913-A0C3-65A6-6BC18C19FF40}" dt="2025-02-10T05:21:37.561" v="1392" actId="20577"/>
        <pc:sldMkLst>
          <pc:docMk/>
          <pc:sldMk cId="367148838" sldId="417"/>
        </pc:sldMkLst>
      </pc:sldChg>
      <pc:sldChg chg="addSp modSp">
        <pc:chgData name="Avinash Arun Chauhan" userId="S::avinash.chauhan@mahindrauniversity.edu.in::241b5f3e-36f4-4c61-9553-90e6a1c1b8a6" providerId="AD" clId="Web-{44A2E82D-5913-A0C3-65A6-6BC18C19FF40}" dt="2025-02-10T05:27:24.035" v="1609" actId="1076"/>
        <pc:sldMkLst>
          <pc:docMk/>
          <pc:sldMk cId="1161622595" sldId="418"/>
        </pc:sldMkLst>
      </pc:sldChg>
      <pc:sldChg chg="addSp modSp">
        <pc:chgData name="Avinash Arun Chauhan" userId="S::avinash.chauhan@mahindrauniversity.edu.in::241b5f3e-36f4-4c61-9553-90e6a1c1b8a6" providerId="AD" clId="Web-{44A2E82D-5913-A0C3-65A6-6BC18C19FF40}" dt="2025-02-10T05:18:10.049" v="1331" actId="1076"/>
        <pc:sldMkLst>
          <pc:docMk/>
          <pc:sldMk cId="1302900074" sldId="419"/>
        </pc:sldMkLst>
      </pc:sldChg>
      <pc:sldChg chg="modSp">
        <pc:chgData name="Avinash Arun Chauhan" userId="S::avinash.chauhan@mahindrauniversity.edu.in::241b5f3e-36f4-4c61-9553-90e6a1c1b8a6" providerId="AD" clId="Web-{44A2E82D-5913-A0C3-65A6-6BC18C19FF40}" dt="2025-02-10T05:19:19.334" v="1349" actId="20577"/>
        <pc:sldMkLst>
          <pc:docMk/>
          <pc:sldMk cId="4043396883" sldId="420"/>
        </pc:sldMkLst>
      </pc:sldChg>
      <pc:sldChg chg="modSp">
        <pc:chgData name="Avinash Arun Chauhan" userId="S::avinash.chauhan@mahindrauniversity.edu.in::241b5f3e-36f4-4c61-9553-90e6a1c1b8a6" providerId="AD" clId="Web-{44A2E82D-5913-A0C3-65A6-6BC18C19FF40}" dt="2025-02-10T05:19:42.882" v="1352" actId="20577"/>
        <pc:sldMkLst>
          <pc:docMk/>
          <pc:sldMk cId="3168882179" sldId="421"/>
        </pc:sldMkLst>
      </pc:sldChg>
      <pc:sldChg chg="modSp">
        <pc:chgData name="Avinash Arun Chauhan" userId="S::avinash.chauhan@mahindrauniversity.edu.in::241b5f3e-36f4-4c61-9553-90e6a1c1b8a6" providerId="AD" clId="Web-{44A2E82D-5913-A0C3-65A6-6BC18C19FF40}" dt="2025-02-10T05:20:16.166" v="1357" actId="20577"/>
        <pc:sldMkLst>
          <pc:docMk/>
          <pc:sldMk cId="2962369251" sldId="422"/>
        </pc:sldMkLst>
      </pc:sldChg>
      <pc:sldChg chg="modSp">
        <pc:chgData name="Avinash Arun Chauhan" userId="S::avinash.chauhan@mahindrauniversity.edu.in::241b5f3e-36f4-4c61-9553-90e6a1c1b8a6" providerId="AD" clId="Web-{44A2E82D-5913-A0C3-65A6-6BC18C19FF40}" dt="2025-02-10T05:20:38.105" v="1363" actId="20577"/>
        <pc:sldMkLst>
          <pc:docMk/>
          <pc:sldMk cId="2702704385" sldId="423"/>
        </pc:sldMkLst>
      </pc:sldChg>
      <pc:sldChg chg="addSp modSp">
        <pc:chgData name="Avinash Arun Chauhan" userId="S::avinash.chauhan@mahindrauniversity.edu.in::241b5f3e-36f4-4c61-9553-90e6a1c1b8a6" providerId="AD" clId="Web-{44A2E82D-5913-A0C3-65A6-6BC18C19FF40}" dt="2025-02-10T05:22:54.831" v="1395" actId="1076"/>
        <pc:sldMkLst>
          <pc:docMk/>
          <pc:sldMk cId="3039780439" sldId="424"/>
        </pc:sldMkLst>
      </pc:sldChg>
      <pc:sldChg chg="modSp">
        <pc:chgData name="Avinash Arun Chauhan" userId="S::avinash.chauhan@mahindrauniversity.edu.in::241b5f3e-36f4-4c61-9553-90e6a1c1b8a6" providerId="AD" clId="Web-{44A2E82D-5913-A0C3-65A6-6BC18C19FF40}" dt="2025-02-10T04:42:43.703" v="171" actId="20577"/>
        <pc:sldMkLst>
          <pc:docMk/>
          <pc:sldMk cId="2802681030" sldId="425"/>
        </pc:sldMkLst>
      </pc:sldChg>
      <pc:sldChg chg="modSp">
        <pc:chgData name="Avinash Arun Chauhan" userId="S::avinash.chauhan@mahindrauniversity.edu.in::241b5f3e-36f4-4c61-9553-90e6a1c1b8a6" providerId="AD" clId="Web-{44A2E82D-5913-A0C3-65A6-6BC18C19FF40}" dt="2025-02-10T04:44:17.364" v="204" actId="20577"/>
        <pc:sldMkLst>
          <pc:docMk/>
          <pc:sldMk cId="1533841355" sldId="426"/>
        </pc:sldMkLst>
      </pc:sldChg>
      <pc:sldChg chg="modSp">
        <pc:chgData name="Avinash Arun Chauhan" userId="S::avinash.chauhan@mahindrauniversity.edu.in::241b5f3e-36f4-4c61-9553-90e6a1c1b8a6" providerId="AD" clId="Web-{44A2E82D-5913-A0C3-65A6-6BC18C19FF40}" dt="2025-02-10T04:45:23.556" v="210" actId="20577"/>
        <pc:sldMkLst>
          <pc:docMk/>
          <pc:sldMk cId="4149360407" sldId="427"/>
        </pc:sldMkLst>
      </pc:sldChg>
      <pc:sldChg chg="modSp">
        <pc:chgData name="Avinash Arun Chauhan" userId="S::avinash.chauhan@mahindrauniversity.edu.in::241b5f3e-36f4-4c61-9553-90e6a1c1b8a6" providerId="AD" clId="Web-{44A2E82D-5913-A0C3-65A6-6BC18C19FF40}" dt="2025-02-10T04:47:37.423" v="240" actId="20577"/>
        <pc:sldMkLst>
          <pc:docMk/>
          <pc:sldMk cId="1668300359" sldId="429"/>
        </pc:sldMkLst>
      </pc:sldChg>
      <pc:sldChg chg="modSp">
        <pc:chgData name="Avinash Arun Chauhan" userId="S::avinash.chauhan@mahindrauniversity.edu.in::241b5f3e-36f4-4c61-9553-90e6a1c1b8a6" providerId="AD" clId="Web-{44A2E82D-5913-A0C3-65A6-6BC18C19FF40}" dt="2025-02-10T05:10:03.708" v="1068" actId="20577"/>
        <pc:sldMkLst>
          <pc:docMk/>
          <pc:sldMk cId="3049280400" sldId="431"/>
        </pc:sldMkLst>
      </pc:sldChg>
      <pc:sldChg chg="modSp">
        <pc:chgData name="Avinash Arun Chauhan" userId="S::avinash.chauhan@mahindrauniversity.edu.in::241b5f3e-36f4-4c61-9553-90e6a1c1b8a6" providerId="AD" clId="Web-{44A2E82D-5913-A0C3-65A6-6BC18C19FF40}" dt="2025-02-10T05:11:28.244" v="1093" actId="20577"/>
        <pc:sldMkLst>
          <pc:docMk/>
          <pc:sldMk cId="2490634202" sldId="433"/>
        </pc:sldMkLst>
      </pc:sldChg>
      <pc:sldChg chg="modSp">
        <pc:chgData name="Avinash Arun Chauhan" userId="S::avinash.chauhan@mahindrauniversity.edu.in::241b5f3e-36f4-4c61-9553-90e6a1c1b8a6" providerId="AD" clId="Web-{44A2E82D-5913-A0C3-65A6-6BC18C19FF40}" dt="2025-02-10T05:12:12.496" v="1097" actId="20577"/>
        <pc:sldMkLst>
          <pc:docMk/>
          <pc:sldMk cId="1484115214" sldId="434"/>
        </pc:sldMkLst>
      </pc:sldChg>
      <pc:sldChg chg="modSp">
        <pc:chgData name="Avinash Arun Chauhan" userId="S::avinash.chauhan@mahindrauniversity.edu.in::241b5f3e-36f4-4c61-9553-90e6a1c1b8a6" providerId="AD" clId="Web-{44A2E82D-5913-A0C3-65A6-6BC18C19FF40}" dt="2025-02-10T05:13:10.672" v="1133" actId="1076"/>
        <pc:sldMkLst>
          <pc:docMk/>
          <pc:sldMk cId="660463148" sldId="435"/>
        </pc:sldMkLst>
      </pc:sldChg>
      <pc:sldChg chg="modSp">
        <pc:chgData name="Avinash Arun Chauhan" userId="S::avinash.chauhan@mahindrauniversity.edu.in::241b5f3e-36f4-4c61-9553-90e6a1c1b8a6" providerId="AD" clId="Web-{44A2E82D-5913-A0C3-65A6-6BC18C19FF40}" dt="2025-02-10T05:13:33.470" v="1158" actId="20577"/>
        <pc:sldMkLst>
          <pc:docMk/>
          <pc:sldMk cId="64068537" sldId="436"/>
        </pc:sldMkLst>
      </pc:sldChg>
      <pc:sldChg chg="modSp add replId">
        <pc:chgData name="Avinash Arun Chauhan" userId="S::avinash.chauhan@mahindrauniversity.edu.in::241b5f3e-36f4-4c61-9553-90e6a1c1b8a6" providerId="AD" clId="Web-{44A2E82D-5913-A0C3-65A6-6BC18C19FF40}" dt="2025-02-10T04:52:41.380" v="590" actId="20577"/>
        <pc:sldMkLst>
          <pc:docMk/>
          <pc:sldMk cId="2756055843" sldId="438"/>
        </pc:sldMkLst>
      </pc:sldChg>
      <pc:sldChg chg="modSp add replId">
        <pc:chgData name="Avinash Arun Chauhan" userId="S::avinash.chauhan@mahindrauniversity.edu.in::241b5f3e-36f4-4c61-9553-90e6a1c1b8a6" providerId="AD" clId="Web-{44A2E82D-5913-A0C3-65A6-6BC18C19FF40}" dt="2025-02-10T04:53:31.258" v="606" actId="20577"/>
        <pc:sldMkLst>
          <pc:docMk/>
          <pc:sldMk cId="4155084074" sldId="439"/>
        </pc:sldMkLst>
      </pc:sldChg>
      <pc:sldChg chg="modSp add replId">
        <pc:chgData name="Avinash Arun Chauhan" userId="S::avinash.chauhan@mahindrauniversity.edu.in::241b5f3e-36f4-4c61-9553-90e6a1c1b8a6" providerId="AD" clId="Web-{44A2E82D-5913-A0C3-65A6-6BC18C19FF40}" dt="2025-02-10T04:54:10.838" v="625" actId="20577"/>
        <pc:sldMkLst>
          <pc:docMk/>
          <pc:sldMk cId="3895281184" sldId="440"/>
        </pc:sldMkLst>
      </pc:sldChg>
      <pc:sldChg chg="addSp delSp modSp add replId">
        <pc:chgData name="Avinash Arun Chauhan" userId="S::avinash.chauhan@mahindrauniversity.edu.in::241b5f3e-36f4-4c61-9553-90e6a1c1b8a6" providerId="AD" clId="Web-{44A2E82D-5913-A0C3-65A6-6BC18C19FF40}" dt="2025-02-10T05:08:39.421" v="1037" actId="1076"/>
        <pc:sldMkLst>
          <pc:docMk/>
          <pc:sldMk cId="2367249145" sldId="441"/>
        </pc:sldMkLst>
      </pc:sldChg>
      <pc:sldChg chg="modSp add ord replId">
        <pc:chgData name="Avinash Arun Chauhan" userId="S::avinash.chauhan@mahindrauniversity.edu.in::241b5f3e-36f4-4c61-9553-90e6a1c1b8a6" providerId="AD" clId="Web-{44A2E82D-5913-A0C3-65A6-6BC18C19FF40}" dt="2025-02-10T05:30:54.688" v="1662" actId="20577"/>
        <pc:sldMkLst>
          <pc:docMk/>
          <pc:sldMk cId="808175150" sldId="442"/>
        </pc:sldMkLst>
      </pc:sldChg>
      <pc:sldChg chg="new del">
        <pc:chgData name="Avinash Arun Chauhan" userId="S::avinash.chauhan@mahindrauniversity.edu.in::241b5f3e-36f4-4c61-9553-90e6a1c1b8a6" providerId="AD" clId="Web-{44A2E82D-5913-A0C3-65A6-6BC18C19FF40}" dt="2025-02-10T05:28:41.508" v="1611"/>
        <pc:sldMkLst>
          <pc:docMk/>
          <pc:sldMk cId="2209988166" sldId="443"/>
        </pc:sldMkLst>
      </pc:sldChg>
      <pc:sldChg chg="add del replId">
        <pc:chgData name="Avinash Arun Chauhan" userId="S::avinash.chauhan@mahindrauniversity.edu.in::241b5f3e-36f4-4c61-9553-90e6a1c1b8a6" providerId="AD" clId="Web-{44A2E82D-5913-A0C3-65A6-6BC18C19FF40}" dt="2025-02-10T05:30:56.313" v="1663"/>
        <pc:sldMkLst>
          <pc:docMk/>
          <pc:sldMk cId="3337036630" sldId="443"/>
        </pc:sldMkLst>
      </pc:sldChg>
      <pc:sldChg chg="modSp add replId">
        <pc:chgData name="Avinash Arun Chauhan" userId="S::avinash.chauhan@mahindrauniversity.edu.in::241b5f3e-36f4-4c61-9553-90e6a1c1b8a6" providerId="AD" clId="Web-{44A2E82D-5913-A0C3-65A6-6BC18C19FF40}" dt="2025-02-10T05:35:58.133" v="1803" actId="14100"/>
        <pc:sldMkLst>
          <pc:docMk/>
          <pc:sldMk cId="3642238351" sldId="443"/>
        </pc:sldMkLst>
      </pc:sldChg>
    </pc:docChg>
  </pc:docChgLst>
  <pc:docChgLst>
    <pc:chgData name="Avinash Arun Chauhan" userId="S::avinash.chauhan@mahindrauniversity.edu.in::241b5f3e-36f4-4c61-9553-90e6a1c1b8a6" providerId="AD" clId="Web-{918EF5F4-3319-5E15-1231-E46FC8C0EDC5}"/>
    <pc:docChg chg="addSld modSld sldOrd">
      <pc:chgData name="Avinash Arun Chauhan" userId="S::avinash.chauhan@mahindrauniversity.edu.in::241b5f3e-36f4-4c61-9553-90e6a1c1b8a6" providerId="AD" clId="Web-{918EF5F4-3319-5E15-1231-E46FC8C0EDC5}" dt="2025-02-17T07:01:48.787" v="1029" actId="20577"/>
      <pc:docMkLst>
        <pc:docMk/>
      </pc:docMkLst>
      <pc:sldChg chg="modSp">
        <pc:chgData name="Avinash Arun Chauhan" userId="S::avinash.chauhan@mahindrauniversity.edu.in::241b5f3e-36f4-4c61-9553-90e6a1c1b8a6" providerId="AD" clId="Web-{918EF5F4-3319-5E15-1231-E46FC8C0EDC5}" dt="2025-02-17T05:22:57.587" v="77" actId="20577"/>
        <pc:sldMkLst>
          <pc:docMk/>
          <pc:sldMk cId="3811169343" sldId="426"/>
        </pc:sldMkLst>
      </pc:sldChg>
      <pc:sldChg chg="modSp">
        <pc:chgData name="Avinash Arun Chauhan" userId="S::avinash.chauhan@mahindrauniversity.edu.in::241b5f3e-36f4-4c61-9553-90e6a1c1b8a6" providerId="AD" clId="Web-{918EF5F4-3319-5E15-1231-E46FC8C0EDC5}" dt="2025-02-17T05:27:10.515" v="97" actId="20577"/>
        <pc:sldMkLst>
          <pc:docMk/>
          <pc:sldMk cId="3686490617" sldId="429"/>
        </pc:sldMkLst>
      </pc:sldChg>
      <pc:sldChg chg="modSp">
        <pc:chgData name="Avinash Arun Chauhan" userId="S::avinash.chauhan@mahindrauniversity.edu.in::241b5f3e-36f4-4c61-9553-90e6a1c1b8a6" providerId="AD" clId="Web-{918EF5F4-3319-5E15-1231-E46FC8C0EDC5}" dt="2025-02-17T07:00:30.286" v="1023" actId="20577"/>
        <pc:sldMkLst>
          <pc:docMk/>
          <pc:sldMk cId="86552837" sldId="430"/>
        </pc:sldMkLst>
      </pc:sldChg>
      <pc:sldChg chg="modSp">
        <pc:chgData name="Avinash Arun Chauhan" userId="S::avinash.chauhan@mahindrauniversity.edu.in::241b5f3e-36f4-4c61-9553-90e6a1c1b8a6" providerId="AD" clId="Web-{918EF5F4-3319-5E15-1231-E46FC8C0EDC5}" dt="2025-02-17T05:37:48.185" v="192" actId="20577"/>
        <pc:sldMkLst>
          <pc:docMk/>
          <pc:sldMk cId="430656824" sldId="432"/>
        </pc:sldMkLst>
      </pc:sldChg>
      <pc:sldChg chg="modSp">
        <pc:chgData name="Avinash Arun Chauhan" userId="S::avinash.chauhan@mahindrauniversity.edu.in::241b5f3e-36f4-4c61-9553-90e6a1c1b8a6" providerId="AD" clId="Web-{918EF5F4-3319-5E15-1231-E46FC8C0EDC5}" dt="2025-02-17T05:40:54.908" v="253" actId="20577"/>
        <pc:sldMkLst>
          <pc:docMk/>
          <pc:sldMk cId="2336727406" sldId="433"/>
        </pc:sldMkLst>
      </pc:sldChg>
      <pc:sldChg chg="modSp">
        <pc:chgData name="Avinash Arun Chauhan" userId="S::avinash.chauhan@mahindrauniversity.edu.in::241b5f3e-36f4-4c61-9553-90e6a1c1b8a6" providerId="AD" clId="Web-{918EF5F4-3319-5E15-1231-E46FC8C0EDC5}" dt="2025-02-17T05:43:32.739" v="257" actId="20577"/>
        <pc:sldMkLst>
          <pc:docMk/>
          <pc:sldMk cId="2554666538" sldId="435"/>
        </pc:sldMkLst>
      </pc:sldChg>
      <pc:sldChg chg="modSp">
        <pc:chgData name="Avinash Arun Chauhan" userId="S::avinash.chauhan@mahindrauniversity.edu.in::241b5f3e-36f4-4c61-9553-90e6a1c1b8a6" providerId="AD" clId="Web-{918EF5F4-3319-5E15-1231-E46FC8C0EDC5}" dt="2025-02-17T06:02:57.406" v="314" actId="20577"/>
        <pc:sldMkLst>
          <pc:docMk/>
          <pc:sldMk cId="620991165" sldId="437"/>
        </pc:sldMkLst>
      </pc:sldChg>
      <pc:sldChg chg="modSp">
        <pc:chgData name="Avinash Arun Chauhan" userId="S::avinash.chauhan@mahindrauniversity.edu.in::241b5f3e-36f4-4c61-9553-90e6a1c1b8a6" providerId="AD" clId="Web-{918EF5F4-3319-5E15-1231-E46FC8C0EDC5}" dt="2025-02-17T06:02:29.499" v="305" actId="20577"/>
        <pc:sldMkLst>
          <pc:docMk/>
          <pc:sldMk cId="685589665" sldId="439"/>
        </pc:sldMkLst>
      </pc:sldChg>
      <pc:sldChg chg="modSp">
        <pc:chgData name="Avinash Arun Chauhan" userId="S::avinash.chauhan@mahindrauniversity.edu.in::241b5f3e-36f4-4c61-9553-90e6a1c1b8a6" providerId="AD" clId="Web-{918EF5F4-3319-5E15-1231-E46FC8C0EDC5}" dt="2025-02-17T06:04:38.361" v="316" actId="20577"/>
        <pc:sldMkLst>
          <pc:docMk/>
          <pc:sldMk cId="2422187861" sldId="444"/>
        </pc:sldMkLst>
      </pc:sldChg>
      <pc:sldChg chg="modSp add replId modNotes">
        <pc:chgData name="Avinash Arun Chauhan" userId="S::avinash.chauhan@mahindrauniversity.edu.in::241b5f3e-36f4-4c61-9553-90e6a1c1b8a6" providerId="AD" clId="Web-{918EF5F4-3319-5E15-1231-E46FC8C0EDC5}" dt="2025-02-17T05:36:45.809" v="173" actId="20577"/>
        <pc:sldMkLst>
          <pc:docMk/>
          <pc:sldMk cId="2918292430" sldId="447"/>
        </pc:sldMkLst>
      </pc:sldChg>
      <pc:sldChg chg="modSp add replId">
        <pc:chgData name="Avinash Arun Chauhan" userId="S::avinash.chauhan@mahindrauniversity.edu.in::241b5f3e-36f4-4c61-9553-90e6a1c1b8a6" providerId="AD" clId="Web-{918EF5F4-3319-5E15-1231-E46FC8C0EDC5}" dt="2025-02-17T05:40:04.735" v="236" actId="20577"/>
        <pc:sldMkLst>
          <pc:docMk/>
          <pc:sldMk cId="1068902488" sldId="448"/>
        </pc:sldMkLst>
      </pc:sldChg>
      <pc:sldChg chg="addSp delSp modSp add replId">
        <pc:chgData name="Avinash Arun Chauhan" userId="S::avinash.chauhan@mahindrauniversity.edu.in::241b5f3e-36f4-4c61-9553-90e6a1c1b8a6" providerId="AD" clId="Web-{918EF5F4-3319-5E15-1231-E46FC8C0EDC5}" dt="2025-02-17T06:07:02.192" v="356" actId="1076"/>
        <pc:sldMkLst>
          <pc:docMk/>
          <pc:sldMk cId="544750727" sldId="449"/>
        </pc:sldMkLst>
      </pc:sldChg>
      <pc:sldChg chg="modSp add ord replId">
        <pc:chgData name="Avinash Arun Chauhan" userId="S::avinash.chauhan@mahindrauniversity.edu.in::241b5f3e-36f4-4c61-9553-90e6a1c1b8a6" providerId="AD" clId="Web-{918EF5F4-3319-5E15-1231-E46FC8C0EDC5}" dt="2025-02-17T06:15:56.735" v="554" actId="20577"/>
        <pc:sldMkLst>
          <pc:docMk/>
          <pc:sldMk cId="1620686835" sldId="450"/>
        </pc:sldMkLst>
      </pc:sldChg>
      <pc:sldChg chg="modSp add replId">
        <pc:chgData name="Avinash Arun Chauhan" userId="S::avinash.chauhan@mahindrauniversity.edu.in::241b5f3e-36f4-4c61-9553-90e6a1c1b8a6" providerId="AD" clId="Web-{918EF5F4-3319-5E15-1231-E46FC8C0EDC5}" dt="2025-02-17T06:13:04.028" v="514" actId="20577"/>
        <pc:sldMkLst>
          <pc:docMk/>
          <pc:sldMk cId="3155866144" sldId="451"/>
        </pc:sldMkLst>
      </pc:sldChg>
      <pc:sldChg chg="modSp add ord replId">
        <pc:chgData name="Avinash Arun Chauhan" userId="S::avinash.chauhan@mahindrauniversity.edu.in::241b5f3e-36f4-4c61-9553-90e6a1c1b8a6" providerId="AD" clId="Web-{918EF5F4-3319-5E15-1231-E46FC8C0EDC5}" dt="2025-02-17T07:01:48.787" v="1029" actId="20577"/>
        <pc:sldMkLst>
          <pc:docMk/>
          <pc:sldMk cId="3007920269" sldId="452"/>
        </pc:sldMkLst>
      </pc:sldChg>
      <pc:sldChg chg="modSp add ord replId">
        <pc:chgData name="Avinash Arun Chauhan" userId="S::avinash.chauhan@mahindrauniversity.edu.in::241b5f3e-36f4-4c61-9553-90e6a1c1b8a6" providerId="AD" clId="Web-{918EF5F4-3319-5E15-1231-E46FC8C0EDC5}" dt="2025-02-17T06:20:47.476" v="658" actId="20577"/>
        <pc:sldMkLst>
          <pc:docMk/>
          <pc:sldMk cId="603496316" sldId="453"/>
        </pc:sldMkLst>
      </pc:sldChg>
      <pc:sldChg chg="addSp modSp add replId">
        <pc:chgData name="Avinash Arun Chauhan" userId="S::avinash.chauhan@mahindrauniversity.edu.in::241b5f3e-36f4-4c61-9553-90e6a1c1b8a6" providerId="AD" clId="Web-{918EF5F4-3319-5E15-1231-E46FC8C0EDC5}" dt="2025-02-17T06:22:22.884" v="701" actId="1076"/>
        <pc:sldMkLst>
          <pc:docMk/>
          <pc:sldMk cId="1631076798" sldId="454"/>
        </pc:sldMkLst>
      </pc:sldChg>
      <pc:sldChg chg="modSp add ord replId">
        <pc:chgData name="Avinash Arun Chauhan" userId="S::avinash.chauhan@mahindrauniversity.edu.in::241b5f3e-36f4-4c61-9553-90e6a1c1b8a6" providerId="AD" clId="Web-{918EF5F4-3319-5E15-1231-E46FC8C0EDC5}" dt="2025-02-17T06:31:36.116" v="881" actId="20577"/>
        <pc:sldMkLst>
          <pc:docMk/>
          <pc:sldMk cId="2023183045" sldId="455"/>
        </pc:sldMkLst>
      </pc:sldChg>
      <pc:sldChg chg="modSp add replId">
        <pc:chgData name="Avinash Arun Chauhan" userId="S::avinash.chauhan@mahindrauniversity.edu.in::241b5f3e-36f4-4c61-9553-90e6a1c1b8a6" providerId="AD" clId="Web-{918EF5F4-3319-5E15-1231-E46FC8C0EDC5}" dt="2025-02-17T06:34:02.588" v="1020" actId="20577"/>
        <pc:sldMkLst>
          <pc:docMk/>
          <pc:sldMk cId="963676731" sldId="456"/>
        </pc:sldMkLst>
      </pc:sldChg>
      <pc:sldChg chg="modSp add replId">
        <pc:chgData name="Avinash Arun Chauhan" userId="S::avinash.chauhan@mahindrauniversity.edu.in::241b5f3e-36f4-4c61-9553-90e6a1c1b8a6" providerId="AD" clId="Web-{918EF5F4-3319-5E15-1231-E46FC8C0EDC5}" dt="2025-02-17T06:33:20.524" v="989" actId="20577"/>
        <pc:sldMkLst>
          <pc:docMk/>
          <pc:sldMk cId="1913081862" sldId="457"/>
        </pc:sldMkLst>
      </pc:sldChg>
      <pc:sldChg chg="modSp add replId">
        <pc:chgData name="Avinash Arun Chauhan" userId="S::avinash.chauhan@mahindrauniversity.edu.in::241b5f3e-36f4-4c61-9553-90e6a1c1b8a6" providerId="AD" clId="Web-{918EF5F4-3319-5E15-1231-E46FC8C0EDC5}" dt="2025-02-17T06:33:56.587" v="1018" actId="20577"/>
        <pc:sldMkLst>
          <pc:docMk/>
          <pc:sldMk cId="76133212" sldId="458"/>
        </pc:sldMkLst>
      </pc:sldChg>
    </pc:docChg>
  </pc:docChgLst>
  <pc:docChgLst>
    <pc:chgData name="Avinash Arun Chauhan" userId="S::avinash.chauhan@mahindrauniversity.edu.in::241b5f3e-36f4-4c61-9553-90e6a1c1b8a6" providerId="AD" clId="Web-{6A025F63-E258-B2A8-A181-544259F2AA8D}"/>
    <pc:docChg chg="modSld">
      <pc:chgData name="Avinash Arun Chauhan" userId="S::avinash.chauhan@mahindrauniversity.edu.in::241b5f3e-36f4-4c61-9553-90e6a1c1b8a6" providerId="AD" clId="Web-{6A025F63-E258-B2A8-A181-544259F2AA8D}" dt="2024-07-30T07:51:12.184" v="133" actId="20577"/>
      <pc:docMkLst>
        <pc:docMk/>
      </pc:docMkLst>
      <pc:sldChg chg="modSp">
        <pc:chgData name="Avinash Arun Chauhan" userId="S::avinash.chauhan@mahindrauniversity.edu.in::241b5f3e-36f4-4c61-9553-90e6a1c1b8a6" providerId="AD" clId="Web-{6A025F63-E258-B2A8-A181-544259F2AA8D}" dt="2024-07-30T07:51:12.184" v="133" actId="20577"/>
        <pc:sldMkLst>
          <pc:docMk/>
          <pc:sldMk cId="2029719128" sldId="274"/>
        </pc:sldMkLst>
      </pc:sldChg>
    </pc:docChg>
  </pc:docChgLst>
  <pc:docChgLst>
    <pc:chgData name="Avinash Arun Chauhan" userId="S::avinash.chauhan@mahindrauniversity.edu.in::241b5f3e-36f4-4c61-9553-90e6a1c1b8a6" providerId="AD" clId="Web-{84EFA9F9-CA77-6BA9-AA77-08DC39A85BEC}"/>
    <pc:docChg chg="addSld modSld sldOrd">
      <pc:chgData name="Avinash Arun Chauhan" userId="S::avinash.chauhan@mahindrauniversity.edu.in::241b5f3e-36f4-4c61-9553-90e6a1c1b8a6" providerId="AD" clId="Web-{84EFA9F9-CA77-6BA9-AA77-08DC39A85BEC}" dt="2025-02-27T11:56:26.118" v="81" actId="1076"/>
      <pc:docMkLst>
        <pc:docMk/>
      </pc:docMkLst>
      <pc:sldChg chg="modSp add replId">
        <pc:chgData name="Avinash Arun Chauhan" userId="S::avinash.chauhan@mahindrauniversity.edu.in::241b5f3e-36f4-4c61-9553-90e6a1c1b8a6" providerId="AD" clId="Web-{84EFA9F9-CA77-6BA9-AA77-08DC39A85BEC}" dt="2025-02-27T11:47:40.192" v="9" actId="20577"/>
        <pc:sldMkLst>
          <pc:docMk/>
          <pc:sldMk cId="1056610447" sldId="455"/>
        </pc:sldMkLst>
        <pc:spChg chg="mod">
          <ac:chgData name="Avinash Arun Chauhan" userId="S::avinash.chauhan@mahindrauniversity.edu.in::241b5f3e-36f4-4c61-9553-90e6a1c1b8a6" providerId="AD" clId="Web-{84EFA9F9-CA77-6BA9-AA77-08DC39A85BEC}" dt="2025-02-27T11:47:40.192" v="9" actId="20577"/>
          <ac:spMkLst>
            <pc:docMk/>
            <pc:sldMk cId="1056610447" sldId="455"/>
            <ac:spMk id="3" creationId="{0FCECC4F-13CA-96EB-92DD-D934E7AE0FC9}"/>
          </ac:spMkLst>
        </pc:spChg>
      </pc:sldChg>
      <pc:sldChg chg="addSp delSp modSp add ord replId">
        <pc:chgData name="Avinash Arun Chauhan" userId="S::avinash.chauhan@mahindrauniversity.edu.in::241b5f3e-36f4-4c61-9553-90e6a1c1b8a6" providerId="AD" clId="Web-{84EFA9F9-CA77-6BA9-AA77-08DC39A85BEC}" dt="2025-02-27T11:54:05.941" v="43" actId="20577"/>
        <pc:sldMkLst>
          <pc:docMk/>
          <pc:sldMk cId="3151237808" sldId="456"/>
        </pc:sldMkLst>
        <pc:spChg chg="mod">
          <ac:chgData name="Avinash Arun Chauhan" userId="S::avinash.chauhan@mahindrauniversity.edu.in::241b5f3e-36f4-4c61-9553-90e6a1c1b8a6" providerId="AD" clId="Web-{84EFA9F9-CA77-6BA9-AA77-08DC39A85BEC}" dt="2025-02-27T11:54:05.941" v="43" actId="20577"/>
          <ac:spMkLst>
            <pc:docMk/>
            <pc:sldMk cId="3151237808" sldId="456"/>
            <ac:spMk id="2" creationId="{89AEA37B-39D7-CF81-4610-52E45102338A}"/>
          </ac:spMkLst>
        </pc:spChg>
        <pc:picChg chg="del">
          <ac:chgData name="Avinash Arun Chauhan" userId="S::avinash.chauhan@mahindrauniversity.edu.in::241b5f3e-36f4-4c61-9553-90e6a1c1b8a6" providerId="AD" clId="Web-{84EFA9F9-CA77-6BA9-AA77-08DC39A85BEC}" dt="2025-02-27T11:48:01.506" v="26"/>
          <ac:picMkLst>
            <pc:docMk/>
            <pc:sldMk cId="3151237808" sldId="456"/>
            <ac:picMk id="3" creationId="{54BABDCF-7982-44B9-A03F-30B90D40B17E}"/>
          </ac:picMkLst>
        </pc:picChg>
        <pc:picChg chg="add mod modCrop">
          <ac:chgData name="Avinash Arun Chauhan" userId="S::avinash.chauhan@mahindrauniversity.edu.in::241b5f3e-36f4-4c61-9553-90e6a1c1b8a6" providerId="AD" clId="Web-{84EFA9F9-CA77-6BA9-AA77-08DC39A85BEC}" dt="2025-02-27T11:49:01.148" v="33" actId="14100"/>
          <ac:picMkLst>
            <pc:docMk/>
            <pc:sldMk cId="3151237808" sldId="456"/>
            <ac:picMk id="4" creationId="{4E9E0425-AF95-0A5A-089E-E010F0F39BEF}"/>
          </ac:picMkLst>
        </pc:picChg>
      </pc:sldChg>
      <pc:sldChg chg="addSp delSp modSp add replId">
        <pc:chgData name="Avinash Arun Chauhan" userId="S::avinash.chauhan@mahindrauniversity.edu.in::241b5f3e-36f4-4c61-9553-90e6a1c1b8a6" providerId="AD" clId="Web-{84EFA9F9-CA77-6BA9-AA77-08DC39A85BEC}" dt="2025-02-27T11:56:26.118" v="81" actId="1076"/>
        <pc:sldMkLst>
          <pc:docMk/>
          <pc:sldMk cId="3425558394" sldId="457"/>
        </pc:sldMkLst>
        <pc:spChg chg="mod">
          <ac:chgData name="Avinash Arun Chauhan" userId="S::avinash.chauhan@mahindrauniversity.edu.in::241b5f3e-36f4-4c61-9553-90e6a1c1b8a6" providerId="AD" clId="Web-{84EFA9F9-CA77-6BA9-AA77-08DC39A85BEC}" dt="2025-02-27T11:54:58.662" v="68" actId="1076"/>
          <ac:spMkLst>
            <pc:docMk/>
            <pc:sldMk cId="3425558394" sldId="457"/>
            <ac:spMk id="2" creationId="{C8B06605-B8E8-890C-2663-723F492CD8C4}"/>
          </ac:spMkLst>
        </pc:spChg>
        <pc:picChg chg="add mod modCrop">
          <ac:chgData name="Avinash Arun Chauhan" userId="S::avinash.chauhan@mahindrauniversity.edu.in::241b5f3e-36f4-4c61-9553-90e6a1c1b8a6" providerId="AD" clId="Web-{84EFA9F9-CA77-6BA9-AA77-08DC39A85BEC}" dt="2025-02-27T11:55:44.132" v="75" actId="1076"/>
          <ac:picMkLst>
            <pc:docMk/>
            <pc:sldMk cId="3425558394" sldId="457"/>
            <ac:picMk id="3" creationId="{266151CF-1CEB-1C52-DA3E-E10AC5E004E1}"/>
          </ac:picMkLst>
        </pc:picChg>
        <pc:picChg chg="del">
          <ac:chgData name="Avinash Arun Chauhan" userId="S::avinash.chauhan@mahindrauniversity.edu.in::241b5f3e-36f4-4c61-9553-90e6a1c1b8a6" providerId="AD" clId="Web-{84EFA9F9-CA77-6BA9-AA77-08DC39A85BEC}" dt="2025-02-27T11:55:00.459" v="69"/>
          <ac:picMkLst>
            <pc:docMk/>
            <pc:sldMk cId="3425558394" sldId="457"/>
            <ac:picMk id="4" creationId="{3A341BA8-9432-0AE7-754C-E6529FC9796C}"/>
          </ac:picMkLst>
        </pc:picChg>
        <pc:picChg chg="add mod modCrop">
          <ac:chgData name="Avinash Arun Chauhan" userId="S::avinash.chauhan@mahindrauniversity.edu.in::241b5f3e-36f4-4c61-9553-90e6a1c1b8a6" providerId="AD" clId="Web-{84EFA9F9-CA77-6BA9-AA77-08DC39A85BEC}" dt="2025-02-27T11:56:26.118" v="81" actId="1076"/>
          <ac:picMkLst>
            <pc:docMk/>
            <pc:sldMk cId="3425558394" sldId="457"/>
            <ac:picMk id="5" creationId="{F5E8A258-89B6-AFB1-C183-FE4B22AE82AB}"/>
          </ac:picMkLst>
        </pc:picChg>
      </pc:sldChg>
    </pc:docChg>
  </pc:docChgLst>
  <pc:docChgLst>
    <pc:chgData name="Avinash Arun Chauhan" userId="S::avinash.chauhan@mahindrauniversity.edu.in::241b5f3e-36f4-4c61-9553-90e6a1c1b8a6" providerId="AD" clId="Web-{BCD9C841-720A-B737-8E7E-4088DFBD0957}"/>
    <pc:docChg chg="addSld delSld modSld sldOrd">
      <pc:chgData name="Avinash Arun Chauhan" userId="S::avinash.chauhan@mahindrauniversity.edu.in::241b5f3e-36f4-4c61-9553-90e6a1c1b8a6" providerId="AD" clId="Web-{BCD9C841-720A-B737-8E7E-4088DFBD0957}" dt="2025-01-31T07:24:43.144" v="1838"/>
      <pc:docMkLst>
        <pc:docMk/>
      </pc:docMkLst>
      <pc:sldChg chg="add del">
        <pc:chgData name="Avinash Arun Chauhan" userId="S::avinash.chauhan@mahindrauniversity.edu.in::241b5f3e-36f4-4c61-9553-90e6a1c1b8a6" providerId="AD" clId="Web-{BCD9C841-720A-B737-8E7E-4088DFBD0957}" dt="2025-01-31T06:31:54.597" v="1425"/>
        <pc:sldMkLst>
          <pc:docMk/>
          <pc:sldMk cId="1540275285" sldId="256"/>
        </pc:sldMkLst>
      </pc:sldChg>
      <pc:sldChg chg="del">
        <pc:chgData name="Avinash Arun Chauhan" userId="S::avinash.chauhan@mahindrauniversity.edu.in::241b5f3e-36f4-4c61-9553-90e6a1c1b8a6" providerId="AD" clId="Web-{BCD9C841-720A-B737-8E7E-4088DFBD0957}" dt="2025-01-31T04:58:58.708" v="0"/>
        <pc:sldMkLst>
          <pc:docMk/>
          <pc:sldMk cId="663222757" sldId="318"/>
        </pc:sldMkLst>
      </pc:sldChg>
      <pc:sldChg chg="del">
        <pc:chgData name="Avinash Arun Chauhan" userId="S::avinash.chauhan@mahindrauniversity.edu.in::241b5f3e-36f4-4c61-9553-90e6a1c1b8a6" providerId="AD" clId="Web-{BCD9C841-720A-B737-8E7E-4088DFBD0957}" dt="2025-01-31T04:58:59.583" v="1"/>
        <pc:sldMkLst>
          <pc:docMk/>
          <pc:sldMk cId="858546598" sldId="336"/>
        </pc:sldMkLst>
      </pc:sldChg>
      <pc:sldChg chg="del">
        <pc:chgData name="Avinash Arun Chauhan" userId="S::avinash.chauhan@mahindrauniversity.edu.in::241b5f3e-36f4-4c61-9553-90e6a1c1b8a6" providerId="AD" clId="Web-{BCD9C841-720A-B737-8E7E-4088DFBD0957}" dt="2025-01-31T04:59:06.271" v="8"/>
        <pc:sldMkLst>
          <pc:docMk/>
          <pc:sldMk cId="2542694259" sldId="340"/>
        </pc:sldMkLst>
      </pc:sldChg>
      <pc:sldChg chg="del">
        <pc:chgData name="Avinash Arun Chauhan" userId="S::avinash.chauhan@mahindrauniversity.edu.in::241b5f3e-36f4-4c61-9553-90e6a1c1b8a6" providerId="AD" clId="Web-{BCD9C841-720A-B737-8E7E-4088DFBD0957}" dt="2025-01-31T04:59:07.411" v="9"/>
        <pc:sldMkLst>
          <pc:docMk/>
          <pc:sldMk cId="3703910383" sldId="341"/>
        </pc:sldMkLst>
      </pc:sldChg>
      <pc:sldChg chg="del">
        <pc:chgData name="Avinash Arun Chauhan" userId="S::avinash.chauhan@mahindrauniversity.edu.in::241b5f3e-36f4-4c61-9553-90e6a1c1b8a6" providerId="AD" clId="Web-{BCD9C841-720A-B737-8E7E-4088DFBD0957}" dt="2025-01-31T04:59:08.318" v="10"/>
        <pc:sldMkLst>
          <pc:docMk/>
          <pc:sldMk cId="1499174930" sldId="342"/>
        </pc:sldMkLst>
      </pc:sldChg>
      <pc:sldChg chg="modSp">
        <pc:chgData name="Avinash Arun Chauhan" userId="S::avinash.chauhan@mahindrauniversity.edu.in::241b5f3e-36f4-4c61-9553-90e6a1c1b8a6" providerId="AD" clId="Web-{BCD9C841-720A-B737-8E7E-4088DFBD0957}" dt="2025-01-31T05:16:14.561" v="94" actId="20577"/>
        <pc:sldMkLst>
          <pc:docMk/>
          <pc:sldMk cId="3662289297" sldId="343"/>
        </pc:sldMkLst>
      </pc:sldChg>
      <pc:sldChg chg="modSp">
        <pc:chgData name="Avinash Arun Chauhan" userId="S::avinash.chauhan@mahindrauniversity.edu.in::241b5f3e-36f4-4c61-9553-90e6a1c1b8a6" providerId="AD" clId="Web-{BCD9C841-720A-B737-8E7E-4088DFBD0957}" dt="2025-01-31T05:46:16.925" v="224" actId="20577"/>
        <pc:sldMkLst>
          <pc:docMk/>
          <pc:sldMk cId="3379929072" sldId="344"/>
        </pc:sldMkLst>
      </pc:sldChg>
      <pc:sldChg chg="modSp">
        <pc:chgData name="Avinash Arun Chauhan" userId="S::avinash.chauhan@mahindrauniversity.edu.in::241b5f3e-36f4-4c61-9553-90e6a1c1b8a6" providerId="AD" clId="Web-{BCD9C841-720A-B737-8E7E-4088DFBD0957}" dt="2025-01-31T05:49:52.112" v="399" actId="14100"/>
        <pc:sldMkLst>
          <pc:docMk/>
          <pc:sldMk cId="3804487949" sldId="345"/>
        </pc:sldMkLst>
      </pc:sldChg>
      <pc:sldChg chg="modSp">
        <pc:chgData name="Avinash Arun Chauhan" userId="S::avinash.chauhan@mahindrauniversity.edu.in::241b5f3e-36f4-4c61-9553-90e6a1c1b8a6" providerId="AD" clId="Web-{BCD9C841-720A-B737-8E7E-4088DFBD0957}" dt="2025-01-31T05:54:24.440" v="453" actId="20577"/>
        <pc:sldMkLst>
          <pc:docMk/>
          <pc:sldMk cId="1050131186" sldId="346"/>
        </pc:sldMkLst>
      </pc:sldChg>
      <pc:sldChg chg="modSp ord">
        <pc:chgData name="Avinash Arun Chauhan" userId="S::avinash.chauhan@mahindrauniversity.edu.in::241b5f3e-36f4-4c61-9553-90e6a1c1b8a6" providerId="AD" clId="Web-{BCD9C841-720A-B737-8E7E-4088DFBD0957}" dt="2025-01-31T06:37:16.706" v="1539"/>
        <pc:sldMkLst>
          <pc:docMk/>
          <pc:sldMk cId="770928017" sldId="347"/>
        </pc:sldMkLst>
      </pc:sldChg>
      <pc:sldChg chg="addSp delSp modSp">
        <pc:chgData name="Avinash Arun Chauhan" userId="S::avinash.chauhan@mahindrauniversity.edu.in::241b5f3e-36f4-4c61-9553-90e6a1c1b8a6" providerId="AD" clId="Web-{BCD9C841-720A-B737-8E7E-4088DFBD0957}" dt="2025-01-31T05:58:13.690" v="615" actId="1076"/>
        <pc:sldMkLst>
          <pc:docMk/>
          <pc:sldMk cId="4166520187" sldId="348"/>
        </pc:sldMkLst>
      </pc:sldChg>
      <pc:sldChg chg="del">
        <pc:chgData name="Avinash Arun Chauhan" userId="S::avinash.chauhan@mahindrauniversity.edu.in::241b5f3e-36f4-4c61-9553-90e6a1c1b8a6" providerId="AD" clId="Web-{BCD9C841-720A-B737-8E7E-4088DFBD0957}" dt="2025-01-31T06:05:45.206" v="1083"/>
        <pc:sldMkLst>
          <pc:docMk/>
          <pc:sldMk cId="2115772716" sldId="349"/>
        </pc:sldMkLst>
      </pc:sldChg>
      <pc:sldChg chg="addSp delSp modSp">
        <pc:chgData name="Avinash Arun Chauhan" userId="S::avinash.chauhan@mahindrauniversity.edu.in::241b5f3e-36f4-4c61-9553-90e6a1c1b8a6" providerId="AD" clId="Web-{BCD9C841-720A-B737-8E7E-4088DFBD0957}" dt="2025-01-31T06:07:16.675" v="1140" actId="20577"/>
        <pc:sldMkLst>
          <pc:docMk/>
          <pc:sldMk cId="3686163997" sldId="350"/>
        </pc:sldMkLst>
      </pc:sldChg>
      <pc:sldChg chg="modSp">
        <pc:chgData name="Avinash Arun Chauhan" userId="S::avinash.chauhan@mahindrauniversity.edu.in::241b5f3e-36f4-4c61-9553-90e6a1c1b8a6" providerId="AD" clId="Web-{BCD9C841-720A-B737-8E7E-4088DFBD0957}" dt="2025-01-31T06:09:50.034" v="1163" actId="14100"/>
        <pc:sldMkLst>
          <pc:docMk/>
          <pc:sldMk cId="111794783" sldId="351"/>
        </pc:sldMkLst>
      </pc:sldChg>
      <pc:sldChg chg="modSp">
        <pc:chgData name="Avinash Arun Chauhan" userId="S::avinash.chauhan@mahindrauniversity.edu.in::241b5f3e-36f4-4c61-9553-90e6a1c1b8a6" providerId="AD" clId="Web-{BCD9C841-720A-B737-8E7E-4088DFBD0957}" dt="2025-01-31T06:11:11.284" v="1191" actId="20577"/>
        <pc:sldMkLst>
          <pc:docMk/>
          <pc:sldMk cId="1807025913" sldId="352"/>
        </pc:sldMkLst>
      </pc:sldChg>
      <pc:sldChg chg="addSp delSp modSp">
        <pc:chgData name="Avinash Arun Chauhan" userId="S::avinash.chauhan@mahindrauniversity.edu.in::241b5f3e-36f4-4c61-9553-90e6a1c1b8a6" providerId="AD" clId="Web-{BCD9C841-720A-B737-8E7E-4088DFBD0957}" dt="2025-01-31T06:27:33.003" v="1376" actId="1076"/>
        <pc:sldMkLst>
          <pc:docMk/>
          <pc:sldMk cId="3509781182" sldId="353"/>
        </pc:sldMkLst>
      </pc:sldChg>
      <pc:sldChg chg="modSp">
        <pc:chgData name="Avinash Arun Chauhan" userId="S::avinash.chauhan@mahindrauniversity.edu.in::241b5f3e-36f4-4c61-9553-90e6a1c1b8a6" providerId="AD" clId="Web-{BCD9C841-720A-B737-8E7E-4088DFBD0957}" dt="2025-01-31T06:31:33.612" v="1414" actId="20577"/>
        <pc:sldMkLst>
          <pc:docMk/>
          <pc:sldMk cId="1291515926" sldId="354"/>
        </pc:sldMkLst>
      </pc:sldChg>
      <pc:sldChg chg="modSp">
        <pc:chgData name="Avinash Arun Chauhan" userId="S::avinash.chauhan@mahindrauniversity.edu.in::241b5f3e-36f4-4c61-9553-90e6a1c1b8a6" providerId="AD" clId="Web-{BCD9C841-720A-B737-8E7E-4088DFBD0957}" dt="2025-01-31T07:24:34.628" v="1831" actId="20577"/>
        <pc:sldMkLst>
          <pc:docMk/>
          <pc:sldMk cId="1153999674" sldId="355"/>
        </pc:sldMkLst>
      </pc:sldChg>
      <pc:sldChg chg="del">
        <pc:chgData name="Avinash Arun Chauhan" userId="S::avinash.chauhan@mahindrauniversity.edu.in::241b5f3e-36f4-4c61-9553-90e6a1c1b8a6" providerId="AD" clId="Web-{BCD9C841-720A-B737-8E7E-4088DFBD0957}" dt="2025-01-31T07:24:42.425" v="1837"/>
        <pc:sldMkLst>
          <pc:docMk/>
          <pc:sldMk cId="3401666456" sldId="356"/>
        </pc:sldMkLst>
      </pc:sldChg>
      <pc:sldChg chg="del">
        <pc:chgData name="Avinash Arun Chauhan" userId="S::avinash.chauhan@mahindrauniversity.edu.in::241b5f3e-36f4-4c61-9553-90e6a1c1b8a6" providerId="AD" clId="Web-{BCD9C841-720A-B737-8E7E-4088DFBD0957}" dt="2025-01-31T07:24:36.660" v="1832"/>
        <pc:sldMkLst>
          <pc:docMk/>
          <pc:sldMk cId="4056035360" sldId="357"/>
        </pc:sldMkLst>
      </pc:sldChg>
      <pc:sldChg chg="del">
        <pc:chgData name="Avinash Arun Chauhan" userId="S::avinash.chauhan@mahindrauniversity.edu.in::241b5f3e-36f4-4c61-9553-90e6a1c1b8a6" providerId="AD" clId="Web-{BCD9C841-720A-B737-8E7E-4088DFBD0957}" dt="2025-01-31T06:08:15.972" v="1141"/>
        <pc:sldMkLst>
          <pc:docMk/>
          <pc:sldMk cId="1406407962" sldId="358"/>
        </pc:sldMkLst>
      </pc:sldChg>
      <pc:sldChg chg="del">
        <pc:chgData name="Avinash Arun Chauhan" userId="S::avinash.chauhan@mahindrauniversity.edu.in::241b5f3e-36f4-4c61-9553-90e6a1c1b8a6" providerId="AD" clId="Web-{BCD9C841-720A-B737-8E7E-4088DFBD0957}" dt="2025-01-31T07:24:38.144" v="1833"/>
        <pc:sldMkLst>
          <pc:docMk/>
          <pc:sldMk cId="2151911027" sldId="359"/>
        </pc:sldMkLst>
      </pc:sldChg>
      <pc:sldChg chg="del">
        <pc:chgData name="Avinash Arun Chauhan" userId="S::avinash.chauhan@mahindrauniversity.edu.in::241b5f3e-36f4-4c61-9553-90e6a1c1b8a6" providerId="AD" clId="Web-{BCD9C841-720A-B737-8E7E-4088DFBD0957}" dt="2025-01-31T07:24:38.988" v="1834"/>
        <pc:sldMkLst>
          <pc:docMk/>
          <pc:sldMk cId="1387188195" sldId="360"/>
        </pc:sldMkLst>
      </pc:sldChg>
      <pc:sldChg chg="del">
        <pc:chgData name="Avinash Arun Chauhan" userId="S::avinash.chauhan@mahindrauniversity.edu.in::241b5f3e-36f4-4c61-9553-90e6a1c1b8a6" providerId="AD" clId="Web-{BCD9C841-720A-B737-8E7E-4088DFBD0957}" dt="2025-01-31T04:59:20.584" v="15"/>
        <pc:sldMkLst>
          <pc:docMk/>
          <pc:sldMk cId="1104067534" sldId="361"/>
        </pc:sldMkLst>
      </pc:sldChg>
      <pc:sldChg chg="del">
        <pc:chgData name="Avinash Arun Chauhan" userId="S::avinash.chauhan@mahindrauniversity.edu.in::241b5f3e-36f4-4c61-9553-90e6a1c1b8a6" providerId="AD" clId="Web-{BCD9C841-720A-B737-8E7E-4088DFBD0957}" dt="2025-01-31T04:59:21.271" v="16"/>
        <pc:sldMkLst>
          <pc:docMk/>
          <pc:sldMk cId="1491116084" sldId="362"/>
        </pc:sldMkLst>
      </pc:sldChg>
      <pc:sldChg chg="modSp">
        <pc:chgData name="Avinash Arun Chauhan" userId="S::avinash.chauhan@mahindrauniversity.edu.in::241b5f3e-36f4-4c61-9553-90e6a1c1b8a6" providerId="AD" clId="Web-{BCD9C841-720A-B737-8E7E-4088DFBD0957}" dt="2025-01-31T04:59:16.974" v="14" actId="20577"/>
        <pc:sldMkLst>
          <pc:docMk/>
          <pc:sldMk cId="3396591590" sldId="363"/>
        </pc:sldMkLst>
      </pc:sldChg>
      <pc:sldChg chg="del">
        <pc:chgData name="Avinash Arun Chauhan" userId="S::avinash.chauhan@mahindrauniversity.edu.in::241b5f3e-36f4-4c61-9553-90e6a1c1b8a6" providerId="AD" clId="Web-{BCD9C841-720A-B737-8E7E-4088DFBD0957}" dt="2025-01-31T04:59:00.630" v="2"/>
        <pc:sldMkLst>
          <pc:docMk/>
          <pc:sldMk cId="3779786542" sldId="364"/>
        </pc:sldMkLst>
      </pc:sldChg>
      <pc:sldChg chg="del">
        <pc:chgData name="Avinash Arun Chauhan" userId="S::avinash.chauhan@mahindrauniversity.edu.in::241b5f3e-36f4-4c61-9553-90e6a1c1b8a6" providerId="AD" clId="Web-{BCD9C841-720A-B737-8E7E-4088DFBD0957}" dt="2025-01-31T04:59:01.489" v="3"/>
        <pc:sldMkLst>
          <pc:docMk/>
          <pc:sldMk cId="567046635" sldId="365"/>
        </pc:sldMkLst>
      </pc:sldChg>
      <pc:sldChg chg="del">
        <pc:chgData name="Avinash Arun Chauhan" userId="S::avinash.chauhan@mahindrauniversity.edu.in::241b5f3e-36f4-4c61-9553-90e6a1c1b8a6" providerId="AD" clId="Web-{BCD9C841-720A-B737-8E7E-4088DFBD0957}" dt="2025-01-31T04:59:05.661" v="7"/>
        <pc:sldMkLst>
          <pc:docMk/>
          <pc:sldMk cId="3011812231" sldId="366"/>
        </pc:sldMkLst>
      </pc:sldChg>
      <pc:sldChg chg="del">
        <pc:chgData name="Avinash Arun Chauhan" userId="S::avinash.chauhan@mahindrauniversity.edu.in::241b5f3e-36f4-4c61-9553-90e6a1c1b8a6" providerId="AD" clId="Web-{BCD9C841-720A-B737-8E7E-4088DFBD0957}" dt="2025-01-31T04:59:02.302" v="4"/>
        <pc:sldMkLst>
          <pc:docMk/>
          <pc:sldMk cId="2388618079" sldId="367"/>
        </pc:sldMkLst>
      </pc:sldChg>
      <pc:sldChg chg="del">
        <pc:chgData name="Avinash Arun Chauhan" userId="S::avinash.chauhan@mahindrauniversity.edu.in::241b5f3e-36f4-4c61-9553-90e6a1c1b8a6" providerId="AD" clId="Web-{BCD9C841-720A-B737-8E7E-4088DFBD0957}" dt="2025-01-31T04:59:03.083" v="5"/>
        <pc:sldMkLst>
          <pc:docMk/>
          <pc:sldMk cId="1689753424" sldId="368"/>
        </pc:sldMkLst>
      </pc:sldChg>
      <pc:sldChg chg="del">
        <pc:chgData name="Avinash Arun Chauhan" userId="S::avinash.chauhan@mahindrauniversity.edu.in::241b5f3e-36f4-4c61-9553-90e6a1c1b8a6" providerId="AD" clId="Web-{BCD9C841-720A-B737-8E7E-4088DFBD0957}" dt="2025-01-31T07:24:39.660" v="1835"/>
        <pc:sldMkLst>
          <pc:docMk/>
          <pc:sldMk cId="2898864194" sldId="369"/>
        </pc:sldMkLst>
      </pc:sldChg>
      <pc:sldChg chg="del">
        <pc:chgData name="Avinash Arun Chauhan" userId="S::avinash.chauhan@mahindrauniversity.edu.in::241b5f3e-36f4-4c61-9553-90e6a1c1b8a6" providerId="AD" clId="Web-{BCD9C841-720A-B737-8E7E-4088DFBD0957}" dt="2025-01-31T07:24:40.128" v="1836"/>
        <pc:sldMkLst>
          <pc:docMk/>
          <pc:sldMk cId="1949490953" sldId="370"/>
        </pc:sldMkLst>
      </pc:sldChg>
      <pc:sldChg chg="del">
        <pc:chgData name="Avinash Arun Chauhan" userId="S::avinash.chauhan@mahindrauniversity.edu.in::241b5f3e-36f4-4c61-9553-90e6a1c1b8a6" providerId="AD" clId="Web-{BCD9C841-720A-B737-8E7E-4088DFBD0957}" dt="2025-01-31T04:59:04.099" v="6"/>
        <pc:sldMkLst>
          <pc:docMk/>
          <pc:sldMk cId="3784808034" sldId="371"/>
        </pc:sldMkLst>
      </pc:sldChg>
      <pc:sldChg chg="addSp delSp modSp">
        <pc:chgData name="Avinash Arun Chauhan" userId="S::avinash.chauhan@mahindrauniversity.edu.in::241b5f3e-36f4-4c61-9553-90e6a1c1b8a6" providerId="AD" clId="Web-{BCD9C841-720A-B737-8E7E-4088DFBD0957}" dt="2025-01-31T06:33:38.253" v="1454" actId="20577"/>
        <pc:sldMkLst>
          <pc:docMk/>
          <pc:sldMk cId="4238744636" sldId="372"/>
        </pc:sldMkLst>
      </pc:sldChg>
      <pc:sldChg chg="del">
        <pc:chgData name="Avinash Arun Chauhan" userId="S::avinash.chauhan@mahindrauniversity.edu.in::241b5f3e-36f4-4c61-9553-90e6a1c1b8a6" providerId="AD" clId="Web-{BCD9C841-720A-B737-8E7E-4088DFBD0957}" dt="2025-01-31T07:24:43.144" v="1838"/>
        <pc:sldMkLst>
          <pc:docMk/>
          <pc:sldMk cId="1313524152" sldId="373"/>
        </pc:sldMkLst>
      </pc:sldChg>
      <pc:sldChg chg="modSp add ord replId">
        <pc:chgData name="Avinash Arun Chauhan" userId="S::avinash.chauhan@mahindrauniversity.edu.in::241b5f3e-36f4-4c61-9553-90e6a1c1b8a6" providerId="AD" clId="Web-{BCD9C841-720A-B737-8E7E-4088DFBD0957}" dt="2025-01-31T05:43:27.487" v="182"/>
        <pc:sldMkLst>
          <pc:docMk/>
          <pc:sldMk cId="3125990423" sldId="374"/>
        </pc:sldMkLst>
      </pc:sldChg>
      <pc:sldChg chg="modSp add replId">
        <pc:chgData name="Avinash Arun Chauhan" userId="S::avinash.chauhan@mahindrauniversity.edu.in::241b5f3e-36f4-4c61-9553-90e6a1c1b8a6" providerId="AD" clId="Web-{BCD9C841-720A-B737-8E7E-4088DFBD0957}" dt="2025-01-31T06:22:54.847" v="1337" actId="20577"/>
        <pc:sldMkLst>
          <pc:docMk/>
          <pc:sldMk cId="621486198" sldId="375"/>
        </pc:sldMkLst>
      </pc:sldChg>
      <pc:sldChg chg="modSp add replId">
        <pc:chgData name="Avinash Arun Chauhan" userId="S::avinash.chauhan@mahindrauniversity.edu.in::241b5f3e-36f4-4c61-9553-90e6a1c1b8a6" providerId="AD" clId="Web-{BCD9C841-720A-B737-8E7E-4088DFBD0957}" dt="2025-01-31T06:24:22.472" v="1359" actId="20577"/>
        <pc:sldMkLst>
          <pc:docMk/>
          <pc:sldMk cId="2243988265" sldId="376"/>
        </pc:sldMkLst>
      </pc:sldChg>
      <pc:sldChg chg="addSp delSp modSp add replId">
        <pc:chgData name="Avinash Arun Chauhan" userId="S::avinash.chauhan@mahindrauniversity.edu.in::241b5f3e-36f4-4c61-9553-90e6a1c1b8a6" providerId="AD" clId="Web-{BCD9C841-720A-B737-8E7E-4088DFBD0957}" dt="2025-01-31T06:28:57.253" v="1387" actId="1076"/>
        <pc:sldMkLst>
          <pc:docMk/>
          <pc:sldMk cId="1283551440" sldId="377"/>
        </pc:sldMkLst>
      </pc:sldChg>
      <pc:sldChg chg="addSp delSp modSp add replId">
        <pc:chgData name="Avinash Arun Chauhan" userId="S::avinash.chauhan@mahindrauniversity.edu.in::241b5f3e-36f4-4c61-9553-90e6a1c1b8a6" providerId="AD" clId="Web-{BCD9C841-720A-B737-8E7E-4088DFBD0957}" dt="2025-01-31T06:29:30.393" v="1395" actId="1076"/>
        <pc:sldMkLst>
          <pc:docMk/>
          <pc:sldMk cId="758402021" sldId="378"/>
        </pc:sldMkLst>
      </pc:sldChg>
      <pc:sldChg chg="addSp delSp modSp add replId">
        <pc:chgData name="Avinash Arun Chauhan" userId="S::avinash.chauhan@mahindrauniversity.edu.in::241b5f3e-36f4-4c61-9553-90e6a1c1b8a6" providerId="AD" clId="Web-{BCD9C841-720A-B737-8E7E-4088DFBD0957}" dt="2025-01-31T06:34:01.128" v="1461" actId="14100"/>
        <pc:sldMkLst>
          <pc:docMk/>
          <pc:sldMk cId="1215175948" sldId="379"/>
        </pc:sldMkLst>
      </pc:sldChg>
      <pc:sldChg chg="addSp delSp modSp add replId">
        <pc:chgData name="Avinash Arun Chauhan" userId="S::avinash.chauhan@mahindrauniversity.edu.in::241b5f3e-36f4-4c61-9553-90e6a1c1b8a6" providerId="AD" clId="Web-{BCD9C841-720A-B737-8E7E-4088DFBD0957}" dt="2025-01-31T06:35:05.565" v="1489" actId="1076"/>
        <pc:sldMkLst>
          <pc:docMk/>
          <pc:sldMk cId="3894528177" sldId="380"/>
        </pc:sldMkLst>
      </pc:sldChg>
      <pc:sldChg chg="addSp delSp modSp add replId">
        <pc:chgData name="Avinash Arun Chauhan" userId="S::avinash.chauhan@mahindrauniversity.edu.in::241b5f3e-36f4-4c61-9553-90e6a1c1b8a6" providerId="AD" clId="Web-{BCD9C841-720A-B737-8E7E-4088DFBD0957}" dt="2025-01-31T06:38:05.487" v="1550" actId="1076"/>
        <pc:sldMkLst>
          <pc:docMk/>
          <pc:sldMk cId="3407660478" sldId="381"/>
        </pc:sldMkLst>
      </pc:sldChg>
      <pc:sldChg chg="addSp delSp modSp add ord replId">
        <pc:chgData name="Avinash Arun Chauhan" userId="S::avinash.chauhan@mahindrauniversity.edu.in::241b5f3e-36f4-4c61-9553-90e6a1c1b8a6" providerId="AD" clId="Web-{BCD9C841-720A-B737-8E7E-4088DFBD0957}" dt="2025-01-31T06:39:16.769" v="1581" actId="1076"/>
        <pc:sldMkLst>
          <pc:docMk/>
          <pc:sldMk cId="246870963" sldId="382"/>
        </pc:sldMkLst>
      </pc:sldChg>
      <pc:sldChg chg="modSp add ord replId">
        <pc:chgData name="Avinash Arun Chauhan" userId="S::avinash.chauhan@mahindrauniversity.edu.in::241b5f3e-36f4-4c61-9553-90e6a1c1b8a6" providerId="AD" clId="Web-{BCD9C841-720A-B737-8E7E-4088DFBD0957}" dt="2025-01-31T06:43:39.190" v="1718" actId="20577"/>
        <pc:sldMkLst>
          <pc:docMk/>
          <pc:sldMk cId="278790401" sldId="383"/>
        </pc:sldMkLst>
      </pc:sldChg>
      <pc:sldChg chg="modSp add replId">
        <pc:chgData name="Avinash Arun Chauhan" userId="S::avinash.chauhan@mahindrauniversity.edu.in::241b5f3e-36f4-4c61-9553-90e6a1c1b8a6" providerId="AD" clId="Web-{BCD9C841-720A-B737-8E7E-4088DFBD0957}" dt="2025-01-31T06:48:04.581" v="1794" actId="20577"/>
        <pc:sldMkLst>
          <pc:docMk/>
          <pc:sldMk cId="45710291" sldId="384"/>
        </pc:sldMkLst>
      </pc:sldChg>
      <pc:sldChg chg="modSp add replId">
        <pc:chgData name="Avinash Arun Chauhan" userId="S::avinash.chauhan@mahindrauniversity.edu.in::241b5f3e-36f4-4c61-9553-90e6a1c1b8a6" providerId="AD" clId="Web-{BCD9C841-720A-B737-8E7E-4088DFBD0957}" dt="2025-01-31T06:48:35.847" v="1828" actId="20577"/>
        <pc:sldMkLst>
          <pc:docMk/>
          <pc:sldMk cId="3912346787" sldId="385"/>
        </pc:sldMkLst>
      </pc:sldChg>
    </pc:docChg>
  </pc:docChgLst>
  <pc:docChgLst>
    <pc:chgData name="Avinash Arun Chauhan" userId="S::avinash.chauhan@mahindrauniversity.edu.in::241b5f3e-36f4-4c61-9553-90e6a1c1b8a6" providerId="AD" clId="Web-{BB43620D-C019-2FB7-3A66-F4A954268D2E}"/>
    <pc:docChg chg="modSld">
      <pc:chgData name="Avinash Arun Chauhan" userId="S::avinash.chauhan@mahindrauniversity.edu.in::241b5f3e-36f4-4c61-9553-90e6a1c1b8a6" providerId="AD" clId="Web-{BB43620D-C019-2FB7-3A66-F4A954268D2E}" dt="2024-08-07T08:58:23.624" v="13" actId="20577"/>
      <pc:docMkLst>
        <pc:docMk/>
      </pc:docMkLst>
      <pc:sldChg chg="modSp">
        <pc:chgData name="Avinash Arun Chauhan" userId="S::avinash.chauhan@mahindrauniversity.edu.in::241b5f3e-36f4-4c61-9553-90e6a1c1b8a6" providerId="AD" clId="Web-{BB43620D-C019-2FB7-3A66-F4A954268D2E}" dt="2024-08-07T08:58:11.795" v="12" actId="20577"/>
        <pc:sldMkLst>
          <pc:docMk/>
          <pc:sldMk cId="3140380364" sldId="277"/>
        </pc:sldMkLst>
      </pc:sldChg>
      <pc:sldChg chg="modSp">
        <pc:chgData name="Avinash Arun Chauhan" userId="S::avinash.chauhan@mahindrauniversity.edu.in::241b5f3e-36f4-4c61-9553-90e6a1c1b8a6" providerId="AD" clId="Web-{BB43620D-C019-2FB7-3A66-F4A954268D2E}" dt="2024-08-07T08:57:31.652" v="5"/>
        <pc:sldMkLst>
          <pc:docMk/>
          <pc:sldMk cId="1259393115" sldId="287"/>
        </pc:sldMkLst>
      </pc:sldChg>
      <pc:sldChg chg="modSp">
        <pc:chgData name="Avinash Arun Chauhan" userId="S::avinash.chauhan@mahindrauniversity.edu.in::241b5f3e-36f4-4c61-9553-90e6a1c1b8a6" providerId="AD" clId="Web-{BB43620D-C019-2FB7-3A66-F4A954268D2E}" dt="2024-08-07T08:58:23.624" v="13" actId="20577"/>
        <pc:sldMkLst>
          <pc:docMk/>
          <pc:sldMk cId="724459202" sldId="288"/>
        </pc:sldMkLst>
      </pc:sldChg>
    </pc:docChg>
  </pc:docChgLst>
  <pc:docChgLst>
    <pc:chgData name="Avinash Arun Chauhan" userId="S::avinash.chauhan@mahindrauniversity.edu.in::241b5f3e-36f4-4c61-9553-90e6a1c1b8a6" providerId="AD" clId="Web-{EAFA8E60-2987-7033-4068-231BC0AEBD98}"/>
    <pc:docChg chg="modSld">
      <pc:chgData name="Avinash Arun Chauhan" userId="S::avinash.chauhan@mahindrauniversity.edu.in::241b5f3e-36f4-4c61-9553-90e6a1c1b8a6" providerId="AD" clId="Web-{EAFA8E60-2987-7033-4068-231BC0AEBD98}" dt="2023-08-14T11:48:01.169" v="55" actId="20577"/>
      <pc:docMkLst>
        <pc:docMk/>
      </pc:docMkLst>
      <pc:sldChg chg="modSp">
        <pc:chgData name="Avinash Arun Chauhan" userId="S::avinash.chauhan@mahindrauniversity.edu.in::241b5f3e-36f4-4c61-9553-90e6a1c1b8a6" providerId="AD" clId="Web-{EAFA8E60-2987-7033-4068-231BC0AEBD98}" dt="2023-08-14T11:48:01.169" v="55" actId="20577"/>
        <pc:sldMkLst>
          <pc:docMk/>
          <pc:sldMk cId="3834488751" sldId="263"/>
        </pc:sldMkLst>
      </pc:sldChg>
    </pc:docChg>
  </pc:docChgLst>
  <pc:docChgLst>
    <pc:chgData name="Avinash Arun Chauhan" userId="S::avinash.chauhan@mahindrauniversity.edu.in::241b5f3e-36f4-4c61-9553-90e6a1c1b8a6" providerId="AD" clId="Web-{0115A7F3-4588-EE32-6779-DBCD399B8B2A}"/>
    <pc:docChg chg="addSld delSld modSld">
      <pc:chgData name="Avinash Arun Chauhan" userId="S::avinash.chauhan@mahindrauniversity.edu.in::241b5f3e-36f4-4c61-9553-90e6a1c1b8a6" providerId="AD" clId="Web-{0115A7F3-4588-EE32-6779-DBCD399B8B2A}" dt="2025-02-10T06:41:52.617" v="1107"/>
      <pc:docMkLst>
        <pc:docMk/>
      </pc:docMkLst>
      <pc:sldChg chg="modSp">
        <pc:chgData name="Avinash Arun Chauhan" userId="S::avinash.chauhan@mahindrauniversity.edu.in::241b5f3e-36f4-4c61-9553-90e6a1c1b8a6" providerId="AD" clId="Web-{0115A7F3-4588-EE32-6779-DBCD399B8B2A}" dt="2025-02-10T05:59:26.757" v="15" actId="1076"/>
        <pc:sldMkLst>
          <pc:docMk/>
          <pc:sldMk cId="1540275285" sldId="256"/>
        </pc:sldMkLst>
        <pc:spChg chg="mod">
          <ac:chgData name="Avinash Arun Chauhan" userId="S::avinash.chauhan@mahindrauniversity.edu.in::241b5f3e-36f4-4c61-9553-90e6a1c1b8a6" providerId="AD" clId="Web-{0115A7F3-4588-EE32-6779-DBCD399B8B2A}" dt="2025-02-10T05:59:26.757" v="15" actId="1076"/>
          <ac:spMkLst>
            <pc:docMk/>
            <pc:sldMk cId="1540275285" sldId="256"/>
            <ac:spMk id="2" creationId="{727870F2-A17E-4535-8ECE-F608007055B7}"/>
          </ac:spMkLst>
        </pc:spChg>
      </pc:sldChg>
      <pc:sldChg chg="modSp">
        <pc:chgData name="Avinash Arun Chauhan" userId="S::avinash.chauhan@mahindrauniversity.edu.in::241b5f3e-36f4-4c61-9553-90e6a1c1b8a6" providerId="AD" clId="Web-{0115A7F3-4588-EE32-6779-DBCD399B8B2A}" dt="2025-02-10T06:24:59.824" v="430" actId="20577"/>
        <pc:sldMkLst>
          <pc:docMk/>
          <pc:sldMk cId="3662289297" sldId="343"/>
        </pc:sldMkLst>
      </pc:sldChg>
      <pc:sldChg chg="del">
        <pc:chgData name="Avinash Arun Chauhan" userId="S::avinash.chauhan@mahindrauniversity.edu.in::241b5f3e-36f4-4c61-9553-90e6a1c1b8a6" providerId="AD" clId="Web-{0115A7F3-4588-EE32-6779-DBCD399B8B2A}" dt="2025-02-10T06:41:40.663" v="1086"/>
        <pc:sldMkLst>
          <pc:docMk/>
          <pc:sldMk cId="3379929072" sldId="344"/>
        </pc:sldMkLst>
      </pc:sldChg>
      <pc:sldChg chg="del">
        <pc:chgData name="Avinash Arun Chauhan" userId="S::avinash.chauhan@mahindrauniversity.edu.in::241b5f3e-36f4-4c61-9553-90e6a1c1b8a6" providerId="AD" clId="Web-{0115A7F3-4588-EE32-6779-DBCD399B8B2A}" dt="2025-02-10T06:41:45.742" v="1095"/>
        <pc:sldMkLst>
          <pc:docMk/>
          <pc:sldMk cId="1050131186" sldId="346"/>
        </pc:sldMkLst>
      </pc:sldChg>
      <pc:sldChg chg="del">
        <pc:chgData name="Avinash Arun Chauhan" userId="S::avinash.chauhan@mahindrauniversity.edu.in::241b5f3e-36f4-4c61-9553-90e6a1c1b8a6" providerId="AD" clId="Web-{0115A7F3-4588-EE32-6779-DBCD399B8B2A}" dt="2025-02-10T06:41:47.976" v="1098"/>
        <pc:sldMkLst>
          <pc:docMk/>
          <pc:sldMk cId="111794783" sldId="351"/>
        </pc:sldMkLst>
      </pc:sldChg>
      <pc:sldChg chg="modSp">
        <pc:chgData name="Avinash Arun Chauhan" userId="S::avinash.chauhan@mahindrauniversity.edu.in::241b5f3e-36f4-4c61-9553-90e6a1c1b8a6" providerId="AD" clId="Web-{0115A7F3-4588-EE32-6779-DBCD399B8B2A}" dt="2025-02-10T06:41:13.005" v="1073" actId="20577"/>
        <pc:sldMkLst>
          <pc:docMk/>
          <pc:sldMk cId="3396591590" sldId="363"/>
        </pc:sldMkLst>
      </pc:sldChg>
      <pc:sldChg chg="del">
        <pc:chgData name="Avinash Arun Chauhan" userId="S::avinash.chauhan@mahindrauniversity.edu.in::241b5f3e-36f4-4c61-9553-90e6a1c1b8a6" providerId="AD" clId="Web-{0115A7F3-4588-EE32-6779-DBCD399B8B2A}" dt="2025-02-10T06:41:40.398" v="1085"/>
        <pc:sldMkLst>
          <pc:docMk/>
          <pc:sldMk cId="3125990423" sldId="374"/>
        </pc:sldMkLst>
      </pc:sldChg>
      <pc:sldChg chg="del">
        <pc:chgData name="Avinash Arun Chauhan" userId="S::avinash.chauhan@mahindrauniversity.edu.in::241b5f3e-36f4-4c61-9553-90e6a1c1b8a6" providerId="AD" clId="Web-{0115A7F3-4588-EE32-6779-DBCD399B8B2A}" dt="2025-02-10T06:41:46.211" v="1096"/>
        <pc:sldMkLst>
          <pc:docMk/>
          <pc:sldMk cId="3407660478" sldId="381"/>
        </pc:sldMkLst>
      </pc:sldChg>
      <pc:sldChg chg="modSp">
        <pc:chgData name="Avinash Arun Chauhan" userId="S::avinash.chauhan@mahindrauniversity.edu.in::241b5f3e-36f4-4c61-9553-90e6a1c1b8a6" providerId="AD" clId="Web-{0115A7F3-4588-EE32-6779-DBCD399B8B2A}" dt="2025-02-10T06:27:40.898" v="571" actId="20577"/>
        <pc:sldMkLst>
          <pc:docMk/>
          <pc:sldMk cId="2224388889" sldId="416"/>
        </pc:sldMkLst>
      </pc:sldChg>
      <pc:sldChg chg="del">
        <pc:chgData name="Avinash Arun Chauhan" userId="S::avinash.chauhan@mahindrauniversity.edu.in::241b5f3e-36f4-4c61-9553-90e6a1c1b8a6" providerId="AD" clId="Web-{0115A7F3-4588-EE32-6779-DBCD399B8B2A}" dt="2025-02-10T06:41:52.180" v="1106"/>
        <pc:sldMkLst>
          <pc:docMk/>
          <pc:sldMk cId="367148838" sldId="417"/>
        </pc:sldMkLst>
      </pc:sldChg>
      <pc:sldChg chg="del">
        <pc:chgData name="Avinash Arun Chauhan" userId="S::avinash.chauhan@mahindrauniversity.edu.in::241b5f3e-36f4-4c61-9553-90e6a1c1b8a6" providerId="AD" clId="Web-{0115A7F3-4588-EE32-6779-DBCD399B8B2A}" dt="2025-02-10T06:41:52.617" v="1107"/>
        <pc:sldMkLst>
          <pc:docMk/>
          <pc:sldMk cId="1161622595" sldId="418"/>
        </pc:sldMkLst>
      </pc:sldChg>
      <pc:sldChg chg="del">
        <pc:chgData name="Avinash Arun Chauhan" userId="S::avinash.chauhan@mahindrauniversity.edu.in::241b5f3e-36f4-4c61-9553-90e6a1c1b8a6" providerId="AD" clId="Web-{0115A7F3-4588-EE32-6779-DBCD399B8B2A}" dt="2025-02-10T06:41:46.523" v="1097"/>
        <pc:sldMkLst>
          <pc:docMk/>
          <pc:sldMk cId="1302900074" sldId="419"/>
        </pc:sldMkLst>
      </pc:sldChg>
      <pc:sldChg chg="del">
        <pc:chgData name="Avinash Arun Chauhan" userId="S::avinash.chauhan@mahindrauniversity.edu.in::241b5f3e-36f4-4c61-9553-90e6a1c1b8a6" providerId="AD" clId="Web-{0115A7F3-4588-EE32-6779-DBCD399B8B2A}" dt="2025-02-10T06:41:48.711" v="1099"/>
        <pc:sldMkLst>
          <pc:docMk/>
          <pc:sldMk cId="4043396883" sldId="420"/>
        </pc:sldMkLst>
      </pc:sldChg>
      <pc:sldChg chg="del">
        <pc:chgData name="Avinash Arun Chauhan" userId="S::avinash.chauhan@mahindrauniversity.edu.in::241b5f3e-36f4-4c61-9553-90e6a1c1b8a6" providerId="AD" clId="Web-{0115A7F3-4588-EE32-6779-DBCD399B8B2A}" dt="2025-02-10T06:41:49.226" v="1100"/>
        <pc:sldMkLst>
          <pc:docMk/>
          <pc:sldMk cId="3168882179" sldId="421"/>
        </pc:sldMkLst>
      </pc:sldChg>
      <pc:sldChg chg="del">
        <pc:chgData name="Avinash Arun Chauhan" userId="S::avinash.chauhan@mahindrauniversity.edu.in::241b5f3e-36f4-4c61-9553-90e6a1c1b8a6" providerId="AD" clId="Web-{0115A7F3-4588-EE32-6779-DBCD399B8B2A}" dt="2025-02-10T06:41:49.414" v="1101"/>
        <pc:sldMkLst>
          <pc:docMk/>
          <pc:sldMk cId="2962369251" sldId="422"/>
        </pc:sldMkLst>
      </pc:sldChg>
      <pc:sldChg chg="del">
        <pc:chgData name="Avinash Arun Chauhan" userId="S::avinash.chauhan@mahindrauniversity.edu.in::241b5f3e-36f4-4c61-9553-90e6a1c1b8a6" providerId="AD" clId="Web-{0115A7F3-4588-EE32-6779-DBCD399B8B2A}" dt="2025-02-10T06:41:49.836" v="1102"/>
        <pc:sldMkLst>
          <pc:docMk/>
          <pc:sldMk cId="2702704385" sldId="423"/>
        </pc:sldMkLst>
      </pc:sldChg>
      <pc:sldChg chg="del">
        <pc:chgData name="Avinash Arun Chauhan" userId="S::avinash.chauhan@mahindrauniversity.edu.in::241b5f3e-36f4-4c61-9553-90e6a1c1b8a6" providerId="AD" clId="Web-{0115A7F3-4588-EE32-6779-DBCD399B8B2A}" dt="2025-02-10T06:41:50.102" v="1103"/>
        <pc:sldMkLst>
          <pc:docMk/>
          <pc:sldMk cId="3039780439" sldId="424"/>
        </pc:sldMkLst>
      </pc:sldChg>
      <pc:sldChg chg="modSp">
        <pc:chgData name="Avinash Arun Chauhan" userId="S::avinash.chauhan@mahindrauniversity.edu.in::241b5f3e-36f4-4c61-9553-90e6a1c1b8a6" providerId="AD" clId="Web-{0115A7F3-4588-EE32-6779-DBCD399B8B2A}" dt="2025-02-10T06:41:32.897" v="1076" actId="20577"/>
        <pc:sldMkLst>
          <pc:docMk/>
          <pc:sldMk cId="2802681030" sldId="425"/>
        </pc:sldMkLst>
      </pc:sldChg>
      <pc:sldChg chg="del">
        <pc:chgData name="Avinash Arun Chauhan" userId="S::avinash.chauhan@mahindrauniversity.edu.in::241b5f3e-36f4-4c61-9553-90e6a1c1b8a6" providerId="AD" clId="Web-{0115A7F3-4588-EE32-6779-DBCD399B8B2A}" dt="2025-02-10T06:41:35.397" v="1077"/>
        <pc:sldMkLst>
          <pc:docMk/>
          <pc:sldMk cId="1533841355" sldId="426"/>
        </pc:sldMkLst>
      </pc:sldChg>
      <pc:sldChg chg="del">
        <pc:chgData name="Avinash Arun Chauhan" userId="S::avinash.chauhan@mahindrauniversity.edu.in::241b5f3e-36f4-4c61-9553-90e6a1c1b8a6" providerId="AD" clId="Web-{0115A7F3-4588-EE32-6779-DBCD399B8B2A}" dt="2025-02-10T06:41:36.335" v="1078"/>
        <pc:sldMkLst>
          <pc:docMk/>
          <pc:sldMk cId="4149360407" sldId="427"/>
        </pc:sldMkLst>
      </pc:sldChg>
      <pc:sldChg chg="del">
        <pc:chgData name="Avinash Arun Chauhan" userId="S::avinash.chauhan@mahindrauniversity.edu.in::241b5f3e-36f4-4c61-9553-90e6a1c1b8a6" providerId="AD" clId="Web-{0115A7F3-4588-EE32-6779-DBCD399B8B2A}" dt="2025-02-10T06:41:36.960" v="1079"/>
        <pc:sldMkLst>
          <pc:docMk/>
          <pc:sldMk cId="1106517050" sldId="428"/>
        </pc:sldMkLst>
      </pc:sldChg>
      <pc:sldChg chg="del">
        <pc:chgData name="Avinash Arun Chauhan" userId="S::avinash.chauhan@mahindrauniversity.edu.in::241b5f3e-36f4-4c61-9553-90e6a1c1b8a6" providerId="AD" clId="Web-{0115A7F3-4588-EE32-6779-DBCD399B8B2A}" dt="2025-02-10T06:41:37.585" v="1080"/>
        <pc:sldMkLst>
          <pc:docMk/>
          <pc:sldMk cId="1668300359" sldId="429"/>
        </pc:sldMkLst>
      </pc:sldChg>
      <pc:sldChg chg="del">
        <pc:chgData name="Avinash Arun Chauhan" userId="S::avinash.chauhan@mahindrauniversity.edu.in::241b5f3e-36f4-4c61-9553-90e6a1c1b8a6" providerId="AD" clId="Web-{0115A7F3-4588-EE32-6779-DBCD399B8B2A}" dt="2025-02-10T06:41:38.054" v="1081"/>
        <pc:sldMkLst>
          <pc:docMk/>
          <pc:sldMk cId="1285345284" sldId="430"/>
        </pc:sldMkLst>
      </pc:sldChg>
      <pc:sldChg chg="del">
        <pc:chgData name="Avinash Arun Chauhan" userId="S::avinash.chauhan@mahindrauniversity.edu.in::241b5f3e-36f4-4c61-9553-90e6a1c1b8a6" providerId="AD" clId="Web-{0115A7F3-4588-EE32-6779-DBCD399B8B2A}" dt="2025-02-10T06:41:41.601" v="1088"/>
        <pc:sldMkLst>
          <pc:docMk/>
          <pc:sldMk cId="3049280400" sldId="431"/>
        </pc:sldMkLst>
      </pc:sldChg>
      <pc:sldChg chg="del">
        <pc:chgData name="Avinash Arun Chauhan" userId="S::avinash.chauhan@mahindrauniversity.edu.in::241b5f3e-36f4-4c61-9553-90e6a1c1b8a6" providerId="AD" clId="Web-{0115A7F3-4588-EE32-6779-DBCD399B8B2A}" dt="2025-02-10T06:41:42.476" v="1089"/>
        <pc:sldMkLst>
          <pc:docMk/>
          <pc:sldMk cId="642281423" sldId="432"/>
        </pc:sldMkLst>
      </pc:sldChg>
      <pc:sldChg chg="del">
        <pc:chgData name="Avinash Arun Chauhan" userId="S::avinash.chauhan@mahindrauniversity.edu.in::241b5f3e-36f4-4c61-9553-90e6a1c1b8a6" providerId="AD" clId="Web-{0115A7F3-4588-EE32-6779-DBCD399B8B2A}" dt="2025-02-10T06:41:43.070" v="1090"/>
        <pc:sldMkLst>
          <pc:docMk/>
          <pc:sldMk cId="2490634202" sldId="433"/>
        </pc:sldMkLst>
      </pc:sldChg>
      <pc:sldChg chg="del">
        <pc:chgData name="Avinash Arun Chauhan" userId="S::avinash.chauhan@mahindrauniversity.edu.in::241b5f3e-36f4-4c61-9553-90e6a1c1b8a6" providerId="AD" clId="Web-{0115A7F3-4588-EE32-6779-DBCD399B8B2A}" dt="2025-02-10T06:41:43.570" v="1091"/>
        <pc:sldMkLst>
          <pc:docMk/>
          <pc:sldMk cId="1484115214" sldId="434"/>
        </pc:sldMkLst>
      </pc:sldChg>
      <pc:sldChg chg="del">
        <pc:chgData name="Avinash Arun Chauhan" userId="S::avinash.chauhan@mahindrauniversity.edu.in::241b5f3e-36f4-4c61-9553-90e6a1c1b8a6" providerId="AD" clId="Web-{0115A7F3-4588-EE32-6779-DBCD399B8B2A}" dt="2025-02-10T06:41:44.070" v="1092"/>
        <pc:sldMkLst>
          <pc:docMk/>
          <pc:sldMk cId="660463148" sldId="435"/>
        </pc:sldMkLst>
      </pc:sldChg>
      <pc:sldChg chg="del">
        <pc:chgData name="Avinash Arun Chauhan" userId="S::avinash.chauhan@mahindrauniversity.edu.in::241b5f3e-36f4-4c61-9553-90e6a1c1b8a6" providerId="AD" clId="Web-{0115A7F3-4588-EE32-6779-DBCD399B8B2A}" dt="2025-02-10T06:41:44.586" v="1093"/>
        <pc:sldMkLst>
          <pc:docMk/>
          <pc:sldMk cId="64068537" sldId="436"/>
        </pc:sldMkLst>
      </pc:sldChg>
      <pc:sldChg chg="del">
        <pc:chgData name="Avinash Arun Chauhan" userId="S::avinash.chauhan@mahindrauniversity.edu.in::241b5f3e-36f4-4c61-9553-90e6a1c1b8a6" providerId="AD" clId="Web-{0115A7F3-4588-EE32-6779-DBCD399B8B2A}" dt="2025-02-10T06:41:45.226" v="1094"/>
        <pc:sldMkLst>
          <pc:docMk/>
          <pc:sldMk cId="1725508161" sldId="437"/>
        </pc:sldMkLst>
      </pc:sldChg>
      <pc:sldChg chg="del">
        <pc:chgData name="Avinash Arun Chauhan" userId="S::avinash.chauhan@mahindrauniversity.edu.in::241b5f3e-36f4-4c61-9553-90e6a1c1b8a6" providerId="AD" clId="Web-{0115A7F3-4588-EE32-6779-DBCD399B8B2A}" dt="2025-02-10T06:41:38.585" v="1082"/>
        <pc:sldMkLst>
          <pc:docMk/>
          <pc:sldMk cId="2756055843" sldId="438"/>
        </pc:sldMkLst>
      </pc:sldChg>
      <pc:sldChg chg="del">
        <pc:chgData name="Avinash Arun Chauhan" userId="S::avinash.chauhan@mahindrauniversity.edu.in::241b5f3e-36f4-4c61-9553-90e6a1c1b8a6" providerId="AD" clId="Web-{0115A7F3-4588-EE32-6779-DBCD399B8B2A}" dt="2025-02-10T06:41:39.148" v="1083"/>
        <pc:sldMkLst>
          <pc:docMk/>
          <pc:sldMk cId="4155084074" sldId="439"/>
        </pc:sldMkLst>
      </pc:sldChg>
      <pc:sldChg chg="del">
        <pc:chgData name="Avinash Arun Chauhan" userId="S::avinash.chauhan@mahindrauniversity.edu.in::241b5f3e-36f4-4c61-9553-90e6a1c1b8a6" providerId="AD" clId="Web-{0115A7F3-4588-EE32-6779-DBCD399B8B2A}" dt="2025-02-10T06:41:39.726" v="1084"/>
        <pc:sldMkLst>
          <pc:docMk/>
          <pc:sldMk cId="3895281184" sldId="440"/>
        </pc:sldMkLst>
      </pc:sldChg>
      <pc:sldChg chg="del">
        <pc:chgData name="Avinash Arun Chauhan" userId="S::avinash.chauhan@mahindrauniversity.edu.in::241b5f3e-36f4-4c61-9553-90e6a1c1b8a6" providerId="AD" clId="Web-{0115A7F3-4588-EE32-6779-DBCD399B8B2A}" dt="2025-02-10T06:41:41.132" v="1087"/>
        <pc:sldMkLst>
          <pc:docMk/>
          <pc:sldMk cId="2367249145" sldId="441"/>
        </pc:sldMkLst>
      </pc:sldChg>
      <pc:sldChg chg="del">
        <pc:chgData name="Avinash Arun Chauhan" userId="S::avinash.chauhan@mahindrauniversity.edu.in::241b5f3e-36f4-4c61-9553-90e6a1c1b8a6" providerId="AD" clId="Web-{0115A7F3-4588-EE32-6779-DBCD399B8B2A}" dt="2025-02-10T06:41:50.492" v="1104"/>
        <pc:sldMkLst>
          <pc:docMk/>
          <pc:sldMk cId="808175150" sldId="442"/>
        </pc:sldMkLst>
      </pc:sldChg>
      <pc:sldChg chg="del">
        <pc:chgData name="Avinash Arun Chauhan" userId="S::avinash.chauhan@mahindrauniversity.edu.in::241b5f3e-36f4-4c61-9553-90e6a1c1b8a6" providerId="AD" clId="Web-{0115A7F3-4588-EE32-6779-DBCD399B8B2A}" dt="2025-02-10T06:41:51.492" v="1105"/>
        <pc:sldMkLst>
          <pc:docMk/>
          <pc:sldMk cId="3642238351" sldId="443"/>
        </pc:sldMkLst>
      </pc:sldChg>
      <pc:sldChg chg="addSp delSp modSp add replId">
        <pc:chgData name="Avinash Arun Chauhan" userId="S::avinash.chauhan@mahindrauniversity.edu.in::241b5f3e-36f4-4c61-9553-90e6a1c1b8a6" providerId="AD" clId="Web-{0115A7F3-4588-EE32-6779-DBCD399B8B2A}" dt="2025-02-10T06:28:27.355" v="626" actId="1076"/>
        <pc:sldMkLst>
          <pc:docMk/>
          <pc:sldMk cId="2769609335" sldId="444"/>
        </pc:sldMkLst>
      </pc:sldChg>
      <pc:sldChg chg="addSp delSp modSp add replId">
        <pc:chgData name="Avinash Arun Chauhan" userId="S::avinash.chauhan@mahindrauniversity.edu.in::241b5f3e-36f4-4c61-9553-90e6a1c1b8a6" providerId="AD" clId="Web-{0115A7F3-4588-EE32-6779-DBCD399B8B2A}" dt="2025-02-10T06:29:17.186" v="643" actId="1076"/>
        <pc:sldMkLst>
          <pc:docMk/>
          <pc:sldMk cId="2145789392" sldId="445"/>
        </pc:sldMkLst>
      </pc:sldChg>
      <pc:sldChg chg="modSp add replId">
        <pc:chgData name="Avinash Arun Chauhan" userId="S::avinash.chauhan@mahindrauniversity.edu.in::241b5f3e-36f4-4c61-9553-90e6a1c1b8a6" providerId="AD" clId="Web-{0115A7F3-4588-EE32-6779-DBCD399B8B2A}" dt="2025-02-10T06:30:45.381" v="708" actId="20577"/>
        <pc:sldMkLst>
          <pc:docMk/>
          <pc:sldMk cId="777442966" sldId="446"/>
        </pc:sldMkLst>
      </pc:sldChg>
      <pc:sldChg chg="modSp add replId">
        <pc:chgData name="Avinash Arun Chauhan" userId="S::avinash.chauhan@mahindrauniversity.edu.in::241b5f3e-36f4-4c61-9553-90e6a1c1b8a6" providerId="AD" clId="Web-{0115A7F3-4588-EE32-6779-DBCD399B8B2A}" dt="2025-02-10T06:33:43.409" v="799" actId="20577"/>
        <pc:sldMkLst>
          <pc:docMk/>
          <pc:sldMk cId="2588250358" sldId="447"/>
        </pc:sldMkLst>
      </pc:sldChg>
      <pc:sldChg chg="modSp add replId">
        <pc:chgData name="Avinash Arun Chauhan" userId="S::avinash.chauhan@mahindrauniversity.edu.in::241b5f3e-36f4-4c61-9553-90e6a1c1b8a6" providerId="AD" clId="Web-{0115A7F3-4588-EE32-6779-DBCD399B8B2A}" dt="2025-02-10T06:36:12.045" v="874" actId="20577"/>
        <pc:sldMkLst>
          <pc:docMk/>
          <pc:sldMk cId="3276880208" sldId="448"/>
        </pc:sldMkLst>
      </pc:sldChg>
      <pc:sldChg chg="modSp add replId">
        <pc:chgData name="Avinash Arun Chauhan" userId="S::avinash.chauhan@mahindrauniversity.edu.in::241b5f3e-36f4-4c61-9553-90e6a1c1b8a6" providerId="AD" clId="Web-{0115A7F3-4588-EE32-6779-DBCD399B8B2A}" dt="2025-02-10T06:38:21.195" v="957" actId="20577"/>
        <pc:sldMkLst>
          <pc:docMk/>
          <pc:sldMk cId="2975428961" sldId="449"/>
        </pc:sldMkLst>
      </pc:sldChg>
      <pc:sldChg chg="modSp add del replId">
        <pc:chgData name="Avinash Arun Chauhan" userId="S::avinash.chauhan@mahindrauniversity.edu.in::241b5f3e-36f4-4c61-9553-90e6a1c1b8a6" providerId="AD" clId="Web-{0115A7F3-4588-EE32-6779-DBCD399B8B2A}" dt="2025-02-10T06:36:21.999" v="898"/>
        <pc:sldMkLst>
          <pc:docMk/>
          <pc:sldMk cId="3604033845" sldId="449"/>
        </pc:sldMkLst>
      </pc:sldChg>
      <pc:sldChg chg="add del replId">
        <pc:chgData name="Avinash Arun Chauhan" userId="S::avinash.chauhan@mahindrauniversity.edu.in::241b5f3e-36f4-4c61-9553-90e6a1c1b8a6" providerId="AD" clId="Web-{0115A7F3-4588-EE32-6779-DBCD399B8B2A}" dt="2025-02-10T06:36:42.157" v="916"/>
        <pc:sldMkLst>
          <pc:docMk/>
          <pc:sldMk cId="431159319" sldId="450"/>
        </pc:sldMkLst>
      </pc:sldChg>
    </pc:docChg>
  </pc:docChgLst>
  <pc:docChgLst>
    <pc:chgData name="Avinash Arun Chauhan" userId="S::avinash.chauhan@mahindrauniversity.edu.in::241b5f3e-36f4-4c61-9553-90e6a1c1b8a6" providerId="AD" clId="Web-{B6FEB140-A3C3-943D-E39C-93F7AE1A4B46}"/>
    <pc:docChg chg="addSld modSld sldOrd">
      <pc:chgData name="Avinash Arun Chauhan" userId="S::avinash.chauhan@mahindrauniversity.edu.in::241b5f3e-36f4-4c61-9553-90e6a1c1b8a6" providerId="AD" clId="Web-{B6FEB140-A3C3-943D-E39C-93F7AE1A4B46}" dt="2025-02-28T12:01:43.774" v="4374" actId="20577"/>
      <pc:docMkLst>
        <pc:docMk/>
      </pc:docMkLst>
      <pc:sldChg chg="modSp add replId">
        <pc:chgData name="Avinash Arun Chauhan" userId="S::avinash.chauhan@mahindrauniversity.edu.in::241b5f3e-36f4-4c61-9553-90e6a1c1b8a6" providerId="AD" clId="Web-{B6FEB140-A3C3-943D-E39C-93F7AE1A4B46}" dt="2025-02-28T10:44:55.792" v="339" actId="20577"/>
        <pc:sldMkLst>
          <pc:docMk/>
          <pc:sldMk cId="695737555" sldId="458"/>
        </pc:sldMkLst>
        <pc:spChg chg="mod">
          <ac:chgData name="Avinash Arun Chauhan" userId="S::avinash.chauhan@mahindrauniversity.edu.in::241b5f3e-36f4-4c61-9553-90e6a1c1b8a6" providerId="AD" clId="Web-{B6FEB140-A3C3-943D-E39C-93F7AE1A4B46}" dt="2025-02-28T10:39:30.781" v="4" actId="20577"/>
          <ac:spMkLst>
            <pc:docMk/>
            <pc:sldMk cId="695737555" sldId="458"/>
            <ac:spMk id="2" creationId="{8AAC9323-D59E-B794-522A-676D6F55DC48}"/>
          </ac:spMkLst>
        </pc:spChg>
        <pc:spChg chg="mod">
          <ac:chgData name="Avinash Arun Chauhan" userId="S::avinash.chauhan@mahindrauniversity.edu.in::241b5f3e-36f4-4c61-9553-90e6a1c1b8a6" providerId="AD" clId="Web-{B6FEB140-A3C3-943D-E39C-93F7AE1A4B46}" dt="2025-02-28T10:44:55.792" v="339" actId="20577"/>
          <ac:spMkLst>
            <pc:docMk/>
            <pc:sldMk cId="695737555" sldId="458"/>
            <ac:spMk id="3" creationId="{89A86F13-EC69-FA7C-1D01-E0349F2CE034}"/>
          </ac:spMkLst>
        </pc:spChg>
      </pc:sldChg>
      <pc:sldChg chg="modSp add replId">
        <pc:chgData name="Avinash Arun Chauhan" userId="S::avinash.chauhan@mahindrauniversity.edu.in::241b5f3e-36f4-4c61-9553-90e6a1c1b8a6" providerId="AD" clId="Web-{B6FEB140-A3C3-943D-E39C-93F7AE1A4B46}" dt="2025-02-28T10:48:49.785" v="671" actId="20577"/>
        <pc:sldMkLst>
          <pc:docMk/>
          <pc:sldMk cId="3273740067" sldId="459"/>
        </pc:sldMkLst>
        <pc:spChg chg="mod">
          <ac:chgData name="Avinash Arun Chauhan" userId="S::avinash.chauhan@mahindrauniversity.edu.in::241b5f3e-36f4-4c61-9553-90e6a1c1b8a6" providerId="AD" clId="Web-{B6FEB140-A3C3-943D-E39C-93F7AE1A4B46}" dt="2025-02-28T10:45:02.371" v="349" actId="20577"/>
          <ac:spMkLst>
            <pc:docMk/>
            <pc:sldMk cId="3273740067" sldId="459"/>
            <ac:spMk id="2" creationId="{17FF4F97-22A6-06C3-F348-928247C48856}"/>
          </ac:spMkLst>
        </pc:spChg>
        <pc:spChg chg="mod">
          <ac:chgData name="Avinash Arun Chauhan" userId="S::avinash.chauhan@mahindrauniversity.edu.in::241b5f3e-36f4-4c61-9553-90e6a1c1b8a6" providerId="AD" clId="Web-{B6FEB140-A3C3-943D-E39C-93F7AE1A4B46}" dt="2025-02-28T10:48:49.785" v="671" actId="20577"/>
          <ac:spMkLst>
            <pc:docMk/>
            <pc:sldMk cId="3273740067" sldId="459"/>
            <ac:spMk id="3" creationId="{7FC51406-65B3-68FE-6D70-43DA9674C8DF}"/>
          </ac:spMkLst>
        </pc:spChg>
      </pc:sldChg>
      <pc:sldChg chg="modSp add replId">
        <pc:chgData name="Avinash Arun Chauhan" userId="S::avinash.chauhan@mahindrauniversity.edu.in::241b5f3e-36f4-4c61-9553-90e6a1c1b8a6" providerId="AD" clId="Web-{B6FEB140-A3C3-943D-E39C-93F7AE1A4B46}" dt="2025-02-28T10:53:09.545" v="1078" actId="20577"/>
        <pc:sldMkLst>
          <pc:docMk/>
          <pc:sldMk cId="1623255389" sldId="460"/>
        </pc:sldMkLst>
        <pc:spChg chg="mod">
          <ac:chgData name="Avinash Arun Chauhan" userId="S::avinash.chauhan@mahindrauniversity.edu.in::241b5f3e-36f4-4c61-9553-90e6a1c1b8a6" providerId="AD" clId="Web-{B6FEB140-A3C3-943D-E39C-93F7AE1A4B46}" dt="2025-02-28T10:53:09.545" v="1078" actId="20577"/>
          <ac:spMkLst>
            <pc:docMk/>
            <pc:sldMk cId="1623255389" sldId="460"/>
            <ac:spMk id="3" creationId="{0F257667-E069-4F98-4BB2-12514DD6D16E}"/>
          </ac:spMkLst>
        </pc:spChg>
      </pc:sldChg>
      <pc:sldChg chg="modSp add replId">
        <pc:chgData name="Avinash Arun Chauhan" userId="S::avinash.chauhan@mahindrauniversity.edu.in::241b5f3e-36f4-4c61-9553-90e6a1c1b8a6" providerId="AD" clId="Web-{B6FEB140-A3C3-943D-E39C-93F7AE1A4B46}" dt="2025-02-28T10:57:36.945" v="1382" actId="20577"/>
        <pc:sldMkLst>
          <pc:docMk/>
          <pc:sldMk cId="3573909319" sldId="461"/>
        </pc:sldMkLst>
        <pc:spChg chg="mod">
          <ac:chgData name="Avinash Arun Chauhan" userId="S::avinash.chauhan@mahindrauniversity.edu.in::241b5f3e-36f4-4c61-9553-90e6a1c1b8a6" providerId="AD" clId="Web-{B6FEB140-A3C3-943D-E39C-93F7AE1A4B46}" dt="2025-02-28T10:57:36.945" v="1382" actId="20577"/>
          <ac:spMkLst>
            <pc:docMk/>
            <pc:sldMk cId="3573909319" sldId="461"/>
            <ac:spMk id="3" creationId="{127A5B15-E472-15EF-377E-89C7D795216F}"/>
          </ac:spMkLst>
        </pc:spChg>
      </pc:sldChg>
      <pc:sldChg chg="modSp add replId modNotes">
        <pc:chgData name="Avinash Arun Chauhan" userId="S::avinash.chauhan@mahindrauniversity.edu.in::241b5f3e-36f4-4c61-9553-90e6a1c1b8a6" providerId="AD" clId="Web-{B6FEB140-A3C3-943D-E39C-93F7AE1A4B46}" dt="2025-02-28T11:05:52.588" v="1756"/>
        <pc:sldMkLst>
          <pc:docMk/>
          <pc:sldMk cId="591931453" sldId="462"/>
        </pc:sldMkLst>
        <pc:spChg chg="mod">
          <ac:chgData name="Avinash Arun Chauhan" userId="S::avinash.chauhan@mahindrauniversity.edu.in::241b5f3e-36f4-4c61-9553-90e6a1c1b8a6" providerId="AD" clId="Web-{B6FEB140-A3C3-943D-E39C-93F7AE1A4B46}" dt="2025-02-28T10:58:11.025" v="1392" actId="20577"/>
          <ac:spMkLst>
            <pc:docMk/>
            <pc:sldMk cId="591931453" sldId="462"/>
            <ac:spMk id="2" creationId="{3043A9BE-7770-4717-E43A-C6ADEA792856}"/>
          </ac:spMkLst>
        </pc:spChg>
        <pc:spChg chg="mod">
          <ac:chgData name="Avinash Arun Chauhan" userId="S::avinash.chauhan@mahindrauniversity.edu.in::241b5f3e-36f4-4c61-9553-90e6a1c1b8a6" providerId="AD" clId="Web-{B6FEB140-A3C3-943D-E39C-93F7AE1A4B46}" dt="2025-02-28T11:02:56.238" v="1732" actId="20577"/>
          <ac:spMkLst>
            <pc:docMk/>
            <pc:sldMk cId="591931453" sldId="462"/>
            <ac:spMk id="3" creationId="{004B2EEE-B8FC-E8E7-4F1E-AC37F8B26423}"/>
          </ac:spMkLst>
        </pc:spChg>
      </pc:sldChg>
      <pc:sldChg chg="modSp add replId">
        <pc:chgData name="Avinash Arun Chauhan" userId="S::avinash.chauhan@mahindrauniversity.edu.in::241b5f3e-36f4-4c61-9553-90e6a1c1b8a6" providerId="AD" clId="Web-{B6FEB140-A3C3-943D-E39C-93F7AE1A4B46}" dt="2025-02-28T11:08:43.032" v="1844" actId="20577"/>
        <pc:sldMkLst>
          <pc:docMk/>
          <pc:sldMk cId="2254286999" sldId="463"/>
        </pc:sldMkLst>
        <pc:spChg chg="mod">
          <ac:chgData name="Avinash Arun Chauhan" userId="S::avinash.chauhan@mahindrauniversity.edu.in::241b5f3e-36f4-4c61-9553-90e6a1c1b8a6" providerId="AD" clId="Web-{B6FEB140-A3C3-943D-E39C-93F7AE1A4B46}" dt="2025-02-28T11:08:43.032" v="1844" actId="20577"/>
          <ac:spMkLst>
            <pc:docMk/>
            <pc:sldMk cId="2254286999" sldId="463"/>
            <ac:spMk id="3" creationId="{A25BB368-9615-09A2-C1EC-877985F1BC86}"/>
          </ac:spMkLst>
        </pc:spChg>
      </pc:sldChg>
      <pc:sldChg chg="modSp add replId modNotes">
        <pc:chgData name="Avinash Arun Chauhan" userId="S::avinash.chauhan@mahindrauniversity.edu.in::241b5f3e-36f4-4c61-9553-90e6a1c1b8a6" providerId="AD" clId="Web-{B6FEB140-A3C3-943D-E39C-93F7AE1A4B46}" dt="2025-02-28T11:16:08.736" v="2343"/>
        <pc:sldMkLst>
          <pc:docMk/>
          <pc:sldMk cId="2194272374" sldId="464"/>
        </pc:sldMkLst>
        <pc:spChg chg="mod">
          <ac:chgData name="Avinash Arun Chauhan" userId="S::avinash.chauhan@mahindrauniversity.edu.in::241b5f3e-36f4-4c61-9553-90e6a1c1b8a6" providerId="AD" clId="Web-{B6FEB140-A3C3-943D-E39C-93F7AE1A4B46}" dt="2025-02-28T11:11:06.975" v="1864" actId="20577"/>
          <ac:spMkLst>
            <pc:docMk/>
            <pc:sldMk cId="2194272374" sldId="464"/>
            <ac:spMk id="2" creationId="{9F03137B-F0FC-0F2D-0DB8-E2172596E62A}"/>
          </ac:spMkLst>
        </pc:spChg>
        <pc:spChg chg="mod">
          <ac:chgData name="Avinash Arun Chauhan" userId="S::avinash.chauhan@mahindrauniversity.edu.in::241b5f3e-36f4-4c61-9553-90e6a1c1b8a6" providerId="AD" clId="Web-{B6FEB140-A3C3-943D-E39C-93F7AE1A4B46}" dt="2025-02-28T11:16:05.798" v="2342" actId="20577"/>
          <ac:spMkLst>
            <pc:docMk/>
            <pc:sldMk cId="2194272374" sldId="464"/>
            <ac:spMk id="3" creationId="{0D7DA1F3-F5B3-90A6-9823-DB3E33B816BB}"/>
          </ac:spMkLst>
        </pc:spChg>
      </pc:sldChg>
      <pc:sldChg chg="modSp add replId">
        <pc:chgData name="Avinash Arun Chauhan" userId="S::avinash.chauhan@mahindrauniversity.edu.in::241b5f3e-36f4-4c61-9553-90e6a1c1b8a6" providerId="AD" clId="Web-{B6FEB140-A3C3-943D-E39C-93F7AE1A4B46}" dt="2025-02-28T11:17:41.067" v="2432" actId="20577"/>
        <pc:sldMkLst>
          <pc:docMk/>
          <pc:sldMk cId="484314122" sldId="465"/>
        </pc:sldMkLst>
        <pc:spChg chg="mod">
          <ac:chgData name="Avinash Arun Chauhan" userId="S::avinash.chauhan@mahindrauniversity.edu.in::241b5f3e-36f4-4c61-9553-90e6a1c1b8a6" providerId="AD" clId="Web-{B6FEB140-A3C3-943D-E39C-93F7AE1A4B46}" dt="2025-02-28T11:17:41.067" v="2432" actId="20577"/>
          <ac:spMkLst>
            <pc:docMk/>
            <pc:sldMk cId="484314122" sldId="465"/>
            <ac:spMk id="3" creationId="{3EA90BAB-39C3-6260-5963-DFAD37ECD7FE}"/>
          </ac:spMkLst>
        </pc:spChg>
      </pc:sldChg>
      <pc:sldChg chg="addSp modSp add replId">
        <pc:chgData name="Avinash Arun Chauhan" userId="S::avinash.chauhan@mahindrauniversity.edu.in::241b5f3e-36f4-4c61-9553-90e6a1c1b8a6" providerId="AD" clId="Web-{B6FEB140-A3C3-943D-E39C-93F7AE1A4B46}" dt="2025-02-28T11:19:05.742" v="2444" actId="20577"/>
        <pc:sldMkLst>
          <pc:docMk/>
          <pc:sldMk cId="855053669" sldId="466"/>
        </pc:sldMkLst>
        <pc:spChg chg="mod">
          <ac:chgData name="Avinash Arun Chauhan" userId="S::avinash.chauhan@mahindrauniversity.edu.in::241b5f3e-36f4-4c61-9553-90e6a1c1b8a6" providerId="AD" clId="Web-{B6FEB140-A3C3-943D-E39C-93F7AE1A4B46}" dt="2025-02-28T11:19:05.742" v="2444" actId="20577"/>
          <ac:spMkLst>
            <pc:docMk/>
            <pc:sldMk cId="855053669" sldId="466"/>
            <ac:spMk id="2" creationId="{EEFE2FE1-1406-C57F-4A30-1C8A563220BD}"/>
          </ac:spMkLst>
        </pc:spChg>
        <pc:spChg chg="mod">
          <ac:chgData name="Avinash Arun Chauhan" userId="S::avinash.chauhan@mahindrauniversity.edu.in::241b5f3e-36f4-4c61-9553-90e6a1c1b8a6" providerId="AD" clId="Web-{B6FEB140-A3C3-943D-E39C-93F7AE1A4B46}" dt="2025-02-28T11:17:46.536" v="2435" actId="20577"/>
          <ac:spMkLst>
            <pc:docMk/>
            <pc:sldMk cId="855053669" sldId="466"/>
            <ac:spMk id="3" creationId="{D04CB975-DD88-76BD-44A9-11109254556F}"/>
          </ac:spMkLst>
        </pc:spChg>
        <pc:picChg chg="add mod">
          <ac:chgData name="Avinash Arun Chauhan" userId="S::avinash.chauhan@mahindrauniversity.edu.in::241b5f3e-36f4-4c61-9553-90e6a1c1b8a6" providerId="AD" clId="Web-{B6FEB140-A3C3-943D-E39C-93F7AE1A4B46}" dt="2025-02-28T11:18:19.147" v="2437" actId="1076"/>
          <ac:picMkLst>
            <pc:docMk/>
            <pc:sldMk cId="855053669" sldId="466"/>
            <ac:picMk id="4" creationId="{0B1331F4-71D4-D014-C29E-46B80D8E40F6}"/>
          </ac:picMkLst>
        </pc:picChg>
      </pc:sldChg>
      <pc:sldChg chg="modSp add ord replId">
        <pc:chgData name="Avinash Arun Chauhan" userId="S::avinash.chauhan@mahindrauniversity.edu.in::241b5f3e-36f4-4c61-9553-90e6a1c1b8a6" providerId="AD" clId="Web-{B6FEB140-A3C3-943D-E39C-93F7AE1A4B46}" dt="2025-02-28T11:21:55.483" v="2569" actId="20577"/>
        <pc:sldMkLst>
          <pc:docMk/>
          <pc:sldMk cId="661248127" sldId="467"/>
        </pc:sldMkLst>
        <pc:spChg chg="mod">
          <ac:chgData name="Avinash Arun Chauhan" userId="S::avinash.chauhan@mahindrauniversity.edu.in::241b5f3e-36f4-4c61-9553-90e6a1c1b8a6" providerId="AD" clId="Web-{B6FEB140-A3C3-943D-E39C-93F7AE1A4B46}" dt="2025-02-28T11:19:30.540" v="2447" actId="20577"/>
          <ac:spMkLst>
            <pc:docMk/>
            <pc:sldMk cId="661248127" sldId="467"/>
            <ac:spMk id="2" creationId="{0E974464-01D7-17E3-4AE7-26EF2FF34CD4}"/>
          </ac:spMkLst>
        </pc:spChg>
        <pc:spChg chg="mod">
          <ac:chgData name="Avinash Arun Chauhan" userId="S::avinash.chauhan@mahindrauniversity.edu.in::241b5f3e-36f4-4c61-9553-90e6a1c1b8a6" providerId="AD" clId="Web-{B6FEB140-A3C3-943D-E39C-93F7AE1A4B46}" dt="2025-02-28T11:21:55.483" v="2569" actId="20577"/>
          <ac:spMkLst>
            <pc:docMk/>
            <pc:sldMk cId="661248127" sldId="467"/>
            <ac:spMk id="3" creationId="{87F64AFB-12D2-CE32-8255-52C5E6C16B7D}"/>
          </ac:spMkLst>
        </pc:spChg>
      </pc:sldChg>
      <pc:sldChg chg="modSp add replId">
        <pc:chgData name="Avinash Arun Chauhan" userId="S::avinash.chauhan@mahindrauniversity.edu.in::241b5f3e-36f4-4c61-9553-90e6a1c1b8a6" providerId="AD" clId="Web-{B6FEB140-A3C3-943D-E39C-93F7AE1A4B46}" dt="2025-02-28T11:22:46.938" v="2613" actId="20577"/>
        <pc:sldMkLst>
          <pc:docMk/>
          <pc:sldMk cId="443326895" sldId="468"/>
        </pc:sldMkLst>
        <pc:spChg chg="mod">
          <ac:chgData name="Avinash Arun Chauhan" userId="S::avinash.chauhan@mahindrauniversity.edu.in::241b5f3e-36f4-4c61-9553-90e6a1c1b8a6" providerId="AD" clId="Web-{B6FEB140-A3C3-943D-E39C-93F7AE1A4B46}" dt="2025-02-28T11:22:02.186" v="2571" actId="20577"/>
          <ac:spMkLst>
            <pc:docMk/>
            <pc:sldMk cId="443326895" sldId="468"/>
            <ac:spMk id="2" creationId="{6F4D4B4E-6010-C518-3BB4-D94B3F2C8F61}"/>
          </ac:spMkLst>
        </pc:spChg>
        <pc:spChg chg="mod">
          <ac:chgData name="Avinash Arun Chauhan" userId="S::avinash.chauhan@mahindrauniversity.edu.in::241b5f3e-36f4-4c61-9553-90e6a1c1b8a6" providerId="AD" clId="Web-{B6FEB140-A3C3-943D-E39C-93F7AE1A4B46}" dt="2025-02-28T11:22:46.938" v="2613" actId="20577"/>
          <ac:spMkLst>
            <pc:docMk/>
            <pc:sldMk cId="443326895" sldId="468"/>
            <ac:spMk id="3" creationId="{8116D0A0-9292-7712-5C60-A8907079CB20}"/>
          </ac:spMkLst>
        </pc:spChg>
      </pc:sldChg>
      <pc:sldChg chg="addSp delSp modSp add ord replId">
        <pc:chgData name="Avinash Arun Chauhan" userId="S::avinash.chauhan@mahindrauniversity.edu.in::241b5f3e-36f4-4c61-9553-90e6a1c1b8a6" providerId="AD" clId="Web-{B6FEB140-A3C3-943D-E39C-93F7AE1A4B46}" dt="2025-02-28T11:23:36.877" v="2625" actId="1076"/>
        <pc:sldMkLst>
          <pc:docMk/>
          <pc:sldMk cId="3230780544" sldId="469"/>
        </pc:sldMkLst>
        <pc:spChg chg="mod">
          <ac:chgData name="Avinash Arun Chauhan" userId="S::avinash.chauhan@mahindrauniversity.edu.in::241b5f3e-36f4-4c61-9553-90e6a1c1b8a6" providerId="AD" clId="Web-{B6FEB140-A3C3-943D-E39C-93F7AE1A4B46}" dt="2025-02-28T11:23:18.205" v="2618" actId="20577"/>
          <ac:spMkLst>
            <pc:docMk/>
            <pc:sldMk cId="3230780544" sldId="469"/>
            <ac:spMk id="2" creationId="{61998922-ADAF-8179-3D83-16DE977A4B06}"/>
          </ac:spMkLst>
        </pc:spChg>
        <pc:picChg chg="del">
          <ac:chgData name="Avinash Arun Chauhan" userId="S::avinash.chauhan@mahindrauniversity.edu.in::241b5f3e-36f4-4c61-9553-90e6a1c1b8a6" providerId="AD" clId="Web-{B6FEB140-A3C3-943D-E39C-93F7AE1A4B46}" dt="2025-02-28T11:23:19.439" v="2619"/>
          <ac:picMkLst>
            <pc:docMk/>
            <pc:sldMk cId="3230780544" sldId="469"/>
            <ac:picMk id="4" creationId="{38399E8C-7816-DB08-0EB5-2E8C90BEB3C0}"/>
          </ac:picMkLst>
        </pc:picChg>
        <pc:picChg chg="add mod">
          <ac:chgData name="Avinash Arun Chauhan" userId="S::avinash.chauhan@mahindrauniversity.edu.in::241b5f3e-36f4-4c61-9553-90e6a1c1b8a6" providerId="AD" clId="Web-{B6FEB140-A3C3-943D-E39C-93F7AE1A4B46}" dt="2025-02-28T11:23:36.877" v="2625" actId="1076"/>
          <ac:picMkLst>
            <pc:docMk/>
            <pc:sldMk cId="3230780544" sldId="469"/>
            <ac:picMk id="5" creationId="{8EC9C3C5-8390-093C-404F-AC695AEFDBF2}"/>
          </ac:picMkLst>
        </pc:picChg>
      </pc:sldChg>
      <pc:sldChg chg="modSp add ord replId">
        <pc:chgData name="Avinash Arun Chauhan" userId="S::avinash.chauhan@mahindrauniversity.edu.in::241b5f3e-36f4-4c61-9553-90e6a1c1b8a6" providerId="AD" clId="Web-{B6FEB140-A3C3-943D-E39C-93F7AE1A4B46}" dt="2025-02-28T11:26:10.945" v="2871" actId="20577"/>
        <pc:sldMkLst>
          <pc:docMk/>
          <pc:sldMk cId="741423929" sldId="470"/>
        </pc:sldMkLst>
        <pc:spChg chg="mod">
          <ac:chgData name="Avinash Arun Chauhan" userId="S::avinash.chauhan@mahindrauniversity.edu.in::241b5f3e-36f4-4c61-9553-90e6a1c1b8a6" providerId="AD" clId="Web-{B6FEB140-A3C3-943D-E39C-93F7AE1A4B46}" dt="2025-02-28T11:24:24.129" v="2630" actId="20577"/>
          <ac:spMkLst>
            <pc:docMk/>
            <pc:sldMk cId="741423929" sldId="470"/>
            <ac:spMk id="2" creationId="{46979946-9355-9127-BD6E-9CFA03B2C969}"/>
          </ac:spMkLst>
        </pc:spChg>
        <pc:spChg chg="mod">
          <ac:chgData name="Avinash Arun Chauhan" userId="S::avinash.chauhan@mahindrauniversity.edu.in::241b5f3e-36f4-4c61-9553-90e6a1c1b8a6" providerId="AD" clId="Web-{B6FEB140-A3C3-943D-E39C-93F7AE1A4B46}" dt="2025-02-28T11:26:10.945" v="2871" actId="20577"/>
          <ac:spMkLst>
            <pc:docMk/>
            <pc:sldMk cId="741423929" sldId="470"/>
            <ac:spMk id="3" creationId="{F15CBDE3-FFFF-DCD2-B356-7F49A2DD8D2D}"/>
          </ac:spMkLst>
        </pc:spChg>
      </pc:sldChg>
      <pc:sldChg chg="modSp add ord replId">
        <pc:chgData name="Avinash Arun Chauhan" userId="S::avinash.chauhan@mahindrauniversity.edu.in::241b5f3e-36f4-4c61-9553-90e6a1c1b8a6" providerId="AD" clId="Web-{B6FEB140-A3C3-943D-E39C-93F7AE1A4B46}" dt="2025-02-28T11:26:45.118" v="2881" actId="20577"/>
        <pc:sldMkLst>
          <pc:docMk/>
          <pc:sldMk cId="1676900672" sldId="471"/>
        </pc:sldMkLst>
        <pc:spChg chg="mod">
          <ac:chgData name="Avinash Arun Chauhan" userId="S::avinash.chauhan@mahindrauniversity.edu.in::241b5f3e-36f4-4c61-9553-90e6a1c1b8a6" providerId="AD" clId="Web-{B6FEB140-A3C3-943D-E39C-93F7AE1A4B46}" dt="2025-02-28T11:26:45.118" v="2881" actId="20577"/>
          <ac:spMkLst>
            <pc:docMk/>
            <pc:sldMk cId="1676900672" sldId="471"/>
            <ac:spMk id="3" creationId="{A4907B4F-8FAD-98D3-B18C-E19BA85A48C4}"/>
          </ac:spMkLst>
        </pc:spChg>
      </pc:sldChg>
      <pc:sldChg chg="modSp add replId">
        <pc:chgData name="Avinash Arun Chauhan" userId="S::avinash.chauhan@mahindrauniversity.edu.in::241b5f3e-36f4-4c61-9553-90e6a1c1b8a6" providerId="AD" clId="Web-{B6FEB140-A3C3-943D-E39C-93F7AE1A4B46}" dt="2025-02-28T11:27:01.025" v="2909" actId="20577"/>
        <pc:sldMkLst>
          <pc:docMk/>
          <pc:sldMk cId="1877125152" sldId="472"/>
        </pc:sldMkLst>
        <pc:spChg chg="mod">
          <ac:chgData name="Avinash Arun Chauhan" userId="S::avinash.chauhan@mahindrauniversity.edu.in::241b5f3e-36f4-4c61-9553-90e6a1c1b8a6" providerId="AD" clId="Web-{B6FEB140-A3C3-943D-E39C-93F7AE1A4B46}" dt="2025-02-28T11:27:01.025" v="2909" actId="20577"/>
          <ac:spMkLst>
            <pc:docMk/>
            <pc:sldMk cId="1877125152" sldId="472"/>
            <ac:spMk id="3" creationId="{A99AA19A-7FA1-0C09-15E6-95CEC9A3E3B3}"/>
          </ac:spMkLst>
        </pc:spChg>
      </pc:sldChg>
      <pc:sldChg chg="modSp add ord replId">
        <pc:chgData name="Avinash Arun Chauhan" userId="S::avinash.chauhan@mahindrauniversity.edu.in::241b5f3e-36f4-4c61-9553-90e6a1c1b8a6" providerId="AD" clId="Web-{B6FEB140-A3C3-943D-E39C-93F7AE1A4B46}" dt="2025-02-28T11:31:17.722" v="3012" actId="20577"/>
        <pc:sldMkLst>
          <pc:docMk/>
          <pc:sldMk cId="3471602696" sldId="473"/>
        </pc:sldMkLst>
        <pc:spChg chg="mod">
          <ac:chgData name="Avinash Arun Chauhan" userId="S::avinash.chauhan@mahindrauniversity.edu.in::241b5f3e-36f4-4c61-9553-90e6a1c1b8a6" providerId="AD" clId="Web-{B6FEB140-A3C3-943D-E39C-93F7AE1A4B46}" dt="2025-02-28T11:29:22.640" v="2922" actId="20577"/>
          <ac:spMkLst>
            <pc:docMk/>
            <pc:sldMk cId="3471602696" sldId="473"/>
            <ac:spMk id="2" creationId="{3855BB3B-E9DD-435F-60C1-3E7851792089}"/>
          </ac:spMkLst>
        </pc:spChg>
        <pc:spChg chg="mod">
          <ac:chgData name="Avinash Arun Chauhan" userId="S::avinash.chauhan@mahindrauniversity.edu.in::241b5f3e-36f4-4c61-9553-90e6a1c1b8a6" providerId="AD" clId="Web-{B6FEB140-A3C3-943D-E39C-93F7AE1A4B46}" dt="2025-02-28T11:31:17.722" v="3012" actId="20577"/>
          <ac:spMkLst>
            <pc:docMk/>
            <pc:sldMk cId="3471602696" sldId="473"/>
            <ac:spMk id="3" creationId="{1970E5E1-4B9F-C2CD-04E5-0C3D7718A049}"/>
          </ac:spMkLst>
        </pc:spChg>
      </pc:sldChg>
      <pc:sldChg chg="modSp add replId">
        <pc:chgData name="Avinash Arun Chauhan" userId="S::avinash.chauhan@mahindrauniversity.edu.in::241b5f3e-36f4-4c61-9553-90e6a1c1b8a6" providerId="AD" clId="Web-{B6FEB140-A3C3-943D-E39C-93F7AE1A4B46}" dt="2025-02-28T12:01:08.367" v="4304" actId="20577"/>
        <pc:sldMkLst>
          <pc:docMk/>
          <pc:sldMk cId="834908030" sldId="474"/>
        </pc:sldMkLst>
        <pc:spChg chg="mod">
          <ac:chgData name="Avinash Arun Chauhan" userId="S::avinash.chauhan@mahindrauniversity.edu.in::241b5f3e-36f4-4c61-9553-90e6a1c1b8a6" providerId="AD" clId="Web-{B6FEB140-A3C3-943D-E39C-93F7AE1A4B46}" dt="2025-02-28T11:32:16.224" v="3043" actId="20577"/>
          <ac:spMkLst>
            <pc:docMk/>
            <pc:sldMk cId="834908030" sldId="474"/>
            <ac:spMk id="2" creationId="{C8AD24A9-A36B-C897-B42D-BB1D2322BD76}"/>
          </ac:spMkLst>
        </pc:spChg>
        <pc:spChg chg="mod">
          <ac:chgData name="Avinash Arun Chauhan" userId="S::avinash.chauhan@mahindrauniversity.edu.in::241b5f3e-36f4-4c61-9553-90e6a1c1b8a6" providerId="AD" clId="Web-{B6FEB140-A3C3-943D-E39C-93F7AE1A4B46}" dt="2025-02-28T12:01:08.367" v="4304" actId="20577"/>
          <ac:spMkLst>
            <pc:docMk/>
            <pc:sldMk cId="834908030" sldId="474"/>
            <ac:spMk id="3" creationId="{F7100F6C-DF56-4EEC-5FA0-6E681179E3FB}"/>
          </ac:spMkLst>
        </pc:spChg>
      </pc:sldChg>
      <pc:sldChg chg="modSp add replId">
        <pc:chgData name="Avinash Arun Chauhan" userId="S::avinash.chauhan@mahindrauniversity.edu.in::241b5f3e-36f4-4c61-9553-90e6a1c1b8a6" providerId="AD" clId="Web-{B6FEB140-A3C3-943D-E39C-93F7AE1A4B46}" dt="2025-02-28T11:42:36.216" v="3280" actId="20577"/>
        <pc:sldMkLst>
          <pc:docMk/>
          <pc:sldMk cId="3550381690" sldId="475"/>
        </pc:sldMkLst>
        <pc:spChg chg="mod">
          <ac:chgData name="Avinash Arun Chauhan" userId="S::avinash.chauhan@mahindrauniversity.edu.in::241b5f3e-36f4-4c61-9553-90e6a1c1b8a6" providerId="AD" clId="Web-{B6FEB140-A3C3-943D-E39C-93F7AE1A4B46}" dt="2025-02-28T11:39:41.147" v="3201" actId="20577"/>
          <ac:spMkLst>
            <pc:docMk/>
            <pc:sldMk cId="3550381690" sldId="475"/>
            <ac:spMk id="2" creationId="{26859066-5911-3700-F086-05B60037EF77}"/>
          </ac:spMkLst>
        </pc:spChg>
        <pc:spChg chg="mod">
          <ac:chgData name="Avinash Arun Chauhan" userId="S::avinash.chauhan@mahindrauniversity.edu.in::241b5f3e-36f4-4c61-9553-90e6a1c1b8a6" providerId="AD" clId="Web-{B6FEB140-A3C3-943D-E39C-93F7AE1A4B46}" dt="2025-02-28T11:42:36.216" v="3280" actId="20577"/>
          <ac:spMkLst>
            <pc:docMk/>
            <pc:sldMk cId="3550381690" sldId="475"/>
            <ac:spMk id="3" creationId="{6A2D9CE9-4937-29E3-5996-EB10D5B49993}"/>
          </ac:spMkLst>
        </pc:spChg>
      </pc:sldChg>
      <pc:sldChg chg="modSp add ord replId">
        <pc:chgData name="Avinash Arun Chauhan" userId="S::avinash.chauhan@mahindrauniversity.edu.in::241b5f3e-36f4-4c61-9553-90e6a1c1b8a6" providerId="AD" clId="Web-{B6FEB140-A3C3-943D-E39C-93F7AE1A4B46}" dt="2025-02-28T11:42:58.216" v="3297" actId="20577"/>
        <pc:sldMkLst>
          <pc:docMk/>
          <pc:sldMk cId="4153259254" sldId="476"/>
        </pc:sldMkLst>
        <pc:spChg chg="mod">
          <ac:chgData name="Avinash Arun Chauhan" userId="S::avinash.chauhan@mahindrauniversity.edu.in::241b5f3e-36f4-4c61-9553-90e6a1c1b8a6" providerId="AD" clId="Web-{B6FEB140-A3C3-943D-E39C-93F7AE1A4B46}" dt="2025-02-28T11:42:58.216" v="3297" actId="20577"/>
          <ac:spMkLst>
            <pc:docMk/>
            <pc:sldMk cId="4153259254" sldId="476"/>
            <ac:spMk id="3" creationId="{A4EBA04A-5FAB-3C85-BEBB-7175D74CD3B9}"/>
          </ac:spMkLst>
        </pc:spChg>
      </pc:sldChg>
      <pc:sldChg chg="modSp add ord replId">
        <pc:chgData name="Avinash Arun Chauhan" userId="S::avinash.chauhan@mahindrauniversity.edu.in::241b5f3e-36f4-4c61-9553-90e6a1c1b8a6" providerId="AD" clId="Web-{B6FEB140-A3C3-943D-E39C-93F7AE1A4B46}" dt="2025-02-28T12:01:43.774" v="4374" actId="20577"/>
        <pc:sldMkLst>
          <pc:docMk/>
          <pc:sldMk cId="3801851615" sldId="477"/>
        </pc:sldMkLst>
        <pc:spChg chg="mod">
          <ac:chgData name="Avinash Arun Chauhan" userId="S::avinash.chauhan@mahindrauniversity.edu.in::241b5f3e-36f4-4c61-9553-90e6a1c1b8a6" providerId="AD" clId="Web-{B6FEB140-A3C3-943D-E39C-93F7AE1A4B46}" dt="2025-02-28T11:44:04.078" v="3323" actId="20577"/>
          <ac:spMkLst>
            <pc:docMk/>
            <pc:sldMk cId="3801851615" sldId="477"/>
            <ac:spMk id="2" creationId="{7B06B770-14E4-BC32-19B6-2253E7EBB4C0}"/>
          </ac:spMkLst>
        </pc:spChg>
        <pc:spChg chg="mod">
          <ac:chgData name="Avinash Arun Chauhan" userId="S::avinash.chauhan@mahindrauniversity.edu.in::241b5f3e-36f4-4c61-9553-90e6a1c1b8a6" providerId="AD" clId="Web-{B6FEB140-A3C3-943D-E39C-93F7AE1A4B46}" dt="2025-02-28T12:01:43.774" v="4374" actId="20577"/>
          <ac:spMkLst>
            <pc:docMk/>
            <pc:sldMk cId="3801851615" sldId="477"/>
            <ac:spMk id="3" creationId="{A791BFBA-1821-A1B1-BD8F-AEFDA82A55DD}"/>
          </ac:spMkLst>
        </pc:spChg>
      </pc:sldChg>
      <pc:sldChg chg="modSp add replId">
        <pc:chgData name="Avinash Arun Chauhan" userId="S::avinash.chauhan@mahindrauniversity.edu.in::241b5f3e-36f4-4c61-9553-90e6a1c1b8a6" providerId="AD" clId="Web-{B6FEB140-A3C3-943D-E39C-93F7AE1A4B46}" dt="2025-02-28T11:48:24.105" v="3818" actId="20577"/>
        <pc:sldMkLst>
          <pc:docMk/>
          <pc:sldMk cId="3644058412" sldId="478"/>
        </pc:sldMkLst>
        <pc:spChg chg="mod">
          <ac:chgData name="Avinash Arun Chauhan" userId="S::avinash.chauhan@mahindrauniversity.edu.in::241b5f3e-36f4-4c61-9553-90e6a1c1b8a6" providerId="AD" clId="Web-{B6FEB140-A3C3-943D-E39C-93F7AE1A4B46}" dt="2025-02-28T11:45:48.113" v="3485" actId="20577"/>
          <ac:spMkLst>
            <pc:docMk/>
            <pc:sldMk cId="3644058412" sldId="478"/>
            <ac:spMk id="2" creationId="{7E8ED6F9-C78A-6EF4-D1D7-0C618267103D}"/>
          </ac:spMkLst>
        </pc:spChg>
        <pc:spChg chg="mod">
          <ac:chgData name="Avinash Arun Chauhan" userId="S::avinash.chauhan@mahindrauniversity.edu.in::241b5f3e-36f4-4c61-9553-90e6a1c1b8a6" providerId="AD" clId="Web-{B6FEB140-A3C3-943D-E39C-93F7AE1A4B46}" dt="2025-02-28T11:48:24.105" v="3818" actId="20577"/>
          <ac:spMkLst>
            <pc:docMk/>
            <pc:sldMk cId="3644058412" sldId="478"/>
            <ac:spMk id="3" creationId="{993994D3-81D1-082B-C635-DEA69D46E23E}"/>
          </ac:spMkLst>
        </pc:spChg>
      </pc:sldChg>
      <pc:sldChg chg="modSp add replId">
        <pc:chgData name="Avinash Arun Chauhan" userId="S::avinash.chauhan@mahindrauniversity.edu.in::241b5f3e-36f4-4c61-9553-90e6a1c1b8a6" providerId="AD" clId="Web-{B6FEB140-A3C3-943D-E39C-93F7AE1A4B46}" dt="2025-02-28T11:52:36.567" v="4230" actId="20577"/>
        <pc:sldMkLst>
          <pc:docMk/>
          <pc:sldMk cId="3410386749" sldId="479"/>
        </pc:sldMkLst>
        <pc:spChg chg="mod">
          <ac:chgData name="Avinash Arun Chauhan" userId="S::avinash.chauhan@mahindrauniversity.edu.in::241b5f3e-36f4-4c61-9553-90e6a1c1b8a6" providerId="AD" clId="Web-{B6FEB140-A3C3-943D-E39C-93F7AE1A4B46}" dt="2025-02-28T11:49:28.357" v="3840" actId="20577"/>
          <ac:spMkLst>
            <pc:docMk/>
            <pc:sldMk cId="3410386749" sldId="479"/>
            <ac:spMk id="2" creationId="{9DEE656C-39FE-B4EB-07FA-C953342682DC}"/>
          </ac:spMkLst>
        </pc:spChg>
        <pc:spChg chg="mod">
          <ac:chgData name="Avinash Arun Chauhan" userId="S::avinash.chauhan@mahindrauniversity.edu.in::241b5f3e-36f4-4c61-9553-90e6a1c1b8a6" providerId="AD" clId="Web-{B6FEB140-A3C3-943D-E39C-93F7AE1A4B46}" dt="2025-02-28T11:52:36.567" v="4230" actId="20577"/>
          <ac:spMkLst>
            <pc:docMk/>
            <pc:sldMk cId="3410386749" sldId="479"/>
            <ac:spMk id="3" creationId="{ECDC5453-E833-DD77-5E6B-BBFE58FEBF1C}"/>
          </ac:spMkLst>
        </pc:spChg>
      </pc:sldChg>
      <pc:sldChg chg="addSp delSp modSp add replId">
        <pc:chgData name="Avinash Arun Chauhan" userId="S::avinash.chauhan@mahindrauniversity.edu.in::241b5f3e-36f4-4c61-9553-90e6a1c1b8a6" providerId="AD" clId="Web-{B6FEB140-A3C3-943D-E39C-93F7AE1A4B46}" dt="2025-02-28T11:59:00.862" v="4281" actId="20577"/>
        <pc:sldMkLst>
          <pc:docMk/>
          <pc:sldMk cId="214929715" sldId="480"/>
        </pc:sldMkLst>
        <pc:spChg chg="del mod">
          <ac:chgData name="Avinash Arun Chauhan" userId="S::avinash.chauhan@mahindrauniversity.edu.in::241b5f3e-36f4-4c61-9553-90e6a1c1b8a6" providerId="AD" clId="Web-{B6FEB140-A3C3-943D-E39C-93F7AE1A4B46}" dt="2025-02-28T11:52:51.364" v="4234"/>
          <ac:spMkLst>
            <pc:docMk/>
            <pc:sldMk cId="214929715" sldId="480"/>
            <ac:spMk id="3" creationId="{B8E47D16-0189-62F1-EB24-1636C5747954}"/>
          </ac:spMkLst>
        </pc:spChg>
        <pc:spChg chg="add del mod">
          <ac:chgData name="Avinash Arun Chauhan" userId="S::avinash.chauhan@mahindrauniversity.edu.in::241b5f3e-36f4-4c61-9553-90e6a1c1b8a6" providerId="AD" clId="Web-{B6FEB140-A3C3-943D-E39C-93F7AE1A4B46}" dt="2025-02-28T11:53:19.006" v="4235"/>
          <ac:spMkLst>
            <pc:docMk/>
            <pc:sldMk cId="214929715" sldId="480"/>
            <ac:spMk id="5" creationId="{4556EDAE-FA1B-A5F1-75AF-BC33199B788F}"/>
          </ac:spMkLst>
        </pc:spChg>
        <pc:spChg chg="add mod">
          <ac:chgData name="Avinash Arun Chauhan" userId="S::avinash.chauhan@mahindrauniversity.edu.in::241b5f3e-36f4-4c61-9553-90e6a1c1b8a6" providerId="AD" clId="Web-{B6FEB140-A3C3-943D-E39C-93F7AE1A4B46}" dt="2025-02-28T11:59:00.862" v="4281" actId="20577"/>
          <ac:spMkLst>
            <pc:docMk/>
            <pc:sldMk cId="214929715" sldId="480"/>
            <ac:spMk id="10" creationId="{FAF96C0B-9CBB-C528-7099-CFAB1247625C}"/>
          </ac:spMkLst>
        </pc:spChg>
        <pc:picChg chg="add mod ord modCrop">
          <ac:chgData name="Avinash Arun Chauhan" userId="S::avinash.chauhan@mahindrauniversity.edu.in::241b5f3e-36f4-4c61-9553-90e6a1c1b8a6" providerId="AD" clId="Web-{B6FEB140-A3C3-943D-E39C-93F7AE1A4B46}" dt="2025-02-28T11:53:30.772" v="4238" actId="1076"/>
          <ac:picMkLst>
            <pc:docMk/>
            <pc:sldMk cId="214929715" sldId="480"/>
            <ac:picMk id="9" creationId="{1AF78297-45C1-2B22-F501-47A44B257293}"/>
          </ac:picMkLst>
        </pc:picChg>
      </pc:sldChg>
      <pc:sldChg chg="modSp add ord replId">
        <pc:chgData name="Avinash Arun Chauhan" userId="S::avinash.chauhan@mahindrauniversity.edu.in::241b5f3e-36f4-4c61-9553-90e6a1c1b8a6" providerId="AD" clId="Web-{B6FEB140-A3C3-943D-E39C-93F7AE1A4B46}" dt="2025-02-28T12:00:23.225" v="4299" actId="20577"/>
        <pc:sldMkLst>
          <pc:docMk/>
          <pc:sldMk cId="1601459820" sldId="481"/>
        </pc:sldMkLst>
        <pc:spChg chg="mod">
          <ac:chgData name="Avinash Arun Chauhan" userId="S::avinash.chauhan@mahindrauniversity.edu.in::241b5f3e-36f4-4c61-9553-90e6a1c1b8a6" providerId="AD" clId="Web-{B6FEB140-A3C3-943D-E39C-93F7AE1A4B46}" dt="2025-02-28T12:00:14.865" v="4290" actId="20577"/>
          <ac:spMkLst>
            <pc:docMk/>
            <pc:sldMk cId="1601459820" sldId="481"/>
            <ac:spMk id="2" creationId="{2E562D1C-246E-BE14-1C84-4FF1B16103FA}"/>
          </ac:spMkLst>
        </pc:spChg>
        <pc:spChg chg="mod">
          <ac:chgData name="Avinash Arun Chauhan" userId="S::avinash.chauhan@mahindrauniversity.edu.in::241b5f3e-36f4-4c61-9553-90e6a1c1b8a6" providerId="AD" clId="Web-{B6FEB140-A3C3-943D-E39C-93F7AE1A4B46}" dt="2025-02-28T12:00:23.225" v="4299" actId="20577"/>
          <ac:spMkLst>
            <pc:docMk/>
            <pc:sldMk cId="1601459820" sldId="481"/>
            <ac:spMk id="3" creationId="{6C02F89E-AF0B-46B7-52A7-C5F4FBF6CD2C}"/>
          </ac:spMkLst>
        </pc:spChg>
      </pc:sldChg>
    </pc:docChg>
  </pc:docChgLst>
  <pc:docChgLst>
    <pc:chgData name="Avinash Arun Chauhan" userId="S::avinash.chauhan@mahindrauniversity.edu.in::241b5f3e-36f4-4c61-9553-90e6a1c1b8a6" providerId="AD" clId="Web-{310FFAC4-1AA7-C781-B2BF-45442C7B0B6E}"/>
    <pc:docChg chg="modSld sldOrd">
      <pc:chgData name="Avinash Arun Chauhan" userId="S::avinash.chauhan@mahindrauniversity.edu.in::241b5f3e-36f4-4c61-9553-90e6a1c1b8a6" providerId="AD" clId="Web-{310FFAC4-1AA7-C781-B2BF-45442C7B0B6E}" dt="2025-01-28T08:15:37.598" v="425"/>
      <pc:docMkLst>
        <pc:docMk/>
      </pc:docMkLst>
      <pc:sldChg chg="ord">
        <pc:chgData name="Avinash Arun Chauhan" userId="S::avinash.chauhan@mahindrauniversity.edu.in::241b5f3e-36f4-4c61-9553-90e6a1c1b8a6" providerId="AD" clId="Web-{310FFAC4-1AA7-C781-B2BF-45442C7B0B6E}" dt="2025-01-28T08:15:37.598" v="425"/>
        <pc:sldMkLst>
          <pc:docMk/>
          <pc:sldMk cId="3401666456" sldId="356"/>
        </pc:sldMkLst>
      </pc:sldChg>
      <pc:sldChg chg="addSp modSp">
        <pc:chgData name="Avinash Arun Chauhan" userId="S::avinash.chauhan@mahindrauniversity.edu.in::241b5f3e-36f4-4c61-9553-90e6a1c1b8a6" providerId="AD" clId="Web-{310FFAC4-1AA7-C781-B2BF-45442C7B0B6E}" dt="2025-01-28T08:14:56.831" v="424" actId="1076"/>
        <pc:sldMkLst>
          <pc:docMk/>
          <pc:sldMk cId="4056035360" sldId="357"/>
        </pc:sldMkLst>
      </pc:sldChg>
    </pc:docChg>
  </pc:docChgLst>
  <pc:docChgLst>
    <pc:chgData name="Avinash Arun Chauhan" userId="S::avinash.chauhan@mahindrauniversity.edu.in::241b5f3e-36f4-4c61-9553-90e6a1c1b8a6" providerId="AD" clId="Web-{33202E02-E355-E8B7-878E-453F3A8EBCF8}"/>
    <pc:docChg chg="addSld delSld modSld sldOrd">
      <pc:chgData name="Avinash Arun Chauhan" userId="S::avinash.chauhan@mahindrauniversity.edu.in::241b5f3e-36f4-4c61-9553-90e6a1c1b8a6" providerId="AD" clId="Web-{33202E02-E355-E8B7-878E-453F3A8EBCF8}" dt="2025-03-04T07:21:24.673" v="4783"/>
      <pc:docMkLst>
        <pc:docMk/>
      </pc:docMkLst>
      <pc:sldChg chg="modSp">
        <pc:chgData name="Avinash Arun Chauhan" userId="S::avinash.chauhan@mahindrauniversity.edu.in::241b5f3e-36f4-4c61-9553-90e6a1c1b8a6" providerId="AD" clId="Web-{33202E02-E355-E8B7-878E-453F3A8EBCF8}" dt="2025-03-04T04:28:52.130" v="18" actId="20577"/>
        <pc:sldMkLst>
          <pc:docMk/>
          <pc:sldMk cId="1540275285" sldId="256"/>
        </pc:sldMkLst>
        <pc:spChg chg="mod">
          <ac:chgData name="Avinash Arun Chauhan" userId="S::avinash.chauhan@mahindrauniversity.edu.in::241b5f3e-36f4-4c61-9553-90e6a1c1b8a6" providerId="AD" clId="Web-{33202E02-E355-E8B7-878E-453F3A8EBCF8}" dt="2025-03-04T04:28:52.130" v="18" actId="20577"/>
          <ac:spMkLst>
            <pc:docMk/>
            <pc:sldMk cId="1540275285" sldId="256"/>
            <ac:spMk id="2" creationId="{727870F2-A17E-4535-8ECE-F608007055B7}"/>
          </ac:spMkLst>
        </pc:spChg>
      </pc:sldChg>
      <pc:sldChg chg="modSp">
        <pc:chgData name="Avinash Arun Chauhan" userId="S::avinash.chauhan@mahindrauniversity.edu.in::241b5f3e-36f4-4c61-9553-90e6a1c1b8a6" providerId="AD" clId="Web-{33202E02-E355-E8B7-878E-453F3A8EBCF8}" dt="2025-03-04T05:03:33.896" v="361" actId="20577"/>
        <pc:sldMkLst>
          <pc:docMk/>
          <pc:sldMk cId="3811169343" sldId="426"/>
        </pc:sldMkLst>
        <pc:spChg chg="mod">
          <ac:chgData name="Avinash Arun Chauhan" userId="S::avinash.chauhan@mahindrauniversity.edu.in::241b5f3e-36f4-4c61-9553-90e6a1c1b8a6" providerId="AD" clId="Web-{33202E02-E355-E8B7-878E-453F3A8EBCF8}" dt="2025-03-04T05:03:33.896" v="361" actId="20577"/>
          <ac:spMkLst>
            <pc:docMk/>
            <pc:sldMk cId="3811169343" sldId="426"/>
            <ac:spMk id="3" creationId="{31932857-BFC7-D9FE-C8F3-E1C975AD4542}"/>
          </ac:spMkLst>
        </pc:spChg>
      </pc:sldChg>
      <pc:sldChg chg="modSp">
        <pc:chgData name="Avinash Arun Chauhan" userId="S::avinash.chauhan@mahindrauniversity.edu.in::241b5f3e-36f4-4c61-9553-90e6a1c1b8a6" providerId="AD" clId="Web-{33202E02-E355-E8B7-878E-453F3A8EBCF8}" dt="2025-03-04T04:30:32.852" v="35" actId="20577"/>
        <pc:sldMkLst>
          <pc:docMk/>
          <pc:sldMk cId="3924505761" sldId="445"/>
        </pc:sldMkLst>
        <pc:spChg chg="mod">
          <ac:chgData name="Avinash Arun Chauhan" userId="S::avinash.chauhan@mahindrauniversity.edu.in::241b5f3e-36f4-4c61-9553-90e6a1c1b8a6" providerId="AD" clId="Web-{33202E02-E355-E8B7-878E-453F3A8EBCF8}" dt="2025-03-04T04:30:32.852" v="35" actId="20577"/>
          <ac:spMkLst>
            <pc:docMk/>
            <pc:sldMk cId="3924505761" sldId="445"/>
            <ac:spMk id="3" creationId="{3CD8EBB5-37D0-C01C-F305-06E1A81FA5D6}"/>
          </ac:spMkLst>
        </pc:spChg>
      </pc:sldChg>
      <pc:sldChg chg="modSp">
        <pc:chgData name="Avinash Arun Chauhan" userId="S::avinash.chauhan@mahindrauniversity.edu.in::241b5f3e-36f4-4c61-9553-90e6a1c1b8a6" providerId="AD" clId="Web-{33202E02-E355-E8B7-878E-453F3A8EBCF8}" dt="2025-03-04T05:04:17.710" v="400" actId="20577"/>
        <pc:sldMkLst>
          <pc:docMk/>
          <pc:sldMk cId="1425644229" sldId="446"/>
        </pc:sldMkLst>
        <pc:spChg chg="mod">
          <ac:chgData name="Avinash Arun Chauhan" userId="S::avinash.chauhan@mahindrauniversity.edu.in::241b5f3e-36f4-4c61-9553-90e6a1c1b8a6" providerId="AD" clId="Web-{33202E02-E355-E8B7-878E-453F3A8EBCF8}" dt="2025-03-04T05:04:17.710" v="400" actId="20577"/>
          <ac:spMkLst>
            <pc:docMk/>
            <pc:sldMk cId="1425644229" sldId="446"/>
            <ac:spMk id="3" creationId="{BB1998E0-72CB-339E-B9FC-7C9E76D9C740}"/>
          </ac:spMkLst>
        </pc:spChg>
      </pc:sldChg>
      <pc:sldChg chg="addSp delSp modSp">
        <pc:chgData name="Avinash Arun Chauhan" userId="S::avinash.chauhan@mahindrauniversity.edu.in::241b5f3e-36f4-4c61-9553-90e6a1c1b8a6" providerId="AD" clId="Web-{33202E02-E355-E8B7-878E-453F3A8EBCF8}" dt="2025-03-04T06:33:56.041" v="3813" actId="20577"/>
        <pc:sldMkLst>
          <pc:docMk/>
          <pc:sldMk cId="2202899684" sldId="447"/>
        </pc:sldMkLst>
        <pc:spChg chg="mod">
          <ac:chgData name="Avinash Arun Chauhan" userId="S::avinash.chauhan@mahindrauniversity.edu.in::241b5f3e-36f4-4c61-9553-90e6a1c1b8a6" providerId="AD" clId="Web-{33202E02-E355-E8B7-878E-453F3A8EBCF8}" dt="2025-03-04T06:33:56.041" v="3813" actId="20577"/>
          <ac:spMkLst>
            <pc:docMk/>
            <pc:sldMk cId="2202899684" sldId="447"/>
            <ac:spMk id="2" creationId="{E9847788-3F79-4A9A-8806-0A3C5A40040F}"/>
          </ac:spMkLst>
        </pc:spChg>
        <pc:picChg chg="add mod modCrop">
          <ac:chgData name="Avinash Arun Chauhan" userId="S::avinash.chauhan@mahindrauniversity.edu.in::241b5f3e-36f4-4c61-9553-90e6a1c1b8a6" providerId="AD" clId="Web-{33202E02-E355-E8B7-878E-453F3A8EBCF8}" dt="2025-03-04T06:33:14.274" v="3795" actId="1076"/>
          <ac:picMkLst>
            <pc:docMk/>
            <pc:sldMk cId="2202899684" sldId="447"/>
            <ac:picMk id="3" creationId="{68E08664-4349-2D32-79E8-6B93FC238C13}"/>
          </ac:picMkLst>
        </pc:picChg>
        <pc:picChg chg="del">
          <ac:chgData name="Avinash Arun Chauhan" userId="S::avinash.chauhan@mahindrauniversity.edu.in::241b5f3e-36f4-4c61-9553-90e6a1c1b8a6" providerId="AD" clId="Web-{33202E02-E355-E8B7-878E-453F3A8EBCF8}" dt="2025-03-04T06:32:15.006" v="3789"/>
          <ac:picMkLst>
            <pc:docMk/>
            <pc:sldMk cId="2202899684" sldId="447"/>
            <ac:picMk id="4" creationId="{8788B275-F108-24A3-1962-74B5424587B2}"/>
          </ac:picMkLst>
        </pc:picChg>
      </pc:sldChg>
      <pc:sldChg chg="del">
        <pc:chgData name="Avinash Arun Chauhan" userId="S::avinash.chauhan@mahindrauniversity.edu.in::241b5f3e-36f4-4c61-9553-90e6a1c1b8a6" providerId="AD" clId="Web-{33202E02-E355-E8B7-878E-453F3A8EBCF8}" dt="2025-03-04T06:36:42.360" v="3859"/>
        <pc:sldMkLst>
          <pc:docMk/>
          <pc:sldMk cId="3245650646" sldId="448"/>
        </pc:sldMkLst>
      </pc:sldChg>
      <pc:sldChg chg="del">
        <pc:chgData name="Avinash Arun Chauhan" userId="S::avinash.chauhan@mahindrauniversity.edu.in::241b5f3e-36f4-4c61-9553-90e6a1c1b8a6" providerId="AD" clId="Web-{33202E02-E355-E8B7-878E-453F3A8EBCF8}" dt="2025-03-04T06:36:43.954" v="3860"/>
        <pc:sldMkLst>
          <pc:docMk/>
          <pc:sldMk cId="1929007449" sldId="449"/>
        </pc:sldMkLst>
      </pc:sldChg>
      <pc:sldChg chg="del">
        <pc:chgData name="Avinash Arun Chauhan" userId="S::avinash.chauhan@mahindrauniversity.edu.in::241b5f3e-36f4-4c61-9553-90e6a1c1b8a6" providerId="AD" clId="Web-{33202E02-E355-E8B7-878E-453F3A8EBCF8}" dt="2025-03-04T06:36:46.672" v="3864"/>
        <pc:sldMkLst>
          <pc:docMk/>
          <pc:sldMk cId="1547259945" sldId="450"/>
        </pc:sldMkLst>
      </pc:sldChg>
      <pc:sldChg chg="del">
        <pc:chgData name="Avinash Arun Chauhan" userId="S::avinash.chauhan@mahindrauniversity.edu.in::241b5f3e-36f4-4c61-9553-90e6a1c1b8a6" providerId="AD" clId="Web-{33202E02-E355-E8B7-878E-453F3A8EBCF8}" dt="2025-03-04T06:36:47.485" v="3865"/>
        <pc:sldMkLst>
          <pc:docMk/>
          <pc:sldMk cId="1257462275" sldId="451"/>
        </pc:sldMkLst>
      </pc:sldChg>
      <pc:sldChg chg="del">
        <pc:chgData name="Avinash Arun Chauhan" userId="S::avinash.chauhan@mahindrauniversity.edu.in::241b5f3e-36f4-4c61-9553-90e6a1c1b8a6" providerId="AD" clId="Web-{33202E02-E355-E8B7-878E-453F3A8EBCF8}" dt="2025-03-04T06:36:48.454" v="3867"/>
        <pc:sldMkLst>
          <pc:docMk/>
          <pc:sldMk cId="3995970400" sldId="452"/>
        </pc:sldMkLst>
      </pc:sldChg>
      <pc:sldChg chg="del">
        <pc:chgData name="Avinash Arun Chauhan" userId="S::avinash.chauhan@mahindrauniversity.edu.in::241b5f3e-36f4-4c61-9553-90e6a1c1b8a6" providerId="AD" clId="Web-{33202E02-E355-E8B7-878E-453F3A8EBCF8}" dt="2025-03-04T06:36:49.172" v="3868"/>
        <pc:sldMkLst>
          <pc:docMk/>
          <pc:sldMk cId="3382390238" sldId="453"/>
        </pc:sldMkLst>
      </pc:sldChg>
      <pc:sldChg chg="del">
        <pc:chgData name="Avinash Arun Chauhan" userId="S::avinash.chauhan@mahindrauniversity.edu.in::241b5f3e-36f4-4c61-9553-90e6a1c1b8a6" providerId="AD" clId="Web-{33202E02-E355-E8B7-878E-453F3A8EBCF8}" dt="2025-03-04T06:36:49.532" v="3869"/>
        <pc:sldMkLst>
          <pc:docMk/>
          <pc:sldMk cId="710131590" sldId="454"/>
        </pc:sldMkLst>
      </pc:sldChg>
      <pc:sldChg chg="del">
        <pc:chgData name="Avinash Arun Chauhan" userId="S::avinash.chauhan@mahindrauniversity.edu.in::241b5f3e-36f4-4c61-9553-90e6a1c1b8a6" providerId="AD" clId="Web-{33202E02-E355-E8B7-878E-453F3A8EBCF8}" dt="2025-03-04T06:36:57.970" v="3884"/>
        <pc:sldMkLst>
          <pc:docMk/>
          <pc:sldMk cId="1056610447" sldId="455"/>
        </pc:sldMkLst>
      </pc:sldChg>
      <pc:sldChg chg="del">
        <pc:chgData name="Avinash Arun Chauhan" userId="S::avinash.chauhan@mahindrauniversity.edu.in::241b5f3e-36f4-4c61-9553-90e6a1c1b8a6" providerId="AD" clId="Web-{33202E02-E355-E8B7-878E-453F3A8EBCF8}" dt="2025-03-04T06:37:01.220" v="3886"/>
        <pc:sldMkLst>
          <pc:docMk/>
          <pc:sldMk cId="3151237808" sldId="456"/>
        </pc:sldMkLst>
      </pc:sldChg>
      <pc:sldChg chg="del">
        <pc:chgData name="Avinash Arun Chauhan" userId="S::avinash.chauhan@mahindrauniversity.edu.in::241b5f3e-36f4-4c61-9553-90e6a1c1b8a6" providerId="AD" clId="Web-{33202E02-E355-E8B7-878E-453F3A8EBCF8}" dt="2025-03-04T06:37:03.126" v="3887"/>
        <pc:sldMkLst>
          <pc:docMk/>
          <pc:sldMk cId="3425558394" sldId="457"/>
        </pc:sldMkLst>
      </pc:sldChg>
      <pc:sldChg chg="del">
        <pc:chgData name="Avinash Arun Chauhan" userId="S::avinash.chauhan@mahindrauniversity.edu.in::241b5f3e-36f4-4c61-9553-90e6a1c1b8a6" providerId="AD" clId="Web-{33202E02-E355-E8B7-878E-453F3A8EBCF8}" dt="2025-03-04T06:36:50.688" v="3870"/>
        <pc:sldMkLst>
          <pc:docMk/>
          <pc:sldMk cId="695737555" sldId="458"/>
        </pc:sldMkLst>
      </pc:sldChg>
      <pc:sldChg chg="del">
        <pc:chgData name="Avinash Arun Chauhan" userId="S::avinash.chauhan@mahindrauniversity.edu.in::241b5f3e-36f4-4c61-9553-90e6a1c1b8a6" providerId="AD" clId="Web-{33202E02-E355-E8B7-878E-453F3A8EBCF8}" dt="2025-03-04T06:36:50.782" v="3871"/>
        <pc:sldMkLst>
          <pc:docMk/>
          <pc:sldMk cId="3273740067" sldId="459"/>
        </pc:sldMkLst>
      </pc:sldChg>
      <pc:sldChg chg="del">
        <pc:chgData name="Avinash Arun Chauhan" userId="S::avinash.chauhan@mahindrauniversity.edu.in::241b5f3e-36f4-4c61-9553-90e6a1c1b8a6" providerId="AD" clId="Web-{33202E02-E355-E8B7-878E-453F3A8EBCF8}" dt="2025-03-04T06:36:51.251" v="3872"/>
        <pc:sldMkLst>
          <pc:docMk/>
          <pc:sldMk cId="1623255389" sldId="460"/>
        </pc:sldMkLst>
      </pc:sldChg>
      <pc:sldChg chg="del">
        <pc:chgData name="Avinash Arun Chauhan" userId="S::avinash.chauhan@mahindrauniversity.edu.in::241b5f3e-36f4-4c61-9553-90e6a1c1b8a6" providerId="AD" clId="Web-{33202E02-E355-E8B7-878E-453F3A8EBCF8}" dt="2025-03-04T06:36:51.923" v="3873"/>
        <pc:sldMkLst>
          <pc:docMk/>
          <pc:sldMk cId="3573909319" sldId="461"/>
        </pc:sldMkLst>
      </pc:sldChg>
      <pc:sldChg chg="del">
        <pc:chgData name="Avinash Arun Chauhan" userId="S::avinash.chauhan@mahindrauniversity.edu.in::241b5f3e-36f4-4c61-9553-90e6a1c1b8a6" providerId="AD" clId="Web-{33202E02-E355-E8B7-878E-453F3A8EBCF8}" dt="2025-03-04T06:36:52.626" v="3874"/>
        <pc:sldMkLst>
          <pc:docMk/>
          <pc:sldMk cId="591931453" sldId="462"/>
        </pc:sldMkLst>
      </pc:sldChg>
      <pc:sldChg chg="del">
        <pc:chgData name="Avinash Arun Chauhan" userId="S::avinash.chauhan@mahindrauniversity.edu.in::241b5f3e-36f4-4c61-9553-90e6a1c1b8a6" providerId="AD" clId="Web-{33202E02-E355-E8B7-878E-453F3A8EBCF8}" dt="2025-03-04T06:36:53.141" v="3875"/>
        <pc:sldMkLst>
          <pc:docMk/>
          <pc:sldMk cId="2254286999" sldId="463"/>
        </pc:sldMkLst>
      </pc:sldChg>
      <pc:sldChg chg="del">
        <pc:chgData name="Avinash Arun Chauhan" userId="S::avinash.chauhan@mahindrauniversity.edu.in::241b5f3e-36f4-4c61-9553-90e6a1c1b8a6" providerId="AD" clId="Web-{33202E02-E355-E8B7-878E-453F3A8EBCF8}" dt="2025-03-04T06:36:54.766" v="3878"/>
        <pc:sldMkLst>
          <pc:docMk/>
          <pc:sldMk cId="2194272374" sldId="464"/>
        </pc:sldMkLst>
      </pc:sldChg>
      <pc:sldChg chg="del">
        <pc:chgData name="Avinash Arun Chauhan" userId="S::avinash.chauhan@mahindrauniversity.edu.in::241b5f3e-36f4-4c61-9553-90e6a1c1b8a6" providerId="AD" clId="Web-{33202E02-E355-E8B7-878E-453F3A8EBCF8}" dt="2025-03-04T06:36:55.720" v="3879"/>
        <pc:sldMkLst>
          <pc:docMk/>
          <pc:sldMk cId="484314122" sldId="465"/>
        </pc:sldMkLst>
      </pc:sldChg>
      <pc:sldChg chg="del">
        <pc:chgData name="Avinash Arun Chauhan" userId="S::avinash.chauhan@mahindrauniversity.edu.in::241b5f3e-36f4-4c61-9553-90e6a1c1b8a6" providerId="AD" clId="Web-{33202E02-E355-E8B7-878E-453F3A8EBCF8}" dt="2025-03-04T06:36:55.766" v="3880"/>
        <pc:sldMkLst>
          <pc:docMk/>
          <pc:sldMk cId="661248127" sldId="467"/>
        </pc:sldMkLst>
      </pc:sldChg>
      <pc:sldChg chg="del">
        <pc:chgData name="Avinash Arun Chauhan" userId="S::avinash.chauhan@mahindrauniversity.edu.in::241b5f3e-36f4-4c61-9553-90e6a1c1b8a6" providerId="AD" clId="Web-{33202E02-E355-E8B7-878E-453F3A8EBCF8}" dt="2025-03-04T06:36:56.298" v="3881"/>
        <pc:sldMkLst>
          <pc:docMk/>
          <pc:sldMk cId="443326895" sldId="468"/>
        </pc:sldMkLst>
      </pc:sldChg>
      <pc:sldChg chg="del">
        <pc:chgData name="Avinash Arun Chauhan" userId="S::avinash.chauhan@mahindrauniversity.edu.in::241b5f3e-36f4-4c61-9553-90e6a1c1b8a6" providerId="AD" clId="Web-{33202E02-E355-E8B7-878E-453F3A8EBCF8}" dt="2025-03-04T06:36:56.876" v="3882"/>
        <pc:sldMkLst>
          <pc:docMk/>
          <pc:sldMk cId="3230780544" sldId="469"/>
        </pc:sldMkLst>
      </pc:sldChg>
      <pc:sldChg chg="del">
        <pc:chgData name="Avinash Arun Chauhan" userId="S::avinash.chauhan@mahindrauniversity.edu.in::241b5f3e-36f4-4c61-9553-90e6a1c1b8a6" providerId="AD" clId="Web-{33202E02-E355-E8B7-878E-453F3A8EBCF8}" dt="2025-03-04T06:36:59.407" v="3885"/>
        <pc:sldMkLst>
          <pc:docMk/>
          <pc:sldMk cId="741423929" sldId="470"/>
        </pc:sldMkLst>
      </pc:sldChg>
      <pc:sldChg chg="del">
        <pc:chgData name="Avinash Arun Chauhan" userId="S::avinash.chauhan@mahindrauniversity.edu.in::241b5f3e-36f4-4c61-9553-90e6a1c1b8a6" providerId="AD" clId="Web-{33202E02-E355-E8B7-878E-453F3A8EBCF8}" dt="2025-03-04T06:37:21.846" v="3889"/>
        <pc:sldMkLst>
          <pc:docMk/>
          <pc:sldMk cId="1676900672" sldId="471"/>
        </pc:sldMkLst>
      </pc:sldChg>
      <pc:sldChg chg="del">
        <pc:chgData name="Avinash Arun Chauhan" userId="S::avinash.chauhan@mahindrauniversity.edu.in::241b5f3e-36f4-4c61-9553-90e6a1c1b8a6" providerId="AD" clId="Web-{33202E02-E355-E8B7-878E-453F3A8EBCF8}" dt="2025-03-04T06:37:35.721" v="3899"/>
        <pc:sldMkLst>
          <pc:docMk/>
          <pc:sldMk cId="1877125152" sldId="472"/>
        </pc:sldMkLst>
      </pc:sldChg>
      <pc:sldChg chg="del">
        <pc:chgData name="Avinash Arun Chauhan" userId="S::avinash.chauhan@mahindrauniversity.edu.in::241b5f3e-36f4-4c61-9553-90e6a1c1b8a6" providerId="AD" clId="Web-{33202E02-E355-E8B7-878E-453F3A8EBCF8}" dt="2025-03-04T06:37:25.096" v="3890"/>
        <pc:sldMkLst>
          <pc:docMk/>
          <pc:sldMk cId="3471602696" sldId="473"/>
        </pc:sldMkLst>
      </pc:sldChg>
      <pc:sldChg chg="del">
        <pc:chgData name="Avinash Arun Chauhan" userId="S::avinash.chauhan@mahindrauniversity.edu.in::241b5f3e-36f4-4c61-9553-90e6a1c1b8a6" providerId="AD" clId="Web-{33202E02-E355-E8B7-878E-453F3A8EBCF8}" dt="2025-03-04T06:37:27.174" v="3891"/>
        <pc:sldMkLst>
          <pc:docMk/>
          <pc:sldMk cId="834908030" sldId="474"/>
        </pc:sldMkLst>
      </pc:sldChg>
      <pc:sldChg chg="del">
        <pc:chgData name="Avinash Arun Chauhan" userId="S::avinash.chauhan@mahindrauniversity.edu.in::241b5f3e-36f4-4c61-9553-90e6a1c1b8a6" providerId="AD" clId="Web-{33202E02-E355-E8B7-878E-453F3A8EBCF8}" dt="2025-03-04T06:37:30.487" v="3893"/>
        <pc:sldMkLst>
          <pc:docMk/>
          <pc:sldMk cId="3550381690" sldId="475"/>
        </pc:sldMkLst>
      </pc:sldChg>
      <pc:sldChg chg="del">
        <pc:chgData name="Avinash Arun Chauhan" userId="S::avinash.chauhan@mahindrauniversity.edu.in::241b5f3e-36f4-4c61-9553-90e6a1c1b8a6" providerId="AD" clId="Web-{33202E02-E355-E8B7-878E-453F3A8EBCF8}" dt="2025-03-04T06:37:32.143" v="3894"/>
        <pc:sldMkLst>
          <pc:docMk/>
          <pc:sldMk cId="4153259254" sldId="476"/>
        </pc:sldMkLst>
      </pc:sldChg>
      <pc:sldChg chg="del">
        <pc:chgData name="Avinash Arun Chauhan" userId="S::avinash.chauhan@mahindrauniversity.edu.in::241b5f3e-36f4-4c61-9553-90e6a1c1b8a6" providerId="AD" clId="Web-{33202E02-E355-E8B7-878E-453F3A8EBCF8}" dt="2025-03-04T06:37:36.659" v="3900"/>
        <pc:sldMkLst>
          <pc:docMk/>
          <pc:sldMk cId="3801851615" sldId="477"/>
        </pc:sldMkLst>
      </pc:sldChg>
      <pc:sldChg chg="del">
        <pc:chgData name="Avinash Arun Chauhan" userId="S::avinash.chauhan@mahindrauniversity.edu.in::241b5f3e-36f4-4c61-9553-90e6a1c1b8a6" providerId="AD" clId="Web-{33202E02-E355-E8B7-878E-453F3A8EBCF8}" dt="2025-03-04T06:37:38.893" v="3903"/>
        <pc:sldMkLst>
          <pc:docMk/>
          <pc:sldMk cId="3644058412" sldId="478"/>
        </pc:sldMkLst>
      </pc:sldChg>
      <pc:sldChg chg="del">
        <pc:chgData name="Avinash Arun Chauhan" userId="S::avinash.chauhan@mahindrauniversity.edu.in::241b5f3e-36f4-4c61-9553-90e6a1c1b8a6" providerId="AD" clId="Web-{33202E02-E355-E8B7-878E-453F3A8EBCF8}" dt="2025-03-04T06:37:39.846" v="3904"/>
        <pc:sldMkLst>
          <pc:docMk/>
          <pc:sldMk cId="3410386749" sldId="479"/>
        </pc:sldMkLst>
      </pc:sldChg>
      <pc:sldChg chg="del">
        <pc:chgData name="Avinash Arun Chauhan" userId="S::avinash.chauhan@mahindrauniversity.edu.in::241b5f3e-36f4-4c61-9553-90e6a1c1b8a6" providerId="AD" clId="Web-{33202E02-E355-E8B7-878E-453F3A8EBCF8}" dt="2025-03-04T06:37:40.424" v="3905"/>
        <pc:sldMkLst>
          <pc:docMk/>
          <pc:sldMk cId="214929715" sldId="480"/>
        </pc:sldMkLst>
      </pc:sldChg>
      <pc:sldChg chg="del">
        <pc:chgData name="Avinash Arun Chauhan" userId="S::avinash.chauhan@mahindrauniversity.edu.in::241b5f3e-36f4-4c61-9553-90e6a1c1b8a6" providerId="AD" clId="Web-{33202E02-E355-E8B7-878E-453F3A8EBCF8}" dt="2025-03-04T06:37:04.392" v="3888"/>
        <pc:sldMkLst>
          <pc:docMk/>
          <pc:sldMk cId="2362649363" sldId="482"/>
        </pc:sldMkLst>
      </pc:sldChg>
      <pc:sldChg chg="del">
        <pc:chgData name="Avinash Arun Chauhan" userId="S::avinash.chauhan@mahindrauniversity.edu.in::241b5f3e-36f4-4c61-9553-90e6a1c1b8a6" providerId="AD" clId="Web-{33202E02-E355-E8B7-878E-453F3A8EBCF8}" dt="2025-03-04T06:37:42.487" v="3906"/>
        <pc:sldMkLst>
          <pc:docMk/>
          <pc:sldMk cId="1303577956" sldId="483"/>
        </pc:sldMkLst>
      </pc:sldChg>
      <pc:sldChg chg="del">
        <pc:chgData name="Avinash Arun Chauhan" userId="S::avinash.chauhan@mahindrauniversity.edu.in::241b5f3e-36f4-4c61-9553-90e6a1c1b8a6" providerId="AD" clId="Web-{33202E02-E355-E8B7-878E-453F3A8EBCF8}" dt="2025-03-04T06:36:44.985" v="3861"/>
        <pc:sldMkLst>
          <pc:docMk/>
          <pc:sldMk cId="1554059342" sldId="484"/>
        </pc:sldMkLst>
      </pc:sldChg>
      <pc:sldChg chg="del">
        <pc:chgData name="Avinash Arun Chauhan" userId="S::avinash.chauhan@mahindrauniversity.edu.in::241b5f3e-36f4-4c61-9553-90e6a1c1b8a6" providerId="AD" clId="Web-{33202E02-E355-E8B7-878E-453F3A8EBCF8}" dt="2025-03-04T06:36:45.891" v="3862"/>
        <pc:sldMkLst>
          <pc:docMk/>
          <pc:sldMk cId="2260623868" sldId="485"/>
        </pc:sldMkLst>
      </pc:sldChg>
      <pc:sldChg chg="del">
        <pc:chgData name="Avinash Arun Chauhan" userId="S::avinash.chauhan@mahindrauniversity.edu.in::241b5f3e-36f4-4c61-9553-90e6a1c1b8a6" providerId="AD" clId="Web-{33202E02-E355-E8B7-878E-453F3A8EBCF8}" dt="2025-03-04T06:36:46.329" v="3863"/>
        <pc:sldMkLst>
          <pc:docMk/>
          <pc:sldMk cId="2448879130" sldId="486"/>
        </pc:sldMkLst>
      </pc:sldChg>
      <pc:sldChg chg="del">
        <pc:chgData name="Avinash Arun Chauhan" userId="S::avinash.chauhan@mahindrauniversity.edu.in::241b5f3e-36f4-4c61-9553-90e6a1c1b8a6" providerId="AD" clId="Web-{33202E02-E355-E8B7-878E-453F3A8EBCF8}" dt="2025-03-04T06:36:47.969" v="3866"/>
        <pc:sldMkLst>
          <pc:docMk/>
          <pc:sldMk cId="2853831445" sldId="487"/>
        </pc:sldMkLst>
      </pc:sldChg>
      <pc:sldChg chg="del">
        <pc:chgData name="Avinash Arun Chauhan" userId="S::avinash.chauhan@mahindrauniversity.edu.in::241b5f3e-36f4-4c61-9553-90e6a1c1b8a6" providerId="AD" clId="Web-{33202E02-E355-E8B7-878E-453F3A8EBCF8}" dt="2025-03-04T06:36:54.204" v="3877"/>
        <pc:sldMkLst>
          <pc:docMk/>
          <pc:sldMk cId="1797309917" sldId="488"/>
        </pc:sldMkLst>
      </pc:sldChg>
      <pc:sldChg chg="del">
        <pc:chgData name="Avinash Arun Chauhan" userId="S::avinash.chauhan@mahindrauniversity.edu.in::241b5f3e-36f4-4c61-9553-90e6a1c1b8a6" providerId="AD" clId="Web-{33202E02-E355-E8B7-878E-453F3A8EBCF8}" dt="2025-03-04T06:36:53.657" v="3876"/>
        <pc:sldMkLst>
          <pc:docMk/>
          <pc:sldMk cId="3811111185" sldId="489"/>
        </pc:sldMkLst>
      </pc:sldChg>
      <pc:sldChg chg="del">
        <pc:chgData name="Avinash Arun Chauhan" userId="S::avinash.chauhan@mahindrauniversity.edu.in::241b5f3e-36f4-4c61-9553-90e6a1c1b8a6" providerId="AD" clId="Web-{33202E02-E355-E8B7-878E-453F3A8EBCF8}" dt="2025-03-04T06:36:57.407" v="3883"/>
        <pc:sldMkLst>
          <pc:docMk/>
          <pc:sldMk cId="3241686281" sldId="490"/>
        </pc:sldMkLst>
      </pc:sldChg>
      <pc:sldChg chg="del">
        <pc:chgData name="Avinash Arun Chauhan" userId="S::avinash.chauhan@mahindrauniversity.edu.in::241b5f3e-36f4-4c61-9553-90e6a1c1b8a6" providerId="AD" clId="Web-{33202E02-E355-E8B7-878E-453F3A8EBCF8}" dt="2025-03-04T06:37:28.752" v="3892"/>
        <pc:sldMkLst>
          <pc:docMk/>
          <pc:sldMk cId="1595328450" sldId="491"/>
        </pc:sldMkLst>
      </pc:sldChg>
      <pc:sldChg chg="del">
        <pc:chgData name="Avinash Arun Chauhan" userId="S::avinash.chauhan@mahindrauniversity.edu.in::241b5f3e-36f4-4c61-9553-90e6a1c1b8a6" providerId="AD" clId="Web-{33202E02-E355-E8B7-878E-453F3A8EBCF8}" dt="2025-03-04T06:37:38.424" v="3902"/>
        <pc:sldMkLst>
          <pc:docMk/>
          <pc:sldMk cId="3296502734" sldId="492"/>
        </pc:sldMkLst>
      </pc:sldChg>
      <pc:sldChg chg="del">
        <pc:chgData name="Avinash Arun Chauhan" userId="S::avinash.chauhan@mahindrauniversity.edu.in::241b5f3e-36f4-4c61-9553-90e6a1c1b8a6" providerId="AD" clId="Web-{33202E02-E355-E8B7-878E-453F3A8EBCF8}" dt="2025-03-04T06:37:37.424" v="3901"/>
        <pc:sldMkLst>
          <pc:docMk/>
          <pc:sldMk cId="3193196148" sldId="493"/>
        </pc:sldMkLst>
      </pc:sldChg>
      <pc:sldChg chg="del">
        <pc:chgData name="Avinash Arun Chauhan" userId="S::avinash.chauhan@mahindrauniversity.edu.in::241b5f3e-36f4-4c61-9553-90e6a1c1b8a6" providerId="AD" clId="Web-{33202E02-E355-E8B7-878E-453F3A8EBCF8}" dt="2025-03-04T06:37:32.862" v="3895"/>
        <pc:sldMkLst>
          <pc:docMk/>
          <pc:sldMk cId="1216913954" sldId="494"/>
        </pc:sldMkLst>
      </pc:sldChg>
      <pc:sldChg chg="del">
        <pc:chgData name="Avinash Arun Chauhan" userId="S::avinash.chauhan@mahindrauniversity.edu.in::241b5f3e-36f4-4c61-9553-90e6a1c1b8a6" providerId="AD" clId="Web-{33202E02-E355-E8B7-878E-453F3A8EBCF8}" dt="2025-03-04T06:37:33.440" v="3896"/>
        <pc:sldMkLst>
          <pc:docMk/>
          <pc:sldMk cId="17115714" sldId="495"/>
        </pc:sldMkLst>
      </pc:sldChg>
      <pc:sldChg chg="del">
        <pc:chgData name="Avinash Arun Chauhan" userId="S::avinash.chauhan@mahindrauniversity.edu.in::241b5f3e-36f4-4c61-9553-90e6a1c1b8a6" providerId="AD" clId="Web-{33202E02-E355-E8B7-878E-453F3A8EBCF8}" dt="2025-03-04T06:37:34.034" v="3897"/>
        <pc:sldMkLst>
          <pc:docMk/>
          <pc:sldMk cId="2740781287" sldId="496"/>
        </pc:sldMkLst>
      </pc:sldChg>
      <pc:sldChg chg="del">
        <pc:chgData name="Avinash Arun Chauhan" userId="S::avinash.chauhan@mahindrauniversity.edu.in::241b5f3e-36f4-4c61-9553-90e6a1c1b8a6" providerId="AD" clId="Web-{33202E02-E355-E8B7-878E-453F3A8EBCF8}" dt="2025-03-04T06:37:34.940" v="3898"/>
        <pc:sldMkLst>
          <pc:docMk/>
          <pc:sldMk cId="1423176506" sldId="497"/>
        </pc:sldMkLst>
      </pc:sldChg>
      <pc:sldChg chg="modSp add del ord replId">
        <pc:chgData name="Avinash Arun Chauhan" userId="S::avinash.chauhan@mahindrauniversity.edu.in::241b5f3e-36f4-4c61-9553-90e6a1c1b8a6" providerId="AD" clId="Web-{33202E02-E355-E8B7-878E-453F3A8EBCF8}" dt="2025-03-04T05:00:26.592" v="118"/>
        <pc:sldMkLst>
          <pc:docMk/>
          <pc:sldMk cId="3099959883" sldId="498"/>
        </pc:sldMkLst>
        <pc:spChg chg="mod">
          <ac:chgData name="Avinash Arun Chauhan" userId="S::avinash.chauhan@mahindrauniversity.edu.in::241b5f3e-36f4-4c61-9553-90e6a1c1b8a6" providerId="AD" clId="Web-{33202E02-E355-E8B7-878E-453F3A8EBCF8}" dt="2025-03-04T04:31:24.853" v="40" actId="20577"/>
          <ac:spMkLst>
            <pc:docMk/>
            <pc:sldMk cId="3099959883" sldId="498"/>
            <ac:spMk id="2" creationId="{100F2709-CFE1-CD23-C25E-E5D8FDFAF785}"/>
          </ac:spMkLst>
        </pc:spChg>
        <pc:spChg chg="mod">
          <ac:chgData name="Avinash Arun Chauhan" userId="S::avinash.chauhan@mahindrauniversity.edu.in::241b5f3e-36f4-4c61-9553-90e6a1c1b8a6" providerId="AD" clId="Web-{33202E02-E355-E8B7-878E-453F3A8EBCF8}" dt="2025-03-04T04:32:41.980" v="117" actId="20577"/>
          <ac:spMkLst>
            <pc:docMk/>
            <pc:sldMk cId="3099959883" sldId="498"/>
            <ac:spMk id="3" creationId="{C7E2379C-C377-B664-05E9-56FD4BE4675A}"/>
          </ac:spMkLst>
        </pc:spChg>
      </pc:sldChg>
      <pc:sldChg chg="modSp add replId">
        <pc:chgData name="Avinash Arun Chauhan" userId="S::avinash.chauhan@mahindrauniversity.edu.in::241b5f3e-36f4-4c61-9553-90e6a1c1b8a6" providerId="AD" clId="Web-{33202E02-E355-E8B7-878E-453F3A8EBCF8}" dt="2025-03-04T05:15:23.517" v="697" actId="20577"/>
        <pc:sldMkLst>
          <pc:docMk/>
          <pc:sldMk cId="3774960452" sldId="498"/>
        </pc:sldMkLst>
        <pc:spChg chg="mod">
          <ac:chgData name="Avinash Arun Chauhan" userId="S::avinash.chauhan@mahindrauniversity.edu.in::241b5f3e-36f4-4c61-9553-90e6a1c1b8a6" providerId="AD" clId="Web-{33202E02-E355-E8B7-878E-453F3A8EBCF8}" dt="2025-03-04T05:06:06.167" v="420" actId="20577"/>
          <ac:spMkLst>
            <pc:docMk/>
            <pc:sldMk cId="3774960452" sldId="498"/>
            <ac:spMk id="2" creationId="{2AE7201E-C66D-DEA7-A188-AE19240AB636}"/>
          </ac:spMkLst>
        </pc:spChg>
        <pc:spChg chg="mod">
          <ac:chgData name="Avinash Arun Chauhan" userId="S::avinash.chauhan@mahindrauniversity.edu.in::241b5f3e-36f4-4c61-9553-90e6a1c1b8a6" providerId="AD" clId="Web-{33202E02-E355-E8B7-878E-453F3A8EBCF8}" dt="2025-03-04T05:15:23.517" v="697" actId="20577"/>
          <ac:spMkLst>
            <pc:docMk/>
            <pc:sldMk cId="3774960452" sldId="498"/>
            <ac:spMk id="3" creationId="{3B1597D1-3162-6966-C889-150E5E86D526}"/>
          </ac:spMkLst>
        </pc:spChg>
      </pc:sldChg>
      <pc:sldChg chg="modSp add replId">
        <pc:chgData name="Avinash Arun Chauhan" userId="S::avinash.chauhan@mahindrauniversity.edu.in::241b5f3e-36f4-4c61-9553-90e6a1c1b8a6" providerId="AD" clId="Web-{33202E02-E355-E8B7-878E-453F3A8EBCF8}" dt="2025-03-04T05:44:48.600" v="1951" actId="20577"/>
        <pc:sldMkLst>
          <pc:docMk/>
          <pc:sldMk cId="3207648784" sldId="499"/>
        </pc:sldMkLst>
        <pc:spChg chg="mod">
          <ac:chgData name="Avinash Arun Chauhan" userId="S::avinash.chauhan@mahindrauniversity.edu.in::241b5f3e-36f4-4c61-9553-90e6a1c1b8a6" providerId="AD" clId="Web-{33202E02-E355-E8B7-878E-453F3A8EBCF8}" dt="2025-03-04T05:44:48.600" v="1951" actId="20577"/>
          <ac:spMkLst>
            <pc:docMk/>
            <pc:sldMk cId="3207648784" sldId="499"/>
            <ac:spMk id="2" creationId="{EF29AE8C-982F-9A44-EDAC-D8FE60F6A06E}"/>
          </ac:spMkLst>
        </pc:spChg>
        <pc:spChg chg="mod">
          <ac:chgData name="Avinash Arun Chauhan" userId="S::avinash.chauhan@mahindrauniversity.edu.in::241b5f3e-36f4-4c61-9553-90e6a1c1b8a6" providerId="AD" clId="Web-{33202E02-E355-E8B7-878E-453F3A8EBCF8}" dt="2025-03-04T05:18:25.446" v="959" actId="20577"/>
          <ac:spMkLst>
            <pc:docMk/>
            <pc:sldMk cId="3207648784" sldId="499"/>
            <ac:spMk id="3" creationId="{F7C92C6F-F4A0-ADED-694C-AC659DE392AF}"/>
          </ac:spMkLst>
        </pc:spChg>
      </pc:sldChg>
      <pc:sldChg chg="modSp add replId">
        <pc:chgData name="Avinash Arun Chauhan" userId="S::avinash.chauhan@mahindrauniversity.edu.in::241b5f3e-36f4-4c61-9553-90e6a1c1b8a6" providerId="AD" clId="Web-{33202E02-E355-E8B7-878E-453F3A8EBCF8}" dt="2025-03-04T05:23:09.238" v="1379" actId="20577"/>
        <pc:sldMkLst>
          <pc:docMk/>
          <pc:sldMk cId="292618234" sldId="500"/>
        </pc:sldMkLst>
        <pc:spChg chg="mod">
          <ac:chgData name="Avinash Arun Chauhan" userId="S::avinash.chauhan@mahindrauniversity.edu.in::241b5f3e-36f4-4c61-9553-90e6a1c1b8a6" providerId="AD" clId="Web-{33202E02-E355-E8B7-878E-453F3A8EBCF8}" dt="2025-03-04T05:19:08.541" v="1002" actId="20577"/>
          <ac:spMkLst>
            <pc:docMk/>
            <pc:sldMk cId="292618234" sldId="500"/>
            <ac:spMk id="2" creationId="{88199280-12D3-DA95-BA06-764722DDA917}"/>
          </ac:spMkLst>
        </pc:spChg>
        <pc:spChg chg="mod">
          <ac:chgData name="Avinash Arun Chauhan" userId="S::avinash.chauhan@mahindrauniversity.edu.in::241b5f3e-36f4-4c61-9553-90e6a1c1b8a6" providerId="AD" clId="Web-{33202E02-E355-E8B7-878E-453F3A8EBCF8}" dt="2025-03-04T05:23:09.238" v="1379" actId="20577"/>
          <ac:spMkLst>
            <pc:docMk/>
            <pc:sldMk cId="292618234" sldId="500"/>
            <ac:spMk id="3" creationId="{F257AE3C-3CE1-C352-20B3-1B63D532BA1A}"/>
          </ac:spMkLst>
        </pc:spChg>
      </pc:sldChg>
      <pc:sldChg chg="modSp add replId">
        <pc:chgData name="Avinash Arun Chauhan" userId="S::avinash.chauhan@mahindrauniversity.edu.in::241b5f3e-36f4-4c61-9553-90e6a1c1b8a6" providerId="AD" clId="Web-{33202E02-E355-E8B7-878E-453F3A8EBCF8}" dt="2025-03-04T06:09:44.360" v="2413" actId="20577"/>
        <pc:sldMkLst>
          <pc:docMk/>
          <pc:sldMk cId="3234110313" sldId="501"/>
        </pc:sldMkLst>
        <pc:spChg chg="mod">
          <ac:chgData name="Avinash Arun Chauhan" userId="S::avinash.chauhan@mahindrauniversity.edu.in::241b5f3e-36f4-4c61-9553-90e6a1c1b8a6" providerId="AD" clId="Web-{33202E02-E355-E8B7-878E-453F3A8EBCF8}" dt="2025-03-04T06:09:44.360" v="2413" actId="20577"/>
          <ac:spMkLst>
            <pc:docMk/>
            <pc:sldMk cId="3234110313" sldId="501"/>
            <ac:spMk id="2" creationId="{DC556474-6139-1ECD-ECB3-CD7EEB82AF03}"/>
          </ac:spMkLst>
        </pc:spChg>
        <pc:spChg chg="mod">
          <ac:chgData name="Avinash Arun Chauhan" userId="S::avinash.chauhan@mahindrauniversity.edu.in::241b5f3e-36f4-4c61-9553-90e6a1c1b8a6" providerId="AD" clId="Web-{33202E02-E355-E8B7-878E-453F3A8EBCF8}" dt="2025-03-04T05:41:18.670" v="1780" actId="20577"/>
          <ac:spMkLst>
            <pc:docMk/>
            <pc:sldMk cId="3234110313" sldId="501"/>
            <ac:spMk id="3" creationId="{8059C256-71C2-490F-C60E-2F4571622DBC}"/>
          </ac:spMkLst>
        </pc:spChg>
      </pc:sldChg>
      <pc:sldChg chg="modSp add replId">
        <pc:chgData name="Avinash Arun Chauhan" userId="S::avinash.chauhan@mahindrauniversity.edu.in::241b5f3e-36f4-4c61-9553-90e6a1c1b8a6" providerId="AD" clId="Web-{33202E02-E355-E8B7-878E-453F3A8EBCF8}" dt="2025-03-04T05:44:04.067" v="1948" actId="20577"/>
        <pc:sldMkLst>
          <pc:docMk/>
          <pc:sldMk cId="1241132870" sldId="502"/>
        </pc:sldMkLst>
        <pc:spChg chg="mod">
          <ac:chgData name="Avinash Arun Chauhan" userId="S::avinash.chauhan@mahindrauniversity.edu.in::241b5f3e-36f4-4c61-9553-90e6a1c1b8a6" providerId="AD" clId="Web-{33202E02-E355-E8B7-878E-453F3A8EBCF8}" dt="2025-03-04T05:42:20.626" v="1827" actId="20577"/>
          <ac:spMkLst>
            <pc:docMk/>
            <pc:sldMk cId="1241132870" sldId="502"/>
            <ac:spMk id="2" creationId="{B9B78759-615F-DA27-0EC8-F9B3E6A92115}"/>
          </ac:spMkLst>
        </pc:spChg>
        <pc:spChg chg="mod">
          <ac:chgData name="Avinash Arun Chauhan" userId="S::avinash.chauhan@mahindrauniversity.edu.in::241b5f3e-36f4-4c61-9553-90e6a1c1b8a6" providerId="AD" clId="Web-{33202E02-E355-E8B7-878E-453F3A8EBCF8}" dt="2025-03-04T05:44:04.067" v="1948" actId="20577"/>
          <ac:spMkLst>
            <pc:docMk/>
            <pc:sldMk cId="1241132870" sldId="502"/>
            <ac:spMk id="3" creationId="{B59F9376-EE9E-CCCE-7757-AA9EA4AF748A}"/>
          </ac:spMkLst>
        </pc:spChg>
      </pc:sldChg>
      <pc:sldChg chg="modSp add replId">
        <pc:chgData name="Avinash Arun Chauhan" userId="S::avinash.chauhan@mahindrauniversity.edu.in::241b5f3e-36f4-4c61-9553-90e6a1c1b8a6" providerId="AD" clId="Web-{33202E02-E355-E8B7-878E-453F3A8EBCF8}" dt="2025-03-04T05:47:40.028" v="2075" actId="20577"/>
        <pc:sldMkLst>
          <pc:docMk/>
          <pc:sldMk cId="1930186505" sldId="503"/>
        </pc:sldMkLst>
        <pc:spChg chg="mod">
          <ac:chgData name="Avinash Arun Chauhan" userId="S::avinash.chauhan@mahindrauniversity.edu.in::241b5f3e-36f4-4c61-9553-90e6a1c1b8a6" providerId="AD" clId="Web-{33202E02-E355-E8B7-878E-453F3A8EBCF8}" dt="2025-03-04T05:45:20.101" v="1981" actId="20577"/>
          <ac:spMkLst>
            <pc:docMk/>
            <pc:sldMk cId="1930186505" sldId="503"/>
            <ac:spMk id="2" creationId="{2A35E231-B8D6-5AA2-D762-8F9FFD07A664}"/>
          </ac:spMkLst>
        </pc:spChg>
        <pc:spChg chg="mod">
          <ac:chgData name="Avinash Arun Chauhan" userId="S::avinash.chauhan@mahindrauniversity.edu.in::241b5f3e-36f4-4c61-9553-90e6a1c1b8a6" providerId="AD" clId="Web-{33202E02-E355-E8B7-878E-453F3A8EBCF8}" dt="2025-03-04T05:47:40.028" v="2075" actId="20577"/>
          <ac:spMkLst>
            <pc:docMk/>
            <pc:sldMk cId="1930186505" sldId="503"/>
            <ac:spMk id="3" creationId="{02DD9936-D6A8-BE5B-67E9-97FDB091E7CF}"/>
          </ac:spMkLst>
        </pc:spChg>
      </pc:sldChg>
      <pc:sldChg chg="modSp add replId">
        <pc:chgData name="Avinash Arun Chauhan" userId="S::avinash.chauhan@mahindrauniversity.edu.in::241b5f3e-36f4-4c61-9553-90e6a1c1b8a6" providerId="AD" clId="Web-{33202E02-E355-E8B7-878E-453F3A8EBCF8}" dt="2025-03-04T06:03:44.097" v="2408" actId="20577"/>
        <pc:sldMkLst>
          <pc:docMk/>
          <pc:sldMk cId="1049978987" sldId="504"/>
        </pc:sldMkLst>
        <pc:spChg chg="mod">
          <ac:chgData name="Avinash Arun Chauhan" userId="S::avinash.chauhan@mahindrauniversity.edu.in::241b5f3e-36f4-4c61-9553-90e6a1c1b8a6" providerId="AD" clId="Web-{33202E02-E355-E8B7-878E-453F3A8EBCF8}" dt="2025-03-04T05:47:57.123" v="2103" actId="20577"/>
          <ac:spMkLst>
            <pc:docMk/>
            <pc:sldMk cId="1049978987" sldId="504"/>
            <ac:spMk id="2" creationId="{7E31B6F2-A594-76CF-79CF-326D452C6389}"/>
          </ac:spMkLst>
        </pc:spChg>
        <pc:spChg chg="mod">
          <ac:chgData name="Avinash Arun Chauhan" userId="S::avinash.chauhan@mahindrauniversity.edu.in::241b5f3e-36f4-4c61-9553-90e6a1c1b8a6" providerId="AD" clId="Web-{33202E02-E355-E8B7-878E-453F3A8EBCF8}" dt="2025-03-04T06:03:44.097" v="2408" actId="20577"/>
          <ac:spMkLst>
            <pc:docMk/>
            <pc:sldMk cId="1049978987" sldId="504"/>
            <ac:spMk id="3" creationId="{34E8DAE5-BF17-8945-6748-9F17DA4E9E56}"/>
          </ac:spMkLst>
        </pc:spChg>
      </pc:sldChg>
      <pc:sldChg chg="modSp add replId">
        <pc:chgData name="Avinash Arun Chauhan" userId="S::avinash.chauhan@mahindrauniversity.edu.in::241b5f3e-36f4-4c61-9553-90e6a1c1b8a6" providerId="AD" clId="Web-{33202E02-E355-E8B7-878E-453F3A8EBCF8}" dt="2025-03-04T06:13:45.463" v="2789" actId="20577"/>
        <pc:sldMkLst>
          <pc:docMk/>
          <pc:sldMk cId="883900188" sldId="505"/>
        </pc:sldMkLst>
        <pc:spChg chg="mod">
          <ac:chgData name="Avinash Arun Chauhan" userId="S::avinash.chauhan@mahindrauniversity.edu.in::241b5f3e-36f4-4c61-9553-90e6a1c1b8a6" providerId="AD" clId="Web-{33202E02-E355-E8B7-878E-453F3A8EBCF8}" dt="2025-03-04T06:10:08.580" v="2440" actId="20577"/>
          <ac:spMkLst>
            <pc:docMk/>
            <pc:sldMk cId="883900188" sldId="505"/>
            <ac:spMk id="2" creationId="{5FED248E-235C-2C9F-86E6-FFE7D5586919}"/>
          </ac:spMkLst>
        </pc:spChg>
        <pc:spChg chg="mod">
          <ac:chgData name="Avinash Arun Chauhan" userId="S::avinash.chauhan@mahindrauniversity.edu.in::241b5f3e-36f4-4c61-9553-90e6a1c1b8a6" providerId="AD" clId="Web-{33202E02-E355-E8B7-878E-453F3A8EBCF8}" dt="2025-03-04T06:13:45.463" v="2789" actId="20577"/>
          <ac:spMkLst>
            <pc:docMk/>
            <pc:sldMk cId="883900188" sldId="505"/>
            <ac:spMk id="3" creationId="{29BD426B-01FE-6A79-FB41-404DC71E5937}"/>
          </ac:spMkLst>
        </pc:spChg>
      </pc:sldChg>
      <pc:sldChg chg="addSp modSp add replId">
        <pc:chgData name="Avinash Arun Chauhan" userId="S::avinash.chauhan@mahindrauniversity.edu.in::241b5f3e-36f4-4c61-9553-90e6a1c1b8a6" providerId="AD" clId="Web-{33202E02-E355-E8B7-878E-453F3A8EBCF8}" dt="2025-03-04T06:43:49.985" v="4233" actId="20577"/>
        <pc:sldMkLst>
          <pc:docMk/>
          <pc:sldMk cId="1461962951" sldId="506"/>
        </pc:sldMkLst>
        <pc:spChg chg="mod">
          <ac:chgData name="Avinash Arun Chauhan" userId="S::avinash.chauhan@mahindrauniversity.edu.in::241b5f3e-36f4-4c61-9553-90e6a1c1b8a6" providerId="AD" clId="Web-{33202E02-E355-E8B7-878E-453F3A8EBCF8}" dt="2025-03-04T06:43:49.985" v="4233" actId="20577"/>
          <ac:spMkLst>
            <pc:docMk/>
            <pc:sldMk cId="1461962951" sldId="506"/>
            <ac:spMk id="3" creationId="{809CF7B8-748D-228A-3C04-DF71B33408D3}"/>
          </ac:spMkLst>
        </pc:spChg>
        <pc:spChg chg="add mod">
          <ac:chgData name="Avinash Arun Chauhan" userId="S::avinash.chauhan@mahindrauniversity.edu.in::241b5f3e-36f4-4c61-9553-90e6a1c1b8a6" providerId="AD" clId="Web-{33202E02-E355-E8B7-878E-453F3A8EBCF8}" dt="2025-03-04T06:41:21.073" v="3988" actId="14100"/>
          <ac:spMkLst>
            <pc:docMk/>
            <pc:sldMk cId="1461962951" sldId="506"/>
            <ac:spMk id="4" creationId="{A299F06C-7475-9F71-BB9D-AD93D2BF7BAD}"/>
          </ac:spMkLst>
        </pc:spChg>
      </pc:sldChg>
      <pc:sldChg chg="modSp add replId">
        <pc:chgData name="Avinash Arun Chauhan" userId="S::avinash.chauhan@mahindrauniversity.edu.in::241b5f3e-36f4-4c61-9553-90e6a1c1b8a6" providerId="AD" clId="Web-{33202E02-E355-E8B7-878E-453F3A8EBCF8}" dt="2025-03-04T06:20:57.089" v="3259" actId="20577"/>
        <pc:sldMkLst>
          <pc:docMk/>
          <pc:sldMk cId="1794931576" sldId="507"/>
        </pc:sldMkLst>
        <pc:spChg chg="mod">
          <ac:chgData name="Avinash Arun Chauhan" userId="S::avinash.chauhan@mahindrauniversity.edu.in::241b5f3e-36f4-4c61-9553-90e6a1c1b8a6" providerId="AD" clId="Web-{33202E02-E355-E8B7-878E-453F3A8EBCF8}" dt="2025-03-04T06:20:57.089" v="3259" actId="20577"/>
          <ac:spMkLst>
            <pc:docMk/>
            <pc:sldMk cId="1794931576" sldId="507"/>
            <ac:spMk id="3" creationId="{7088C511-A66E-EC42-EBC7-E6864BAA0BDB}"/>
          </ac:spMkLst>
        </pc:spChg>
      </pc:sldChg>
      <pc:sldChg chg="modSp add replId">
        <pc:chgData name="Avinash Arun Chauhan" userId="S::avinash.chauhan@mahindrauniversity.edu.in::241b5f3e-36f4-4c61-9553-90e6a1c1b8a6" providerId="AD" clId="Web-{33202E02-E355-E8B7-878E-453F3A8EBCF8}" dt="2025-03-04T06:21:46.310" v="3323" actId="20577"/>
        <pc:sldMkLst>
          <pc:docMk/>
          <pc:sldMk cId="3012470631" sldId="508"/>
        </pc:sldMkLst>
        <pc:spChg chg="mod">
          <ac:chgData name="Avinash Arun Chauhan" userId="S::avinash.chauhan@mahindrauniversity.edu.in::241b5f3e-36f4-4c61-9553-90e6a1c1b8a6" providerId="AD" clId="Web-{33202E02-E355-E8B7-878E-453F3A8EBCF8}" dt="2025-03-04T06:21:46.310" v="3323" actId="20577"/>
          <ac:spMkLst>
            <pc:docMk/>
            <pc:sldMk cId="3012470631" sldId="508"/>
            <ac:spMk id="3" creationId="{96E9C779-DF31-3741-3B77-D003BD44266C}"/>
          </ac:spMkLst>
        </pc:spChg>
      </pc:sldChg>
      <pc:sldChg chg="modSp add replId">
        <pc:chgData name="Avinash Arun Chauhan" userId="S::avinash.chauhan@mahindrauniversity.edu.in::241b5f3e-36f4-4c61-9553-90e6a1c1b8a6" providerId="AD" clId="Web-{33202E02-E355-E8B7-878E-453F3A8EBCF8}" dt="2025-03-04T06:30:00.329" v="3711" actId="1076"/>
        <pc:sldMkLst>
          <pc:docMk/>
          <pc:sldMk cId="1483657768" sldId="509"/>
        </pc:sldMkLst>
        <pc:spChg chg="mod">
          <ac:chgData name="Avinash Arun Chauhan" userId="S::avinash.chauhan@mahindrauniversity.edu.in::241b5f3e-36f4-4c61-9553-90e6a1c1b8a6" providerId="AD" clId="Web-{33202E02-E355-E8B7-878E-453F3A8EBCF8}" dt="2025-03-04T06:22:53.359" v="3338" actId="20577"/>
          <ac:spMkLst>
            <pc:docMk/>
            <pc:sldMk cId="1483657768" sldId="509"/>
            <ac:spMk id="2" creationId="{A9138044-B61E-3C71-9CA0-14F0125F9DF7}"/>
          </ac:spMkLst>
        </pc:spChg>
        <pc:spChg chg="mod">
          <ac:chgData name="Avinash Arun Chauhan" userId="S::avinash.chauhan@mahindrauniversity.edu.in::241b5f3e-36f4-4c61-9553-90e6a1c1b8a6" providerId="AD" clId="Web-{33202E02-E355-E8B7-878E-453F3A8EBCF8}" dt="2025-03-04T06:30:00.329" v="3711" actId="1076"/>
          <ac:spMkLst>
            <pc:docMk/>
            <pc:sldMk cId="1483657768" sldId="509"/>
            <ac:spMk id="3" creationId="{6CFAA783-38CB-1271-45BA-70A9340EDA8C}"/>
          </ac:spMkLst>
        </pc:spChg>
      </pc:sldChg>
      <pc:sldChg chg="modSp add replId">
        <pc:chgData name="Avinash Arun Chauhan" userId="S::avinash.chauhan@mahindrauniversity.edu.in::241b5f3e-36f4-4c61-9553-90e6a1c1b8a6" providerId="AD" clId="Web-{33202E02-E355-E8B7-878E-453F3A8EBCF8}" dt="2025-03-04T06:29:46.656" v="3710" actId="20577"/>
        <pc:sldMkLst>
          <pc:docMk/>
          <pc:sldMk cId="2459737065" sldId="510"/>
        </pc:sldMkLst>
        <pc:spChg chg="mod">
          <ac:chgData name="Avinash Arun Chauhan" userId="S::avinash.chauhan@mahindrauniversity.edu.in::241b5f3e-36f4-4c61-9553-90e6a1c1b8a6" providerId="AD" clId="Web-{33202E02-E355-E8B7-878E-453F3A8EBCF8}" dt="2025-03-04T06:25:30.256" v="3483" actId="20577"/>
          <ac:spMkLst>
            <pc:docMk/>
            <pc:sldMk cId="2459737065" sldId="510"/>
            <ac:spMk id="2" creationId="{CF9633A2-EC24-521F-A37C-BA4DFAEB7307}"/>
          </ac:spMkLst>
        </pc:spChg>
        <pc:spChg chg="mod">
          <ac:chgData name="Avinash Arun Chauhan" userId="S::avinash.chauhan@mahindrauniversity.edu.in::241b5f3e-36f4-4c61-9553-90e6a1c1b8a6" providerId="AD" clId="Web-{33202E02-E355-E8B7-878E-453F3A8EBCF8}" dt="2025-03-04T06:29:46.656" v="3710" actId="20577"/>
          <ac:spMkLst>
            <pc:docMk/>
            <pc:sldMk cId="2459737065" sldId="510"/>
            <ac:spMk id="3" creationId="{4D53A488-23F5-F1A1-6CA9-673709155BAC}"/>
          </ac:spMkLst>
        </pc:spChg>
      </pc:sldChg>
      <pc:sldChg chg="modSp add replId">
        <pc:chgData name="Avinash Arun Chauhan" userId="S::avinash.chauhan@mahindrauniversity.edu.in::241b5f3e-36f4-4c61-9553-90e6a1c1b8a6" providerId="AD" clId="Web-{33202E02-E355-E8B7-878E-453F3A8EBCF8}" dt="2025-03-04T06:31:59.568" v="3768" actId="20577"/>
        <pc:sldMkLst>
          <pc:docMk/>
          <pc:sldMk cId="46548315" sldId="511"/>
        </pc:sldMkLst>
        <pc:spChg chg="mod">
          <ac:chgData name="Avinash Arun Chauhan" userId="S::avinash.chauhan@mahindrauniversity.edu.in::241b5f3e-36f4-4c61-9553-90e6a1c1b8a6" providerId="AD" clId="Web-{33202E02-E355-E8B7-878E-453F3A8EBCF8}" dt="2025-03-04T06:31:13.503" v="3721" actId="20577"/>
          <ac:spMkLst>
            <pc:docMk/>
            <pc:sldMk cId="46548315" sldId="511"/>
            <ac:spMk id="2" creationId="{D88DF2DD-8A12-1773-66C0-D044B8EF378F}"/>
          </ac:spMkLst>
        </pc:spChg>
        <pc:spChg chg="mod">
          <ac:chgData name="Avinash Arun Chauhan" userId="S::avinash.chauhan@mahindrauniversity.edu.in::241b5f3e-36f4-4c61-9553-90e6a1c1b8a6" providerId="AD" clId="Web-{33202E02-E355-E8B7-878E-453F3A8EBCF8}" dt="2025-03-04T06:31:59.568" v="3768" actId="20577"/>
          <ac:spMkLst>
            <pc:docMk/>
            <pc:sldMk cId="46548315" sldId="511"/>
            <ac:spMk id="3" creationId="{BDB385C4-59C1-B8B9-4503-1922DE2944AC}"/>
          </ac:spMkLst>
        </pc:spChg>
      </pc:sldChg>
      <pc:sldChg chg="addSp delSp modSp add replId">
        <pc:chgData name="Avinash Arun Chauhan" userId="S::avinash.chauhan@mahindrauniversity.edu.in::241b5f3e-36f4-4c61-9553-90e6a1c1b8a6" providerId="AD" clId="Web-{33202E02-E355-E8B7-878E-453F3A8EBCF8}" dt="2025-03-04T06:35:24.107" v="3858" actId="1076"/>
        <pc:sldMkLst>
          <pc:docMk/>
          <pc:sldMk cId="1395291952" sldId="512"/>
        </pc:sldMkLst>
        <pc:spChg chg="mod">
          <ac:chgData name="Avinash Arun Chauhan" userId="S::avinash.chauhan@mahindrauniversity.edu.in::241b5f3e-36f4-4c61-9553-90e6a1c1b8a6" providerId="AD" clId="Web-{33202E02-E355-E8B7-878E-453F3A8EBCF8}" dt="2025-03-04T06:34:45.011" v="3853" actId="20577"/>
          <ac:spMkLst>
            <pc:docMk/>
            <pc:sldMk cId="1395291952" sldId="512"/>
            <ac:spMk id="2" creationId="{E66B1FDF-D7CC-899E-F700-8E216C902C6F}"/>
          </ac:spMkLst>
        </pc:spChg>
        <pc:picChg chg="del">
          <ac:chgData name="Avinash Arun Chauhan" userId="S::avinash.chauhan@mahindrauniversity.edu.in::241b5f3e-36f4-4c61-9553-90e6a1c1b8a6" providerId="AD" clId="Web-{33202E02-E355-E8B7-878E-453F3A8EBCF8}" dt="2025-03-04T06:34:38.574" v="3850"/>
          <ac:picMkLst>
            <pc:docMk/>
            <pc:sldMk cId="1395291952" sldId="512"/>
            <ac:picMk id="3" creationId="{D765648D-5272-BB55-DB2D-9DAE4473D901}"/>
          </ac:picMkLst>
        </pc:picChg>
        <pc:picChg chg="add mod modCrop">
          <ac:chgData name="Avinash Arun Chauhan" userId="S::avinash.chauhan@mahindrauniversity.edu.in::241b5f3e-36f4-4c61-9553-90e6a1c1b8a6" providerId="AD" clId="Web-{33202E02-E355-E8B7-878E-453F3A8EBCF8}" dt="2025-03-04T06:35:24.107" v="3858" actId="1076"/>
          <ac:picMkLst>
            <pc:docMk/>
            <pc:sldMk cId="1395291952" sldId="512"/>
            <ac:picMk id="4" creationId="{FD285CB7-5FC6-323C-F36C-DDB00C89EEB0}"/>
          </ac:picMkLst>
        </pc:picChg>
      </pc:sldChg>
      <pc:sldChg chg="modSp add ord replId">
        <pc:chgData name="Avinash Arun Chauhan" userId="S::avinash.chauhan@mahindrauniversity.edu.in::241b5f3e-36f4-4c61-9553-90e6a1c1b8a6" providerId="AD" clId="Web-{33202E02-E355-E8B7-878E-453F3A8EBCF8}" dt="2025-03-04T06:50:03.578" v="4515" actId="20577"/>
        <pc:sldMkLst>
          <pc:docMk/>
          <pc:sldMk cId="627015369" sldId="513"/>
        </pc:sldMkLst>
        <pc:spChg chg="mod">
          <ac:chgData name="Avinash Arun Chauhan" userId="S::avinash.chauhan@mahindrauniversity.edu.in::241b5f3e-36f4-4c61-9553-90e6a1c1b8a6" providerId="AD" clId="Web-{33202E02-E355-E8B7-878E-453F3A8EBCF8}" dt="2025-03-04T06:39:45.539" v="3928" actId="20577"/>
          <ac:spMkLst>
            <pc:docMk/>
            <pc:sldMk cId="627015369" sldId="513"/>
            <ac:spMk id="2" creationId="{D76ADC6B-ECC4-00E4-2862-E97D16A4B0C8}"/>
          </ac:spMkLst>
        </pc:spChg>
        <pc:spChg chg="mod">
          <ac:chgData name="Avinash Arun Chauhan" userId="S::avinash.chauhan@mahindrauniversity.edu.in::241b5f3e-36f4-4c61-9553-90e6a1c1b8a6" providerId="AD" clId="Web-{33202E02-E355-E8B7-878E-453F3A8EBCF8}" dt="2025-03-04T06:50:03.578" v="4515" actId="20577"/>
          <ac:spMkLst>
            <pc:docMk/>
            <pc:sldMk cId="627015369" sldId="513"/>
            <ac:spMk id="3" creationId="{C376A169-50A7-023F-287D-21D93CAAF140}"/>
          </ac:spMkLst>
        </pc:spChg>
      </pc:sldChg>
      <pc:sldChg chg="modSp add replId">
        <pc:chgData name="Avinash Arun Chauhan" userId="S::avinash.chauhan@mahindrauniversity.edu.in::241b5f3e-36f4-4c61-9553-90e6a1c1b8a6" providerId="AD" clId="Web-{33202E02-E355-E8B7-878E-453F3A8EBCF8}" dt="2025-03-04T07:17:13.538" v="4702" actId="20577"/>
        <pc:sldMkLst>
          <pc:docMk/>
          <pc:sldMk cId="2565598960" sldId="514"/>
        </pc:sldMkLst>
        <pc:spChg chg="mod">
          <ac:chgData name="Avinash Arun Chauhan" userId="S::avinash.chauhan@mahindrauniversity.edu.in::241b5f3e-36f4-4c61-9553-90e6a1c1b8a6" providerId="AD" clId="Web-{33202E02-E355-E8B7-878E-453F3A8EBCF8}" dt="2025-03-04T06:53:43.539" v="4532" actId="20577"/>
          <ac:spMkLst>
            <pc:docMk/>
            <pc:sldMk cId="2565598960" sldId="514"/>
            <ac:spMk id="2" creationId="{11FD0E45-E28C-A348-A9D5-589970EDD486}"/>
          </ac:spMkLst>
        </pc:spChg>
        <pc:spChg chg="mod">
          <ac:chgData name="Avinash Arun Chauhan" userId="S::avinash.chauhan@mahindrauniversity.edu.in::241b5f3e-36f4-4c61-9553-90e6a1c1b8a6" providerId="AD" clId="Web-{33202E02-E355-E8B7-878E-453F3A8EBCF8}" dt="2025-03-04T07:17:13.538" v="4702" actId="20577"/>
          <ac:spMkLst>
            <pc:docMk/>
            <pc:sldMk cId="2565598960" sldId="514"/>
            <ac:spMk id="3" creationId="{4937E8A5-8AB9-E4F4-CE27-53A648A1A739}"/>
          </ac:spMkLst>
        </pc:spChg>
      </pc:sldChg>
      <pc:sldChg chg="addSp modSp add replId">
        <pc:chgData name="Avinash Arun Chauhan" userId="S::avinash.chauhan@mahindrauniversity.edu.in::241b5f3e-36f4-4c61-9553-90e6a1c1b8a6" providerId="AD" clId="Web-{33202E02-E355-E8B7-878E-453F3A8EBCF8}" dt="2025-03-04T07:19:23.043" v="4736" actId="1076"/>
        <pc:sldMkLst>
          <pc:docMk/>
          <pc:sldMk cId="1125937358" sldId="515"/>
        </pc:sldMkLst>
        <pc:spChg chg="mod">
          <ac:chgData name="Avinash Arun Chauhan" userId="S::avinash.chauhan@mahindrauniversity.edu.in::241b5f3e-36f4-4c61-9553-90e6a1c1b8a6" providerId="AD" clId="Web-{33202E02-E355-E8B7-878E-453F3A8EBCF8}" dt="2025-03-04T07:17:34.008" v="4714" actId="20577"/>
          <ac:spMkLst>
            <pc:docMk/>
            <pc:sldMk cId="1125937358" sldId="515"/>
            <ac:spMk id="2" creationId="{319DB4BE-2C90-4828-6A9E-78C1D1415BB1}"/>
          </ac:spMkLst>
        </pc:spChg>
        <pc:spChg chg="mod">
          <ac:chgData name="Avinash Arun Chauhan" userId="S::avinash.chauhan@mahindrauniversity.edu.in::241b5f3e-36f4-4c61-9553-90e6a1c1b8a6" providerId="AD" clId="Web-{33202E02-E355-E8B7-878E-453F3A8EBCF8}" dt="2025-03-04T07:18:43.573" v="4730" actId="20577"/>
          <ac:spMkLst>
            <pc:docMk/>
            <pc:sldMk cId="1125937358" sldId="515"/>
            <ac:spMk id="3" creationId="{86AFBCC4-54CD-623E-6D2A-310693823D01}"/>
          </ac:spMkLst>
        </pc:spChg>
        <pc:picChg chg="add mod modCrop">
          <ac:chgData name="Avinash Arun Chauhan" userId="S::avinash.chauhan@mahindrauniversity.edu.in::241b5f3e-36f4-4c61-9553-90e6a1c1b8a6" providerId="AD" clId="Web-{33202E02-E355-E8B7-878E-453F3A8EBCF8}" dt="2025-03-04T07:19:23.043" v="4736" actId="1076"/>
          <ac:picMkLst>
            <pc:docMk/>
            <pc:sldMk cId="1125937358" sldId="515"/>
            <ac:picMk id="4" creationId="{0F026AA7-7C35-292A-D4B1-985CF4DDFFD3}"/>
          </ac:picMkLst>
        </pc:picChg>
      </pc:sldChg>
      <pc:sldChg chg="addSp delSp modSp add ord replId">
        <pc:chgData name="Avinash Arun Chauhan" userId="S::avinash.chauhan@mahindrauniversity.edu.in::241b5f3e-36f4-4c61-9553-90e6a1c1b8a6" providerId="AD" clId="Web-{33202E02-E355-E8B7-878E-453F3A8EBCF8}" dt="2025-03-04T07:20:53.065" v="4782" actId="1076"/>
        <pc:sldMkLst>
          <pc:docMk/>
          <pc:sldMk cId="813943795" sldId="516"/>
        </pc:sldMkLst>
        <pc:spChg chg="mod">
          <ac:chgData name="Avinash Arun Chauhan" userId="S::avinash.chauhan@mahindrauniversity.edu.in::241b5f3e-36f4-4c61-9553-90e6a1c1b8a6" providerId="AD" clId="Web-{33202E02-E355-E8B7-878E-453F3A8EBCF8}" dt="2025-03-04T07:20:13.170" v="4775" actId="20577"/>
          <ac:spMkLst>
            <pc:docMk/>
            <pc:sldMk cId="813943795" sldId="516"/>
            <ac:spMk id="2" creationId="{24001A80-029F-9023-45C3-910D0890F882}"/>
          </ac:spMkLst>
        </pc:spChg>
        <pc:picChg chg="add mod modCrop">
          <ac:chgData name="Avinash Arun Chauhan" userId="S::avinash.chauhan@mahindrauniversity.edu.in::241b5f3e-36f4-4c61-9553-90e6a1c1b8a6" providerId="AD" clId="Web-{33202E02-E355-E8B7-878E-453F3A8EBCF8}" dt="2025-03-04T07:20:53.065" v="4782" actId="1076"/>
          <ac:picMkLst>
            <pc:docMk/>
            <pc:sldMk cId="813943795" sldId="516"/>
            <ac:picMk id="3" creationId="{3B86E555-12F6-6B2C-2CA9-A88FE8793AC0}"/>
          </ac:picMkLst>
        </pc:picChg>
        <pc:picChg chg="del">
          <ac:chgData name="Avinash Arun Chauhan" userId="S::avinash.chauhan@mahindrauniversity.edu.in::241b5f3e-36f4-4c61-9553-90e6a1c1b8a6" providerId="AD" clId="Web-{33202E02-E355-E8B7-878E-453F3A8EBCF8}" dt="2025-03-04T07:20:15.686" v="4776"/>
          <ac:picMkLst>
            <pc:docMk/>
            <pc:sldMk cId="813943795" sldId="516"/>
            <ac:picMk id="4" creationId="{C8BB54C5-B14E-A584-DA3A-451286110170}"/>
          </ac:picMkLst>
        </pc:picChg>
      </pc:sldChg>
      <pc:sldChg chg="add replId">
        <pc:chgData name="Avinash Arun Chauhan" userId="S::avinash.chauhan@mahindrauniversity.edu.in::241b5f3e-36f4-4c61-9553-90e6a1c1b8a6" providerId="AD" clId="Web-{33202E02-E355-E8B7-878E-453F3A8EBCF8}" dt="2025-03-04T07:21:24.673" v="4783"/>
        <pc:sldMkLst>
          <pc:docMk/>
          <pc:sldMk cId="88720736" sldId="517"/>
        </pc:sldMkLst>
      </pc:sldChg>
    </pc:docChg>
  </pc:docChgLst>
  <pc:docChgLst>
    <pc:chgData name="Avinash Arun Chauhan" userId="S::avinash.chauhan@mahindrauniversity.edu.in::241b5f3e-36f4-4c61-9553-90e6a1c1b8a6" providerId="AD" clId="Web-{99E975F6-C6E8-47FD-F8D6-BCAA896BEDAC}"/>
    <pc:docChg chg="addSld delSld modSld">
      <pc:chgData name="Avinash Arun Chauhan" userId="S::avinash.chauhan@mahindrauniversity.edu.in::241b5f3e-36f4-4c61-9553-90e6a1c1b8a6" providerId="AD" clId="Web-{99E975F6-C6E8-47FD-F8D6-BCAA896BEDAC}" dt="2025-02-07T15:30:53.503" v="480"/>
      <pc:docMkLst>
        <pc:docMk/>
      </pc:docMkLst>
      <pc:sldChg chg="del">
        <pc:chgData name="Avinash Arun Chauhan" userId="S::avinash.chauhan@mahindrauniversity.edu.in::241b5f3e-36f4-4c61-9553-90e6a1c1b8a6" providerId="AD" clId="Web-{99E975F6-C6E8-47FD-F8D6-BCAA896BEDAC}" dt="2025-02-07T15:30:50.894" v="478"/>
        <pc:sldMkLst>
          <pc:docMk/>
          <pc:sldMk cId="1399442832" sldId="319"/>
        </pc:sldMkLst>
      </pc:sldChg>
      <pc:sldChg chg="modSp">
        <pc:chgData name="Avinash Arun Chauhan" userId="S::avinash.chauhan@mahindrauniversity.edu.in::241b5f3e-36f4-4c61-9553-90e6a1c1b8a6" providerId="AD" clId="Web-{99E975F6-C6E8-47FD-F8D6-BCAA896BEDAC}" dt="2025-02-07T15:10:57.339" v="52" actId="20577"/>
        <pc:sldMkLst>
          <pc:docMk/>
          <pc:sldMk cId="3379929072" sldId="344"/>
        </pc:sldMkLst>
      </pc:sldChg>
      <pc:sldChg chg="modSp">
        <pc:chgData name="Avinash Arun Chauhan" userId="S::avinash.chauhan@mahindrauniversity.edu.in::241b5f3e-36f4-4c61-9553-90e6a1c1b8a6" providerId="AD" clId="Web-{99E975F6-C6E8-47FD-F8D6-BCAA896BEDAC}" dt="2025-02-07T15:14:45.862" v="83" actId="20577"/>
        <pc:sldMkLst>
          <pc:docMk/>
          <pc:sldMk cId="3804487949" sldId="345"/>
        </pc:sldMkLst>
      </pc:sldChg>
      <pc:sldChg chg="modSp">
        <pc:chgData name="Avinash Arun Chauhan" userId="S::avinash.chauhan@mahindrauniversity.edu.in::241b5f3e-36f4-4c61-9553-90e6a1c1b8a6" providerId="AD" clId="Web-{99E975F6-C6E8-47FD-F8D6-BCAA896BEDAC}" dt="2025-02-07T15:15:46.583" v="102" actId="20577"/>
        <pc:sldMkLst>
          <pc:docMk/>
          <pc:sldMk cId="1050131186" sldId="346"/>
        </pc:sldMkLst>
      </pc:sldChg>
      <pc:sldChg chg="modSp">
        <pc:chgData name="Avinash Arun Chauhan" userId="S::avinash.chauhan@mahindrauniversity.edu.in::241b5f3e-36f4-4c61-9553-90e6a1c1b8a6" providerId="AD" clId="Web-{99E975F6-C6E8-47FD-F8D6-BCAA896BEDAC}" dt="2025-02-07T15:18:57.323" v="194" actId="20577"/>
        <pc:sldMkLst>
          <pc:docMk/>
          <pc:sldMk cId="770928017" sldId="347"/>
        </pc:sldMkLst>
      </pc:sldChg>
      <pc:sldChg chg="del">
        <pc:chgData name="Avinash Arun Chauhan" userId="S::avinash.chauhan@mahindrauniversity.edu.in::241b5f3e-36f4-4c61-9553-90e6a1c1b8a6" providerId="AD" clId="Web-{99E975F6-C6E8-47FD-F8D6-BCAA896BEDAC}" dt="2025-02-07T15:18:07.119" v="152"/>
        <pc:sldMkLst>
          <pc:docMk/>
          <pc:sldMk cId="4166520187" sldId="348"/>
        </pc:sldMkLst>
      </pc:sldChg>
      <pc:sldChg chg="del">
        <pc:chgData name="Avinash Arun Chauhan" userId="S::avinash.chauhan@mahindrauniversity.edu.in::241b5f3e-36f4-4c61-9553-90e6a1c1b8a6" providerId="AD" clId="Web-{99E975F6-C6E8-47FD-F8D6-BCAA896BEDAC}" dt="2025-02-07T15:22:02.080" v="215"/>
        <pc:sldMkLst>
          <pc:docMk/>
          <pc:sldMk cId="3686163997" sldId="350"/>
        </pc:sldMkLst>
      </pc:sldChg>
      <pc:sldChg chg="modSp">
        <pc:chgData name="Avinash Arun Chauhan" userId="S::avinash.chauhan@mahindrauniversity.edu.in::241b5f3e-36f4-4c61-9553-90e6a1c1b8a6" providerId="AD" clId="Web-{99E975F6-C6E8-47FD-F8D6-BCAA896BEDAC}" dt="2025-02-07T15:24:06.349" v="278" actId="20577"/>
        <pc:sldMkLst>
          <pc:docMk/>
          <pc:sldMk cId="111794783" sldId="351"/>
        </pc:sldMkLst>
      </pc:sldChg>
      <pc:sldChg chg="del">
        <pc:chgData name="Avinash Arun Chauhan" userId="S::avinash.chauhan@mahindrauniversity.edu.in::241b5f3e-36f4-4c61-9553-90e6a1c1b8a6" providerId="AD" clId="Web-{99E975F6-C6E8-47FD-F8D6-BCAA896BEDAC}" dt="2025-02-07T15:30:17.955" v="438"/>
        <pc:sldMkLst>
          <pc:docMk/>
          <pc:sldMk cId="1807025913" sldId="352"/>
        </pc:sldMkLst>
      </pc:sldChg>
      <pc:sldChg chg="del">
        <pc:chgData name="Avinash Arun Chauhan" userId="S::avinash.chauhan@mahindrauniversity.edu.in::241b5f3e-36f4-4c61-9553-90e6a1c1b8a6" providerId="AD" clId="Web-{99E975F6-C6E8-47FD-F8D6-BCAA896BEDAC}" dt="2025-02-07T15:30:31.143" v="456"/>
        <pc:sldMkLst>
          <pc:docMk/>
          <pc:sldMk cId="3509781182" sldId="353"/>
        </pc:sldMkLst>
      </pc:sldChg>
      <pc:sldChg chg="del">
        <pc:chgData name="Avinash Arun Chauhan" userId="S::avinash.chauhan@mahindrauniversity.edu.in::241b5f3e-36f4-4c61-9553-90e6a1c1b8a6" providerId="AD" clId="Web-{99E975F6-C6E8-47FD-F8D6-BCAA896BEDAC}" dt="2025-02-07T15:30:33.331" v="459"/>
        <pc:sldMkLst>
          <pc:docMk/>
          <pc:sldMk cId="1291515926" sldId="354"/>
        </pc:sldMkLst>
      </pc:sldChg>
      <pc:sldChg chg="del">
        <pc:chgData name="Avinash Arun Chauhan" userId="S::avinash.chauhan@mahindrauniversity.edu.in::241b5f3e-36f4-4c61-9553-90e6a1c1b8a6" providerId="AD" clId="Web-{99E975F6-C6E8-47FD-F8D6-BCAA896BEDAC}" dt="2025-02-07T15:30:34.987" v="461"/>
        <pc:sldMkLst>
          <pc:docMk/>
          <pc:sldMk cId="1153999674" sldId="355"/>
        </pc:sldMkLst>
      </pc:sldChg>
      <pc:sldChg chg="del">
        <pc:chgData name="Avinash Arun Chauhan" userId="S::avinash.chauhan@mahindrauniversity.edu.in::241b5f3e-36f4-4c61-9553-90e6a1c1b8a6" providerId="AD" clId="Web-{99E975F6-C6E8-47FD-F8D6-BCAA896BEDAC}" dt="2025-02-07T15:30:24.096" v="445"/>
        <pc:sldMkLst>
          <pc:docMk/>
          <pc:sldMk cId="4238744636" sldId="372"/>
        </pc:sldMkLst>
      </pc:sldChg>
      <pc:sldChg chg="del">
        <pc:chgData name="Avinash Arun Chauhan" userId="S::avinash.chauhan@mahindrauniversity.edu.in::241b5f3e-36f4-4c61-9553-90e6a1c1b8a6" providerId="AD" clId="Web-{99E975F6-C6E8-47FD-F8D6-BCAA896BEDAC}" dt="2025-02-07T15:30:19.111" v="439"/>
        <pc:sldMkLst>
          <pc:docMk/>
          <pc:sldMk cId="621486198" sldId="375"/>
        </pc:sldMkLst>
      </pc:sldChg>
      <pc:sldChg chg="del">
        <pc:chgData name="Avinash Arun Chauhan" userId="S::avinash.chauhan@mahindrauniversity.edu.in::241b5f3e-36f4-4c61-9553-90e6a1c1b8a6" providerId="AD" clId="Web-{99E975F6-C6E8-47FD-F8D6-BCAA896BEDAC}" dt="2025-02-07T15:30:20.315" v="440"/>
        <pc:sldMkLst>
          <pc:docMk/>
          <pc:sldMk cId="2243988265" sldId="376"/>
        </pc:sldMkLst>
      </pc:sldChg>
      <pc:sldChg chg="del">
        <pc:chgData name="Avinash Arun Chauhan" userId="S::avinash.chauhan@mahindrauniversity.edu.in::241b5f3e-36f4-4c61-9553-90e6a1c1b8a6" providerId="AD" clId="Web-{99E975F6-C6E8-47FD-F8D6-BCAA896BEDAC}" dt="2025-02-07T15:30:31.721" v="457"/>
        <pc:sldMkLst>
          <pc:docMk/>
          <pc:sldMk cId="1283551440" sldId="377"/>
        </pc:sldMkLst>
      </pc:sldChg>
      <pc:sldChg chg="del">
        <pc:chgData name="Avinash Arun Chauhan" userId="S::avinash.chauhan@mahindrauniversity.edu.in::241b5f3e-36f4-4c61-9553-90e6a1c1b8a6" providerId="AD" clId="Web-{99E975F6-C6E8-47FD-F8D6-BCAA896BEDAC}" dt="2025-02-07T15:30:32.674" v="458"/>
        <pc:sldMkLst>
          <pc:docMk/>
          <pc:sldMk cId="758402021" sldId="378"/>
        </pc:sldMkLst>
      </pc:sldChg>
      <pc:sldChg chg="del">
        <pc:chgData name="Avinash Arun Chauhan" userId="S::avinash.chauhan@mahindrauniversity.edu.in::241b5f3e-36f4-4c61-9553-90e6a1c1b8a6" providerId="AD" clId="Web-{99E975F6-C6E8-47FD-F8D6-BCAA896BEDAC}" dt="2025-02-07T15:30:25.393" v="447"/>
        <pc:sldMkLst>
          <pc:docMk/>
          <pc:sldMk cId="1215175948" sldId="379"/>
        </pc:sldMkLst>
      </pc:sldChg>
      <pc:sldChg chg="del">
        <pc:chgData name="Avinash Arun Chauhan" userId="S::avinash.chauhan@mahindrauniversity.edu.in::241b5f3e-36f4-4c61-9553-90e6a1c1b8a6" providerId="AD" clId="Web-{99E975F6-C6E8-47FD-F8D6-BCAA896BEDAC}" dt="2025-02-07T15:30:30.674" v="455"/>
        <pc:sldMkLst>
          <pc:docMk/>
          <pc:sldMk cId="3894528177" sldId="380"/>
        </pc:sldMkLst>
      </pc:sldChg>
      <pc:sldChg chg="addSp delSp modSp">
        <pc:chgData name="Avinash Arun Chauhan" userId="S::avinash.chauhan@mahindrauniversity.edu.in::241b5f3e-36f4-4c61-9553-90e6a1c1b8a6" providerId="AD" clId="Web-{99E975F6-C6E8-47FD-F8D6-BCAA896BEDAC}" dt="2025-02-07T15:20:18.076" v="206" actId="14100"/>
        <pc:sldMkLst>
          <pc:docMk/>
          <pc:sldMk cId="3407660478" sldId="381"/>
        </pc:sldMkLst>
      </pc:sldChg>
      <pc:sldChg chg="del">
        <pc:chgData name="Avinash Arun Chauhan" userId="S::avinash.chauhan@mahindrauniversity.edu.in::241b5f3e-36f4-4c61-9553-90e6a1c1b8a6" providerId="AD" clId="Web-{99E975F6-C6E8-47FD-F8D6-BCAA896BEDAC}" dt="2025-02-07T15:30:21.002" v="441"/>
        <pc:sldMkLst>
          <pc:docMk/>
          <pc:sldMk cId="246870963" sldId="382"/>
        </pc:sldMkLst>
      </pc:sldChg>
      <pc:sldChg chg="del">
        <pc:chgData name="Avinash Arun Chauhan" userId="S::avinash.chauhan@mahindrauniversity.edu.in::241b5f3e-36f4-4c61-9553-90e6a1c1b8a6" providerId="AD" clId="Web-{99E975F6-C6E8-47FD-F8D6-BCAA896BEDAC}" dt="2025-02-07T15:30:21.315" v="442"/>
        <pc:sldMkLst>
          <pc:docMk/>
          <pc:sldMk cId="278790401" sldId="383"/>
        </pc:sldMkLst>
      </pc:sldChg>
      <pc:sldChg chg="del">
        <pc:chgData name="Avinash Arun Chauhan" userId="S::avinash.chauhan@mahindrauniversity.edu.in::241b5f3e-36f4-4c61-9553-90e6a1c1b8a6" providerId="AD" clId="Web-{99E975F6-C6E8-47FD-F8D6-BCAA896BEDAC}" dt="2025-02-07T15:30:22.346" v="443"/>
        <pc:sldMkLst>
          <pc:docMk/>
          <pc:sldMk cId="45710291" sldId="384"/>
        </pc:sldMkLst>
      </pc:sldChg>
      <pc:sldChg chg="del">
        <pc:chgData name="Avinash Arun Chauhan" userId="S::avinash.chauhan@mahindrauniversity.edu.in::241b5f3e-36f4-4c61-9553-90e6a1c1b8a6" providerId="AD" clId="Web-{99E975F6-C6E8-47FD-F8D6-BCAA896BEDAC}" dt="2025-02-07T15:30:22.924" v="444"/>
        <pc:sldMkLst>
          <pc:docMk/>
          <pc:sldMk cId="3912346787" sldId="385"/>
        </pc:sldMkLst>
      </pc:sldChg>
      <pc:sldChg chg="del">
        <pc:chgData name="Avinash Arun Chauhan" userId="S::avinash.chauhan@mahindrauniversity.edu.in::241b5f3e-36f4-4c61-9553-90e6a1c1b8a6" providerId="AD" clId="Web-{99E975F6-C6E8-47FD-F8D6-BCAA896BEDAC}" dt="2025-02-07T15:30:27.393" v="452"/>
        <pc:sldMkLst>
          <pc:docMk/>
          <pc:sldMk cId="3390613039" sldId="386"/>
        </pc:sldMkLst>
      </pc:sldChg>
      <pc:sldChg chg="del">
        <pc:chgData name="Avinash Arun Chauhan" userId="S::avinash.chauhan@mahindrauniversity.edu.in::241b5f3e-36f4-4c61-9553-90e6a1c1b8a6" providerId="AD" clId="Web-{99E975F6-C6E8-47FD-F8D6-BCAA896BEDAC}" dt="2025-02-07T15:30:26.299" v="450"/>
        <pc:sldMkLst>
          <pc:docMk/>
          <pc:sldMk cId="1930055580" sldId="387"/>
        </pc:sldMkLst>
      </pc:sldChg>
      <pc:sldChg chg="del">
        <pc:chgData name="Avinash Arun Chauhan" userId="S::avinash.chauhan@mahindrauniversity.edu.in::241b5f3e-36f4-4c61-9553-90e6a1c1b8a6" providerId="AD" clId="Web-{99E975F6-C6E8-47FD-F8D6-BCAA896BEDAC}" dt="2025-02-07T15:30:26.830" v="451"/>
        <pc:sldMkLst>
          <pc:docMk/>
          <pc:sldMk cId="4197956168" sldId="388"/>
        </pc:sldMkLst>
      </pc:sldChg>
      <pc:sldChg chg="del">
        <pc:chgData name="Avinash Arun Chauhan" userId="S::avinash.chauhan@mahindrauniversity.edu.in::241b5f3e-36f4-4c61-9553-90e6a1c1b8a6" providerId="AD" clId="Web-{99E975F6-C6E8-47FD-F8D6-BCAA896BEDAC}" dt="2025-02-07T15:30:25.408" v="448"/>
        <pc:sldMkLst>
          <pc:docMk/>
          <pc:sldMk cId="1309432007" sldId="389"/>
        </pc:sldMkLst>
      </pc:sldChg>
      <pc:sldChg chg="del">
        <pc:chgData name="Avinash Arun Chauhan" userId="S::avinash.chauhan@mahindrauniversity.edu.in::241b5f3e-36f4-4c61-9553-90e6a1c1b8a6" providerId="AD" clId="Web-{99E975F6-C6E8-47FD-F8D6-BCAA896BEDAC}" dt="2025-02-07T15:30:25.862" v="449"/>
        <pc:sldMkLst>
          <pc:docMk/>
          <pc:sldMk cId="4178756537" sldId="390"/>
        </pc:sldMkLst>
      </pc:sldChg>
      <pc:sldChg chg="del">
        <pc:chgData name="Avinash Arun Chauhan" userId="S::avinash.chauhan@mahindrauniversity.edu.in::241b5f3e-36f4-4c61-9553-90e6a1c1b8a6" providerId="AD" clId="Web-{99E975F6-C6E8-47FD-F8D6-BCAA896BEDAC}" dt="2025-02-07T15:30:28.174" v="453"/>
        <pc:sldMkLst>
          <pc:docMk/>
          <pc:sldMk cId="1642163674" sldId="391"/>
        </pc:sldMkLst>
      </pc:sldChg>
      <pc:sldChg chg="del">
        <pc:chgData name="Avinash Arun Chauhan" userId="S::avinash.chauhan@mahindrauniversity.edu.in::241b5f3e-36f4-4c61-9553-90e6a1c1b8a6" providerId="AD" clId="Web-{99E975F6-C6E8-47FD-F8D6-BCAA896BEDAC}" dt="2025-02-07T15:30:29.596" v="454"/>
        <pc:sldMkLst>
          <pc:docMk/>
          <pc:sldMk cId="3166245324" sldId="392"/>
        </pc:sldMkLst>
      </pc:sldChg>
      <pc:sldChg chg="del">
        <pc:chgData name="Avinash Arun Chauhan" userId="S::avinash.chauhan@mahindrauniversity.edu.in::241b5f3e-36f4-4c61-9553-90e6a1c1b8a6" providerId="AD" clId="Web-{99E975F6-C6E8-47FD-F8D6-BCAA896BEDAC}" dt="2025-02-07T15:30:24.658" v="446"/>
        <pc:sldMkLst>
          <pc:docMk/>
          <pc:sldMk cId="113107880" sldId="394"/>
        </pc:sldMkLst>
      </pc:sldChg>
      <pc:sldChg chg="del">
        <pc:chgData name="Avinash Arun Chauhan" userId="S::avinash.chauhan@mahindrauniversity.edu.in::241b5f3e-36f4-4c61-9553-90e6a1c1b8a6" providerId="AD" clId="Web-{99E975F6-C6E8-47FD-F8D6-BCAA896BEDAC}" dt="2025-02-07T15:30:34.815" v="460"/>
        <pc:sldMkLst>
          <pc:docMk/>
          <pc:sldMk cId="3754596656" sldId="395"/>
        </pc:sldMkLst>
      </pc:sldChg>
      <pc:sldChg chg="del">
        <pc:chgData name="Avinash Arun Chauhan" userId="S::avinash.chauhan@mahindrauniversity.edu.in::241b5f3e-36f4-4c61-9553-90e6a1c1b8a6" providerId="AD" clId="Web-{99E975F6-C6E8-47FD-F8D6-BCAA896BEDAC}" dt="2025-02-07T15:30:37.268" v="463"/>
        <pc:sldMkLst>
          <pc:docMk/>
          <pc:sldMk cId="1331974274" sldId="396"/>
        </pc:sldMkLst>
      </pc:sldChg>
      <pc:sldChg chg="del">
        <pc:chgData name="Avinash Arun Chauhan" userId="S::avinash.chauhan@mahindrauniversity.edu.in::241b5f3e-36f4-4c61-9553-90e6a1c1b8a6" providerId="AD" clId="Web-{99E975F6-C6E8-47FD-F8D6-BCAA896BEDAC}" dt="2025-02-07T15:30:49.175" v="476"/>
        <pc:sldMkLst>
          <pc:docMk/>
          <pc:sldMk cId="1676810814" sldId="397"/>
        </pc:sldMkLst>
      </pc:sldChg>
      <pc:sldChg chg="del">
        <pc:chgData name="Avinash Arun Chauhan" userId="S::avinash.chauhan@mahindrauniversity.edu.in::241b5f3e-36f4-4c61-9553-90e6a1c1b8a6" providerId="AD" clId="Web-{99E975F6-C6E8-47FD-F8D6-BCAA896BEDAC}" dt="2025-02-07T15:30:35.878" v="462"/>
        <pc:sldMkLst>
          <pc:docMk/>
          <pc:sldMk cId="2054758623" sldId="398"/>
        </pc:sldMkLst>
      </pc:sldChg>
      <pc:sldChg chg="del">
        <pc:chgData name="Avinash Arun Chauhan" userId="S::avinash.chauhan@mahindrauniversity.edu.in::241b5f3e-36f4-4c61-9553-90e6a1c1b8a6" providerId="AD" clId="Web-{99E975F6-C6E8-47FD-F8D6-BCAA896BEDAC}" dt="2025-02-07T15:30:37.721" v="464"/>
        <pc:sldMkLst>
          <pc:docMk/>
          <pc:sldMk cId="2651303011" sldId="399"/>
        </pc:sldMkLst>
      </pc:sldChg>
      <pc:sldChg chg="del">
        <pc:chgData name="Avinash Arun Chauhan" userId="S::avinash.chauhan@mahindrauniversity.edu.in::241b5f3e-36f4-4c61-9553-90e6a1c1b8a6" providerId="AD" clId="Web-{99E975F6-C6E8-47FD-F8D6-BCAA896BEDAC}" dt="2025-02-07T15:30:49.987" v="477"/>
        <pc:sldMkLst>
          <pc:docMk/>
          <pc:sldMk cId="3884221527" sldId="404"/>
        </pc:sldMkLst>
      </pc:sldChg>
      <pc:sldChg chg="del">
        <pc:chgData name="Avinash Arun Chauhan" userId="S::avinash.chauhan@mahindrauniversity.edu.in::241b5f3e-36f4-4c61-9553-90e6a1c1b8a6" providerId="AD" clId="Web-{99E975F6-C6E8-47FD-F8D6-BCAA896BEDAC}" dt="2025-02-07T15:30:38.487" v="465"/>
        <pc:sldMkLst>
          <pc:docMk/>
          <pc:sldMk cId="797437864" sldId="405"/>
        </pc:sldMkLst>
      </pc:sldChg>
      <pc:sldChg chg="del">
        <pc:chgData name="Avinash Arun Chauhan" userId="S::avinash.chauhan@mahindrauniversity.edu.in::241b5f3e-36f4-4c61-9553-90e6a1c1b8a6" providerId="AD" clId="Web-{99E975F6-C6E8-47FD-F8D6-BCAA896BEDAC}" dt="2025-02-07T15:30:39.112" v="466"/>
        <pc:sldMkLst>
          <pc:docMk/>
          <pc:sldMk cId="3490620550" sldId="406"/>
        </pc:sldMkLst>
      </pc:sldChg>
      <pc:sldChg chg="del">
        <pc:chgData name="Avinash Arun Chauhan" userId="S::avinash.chauhan@mahindrauniversity.edu.in::241b5f3e-36f4-4c61-9553-90e6a1c1b8a6" providerId="AD" clId="Web-{99E975F6-C6E8-47FD-F8D6-BCAA896BEDAC}" dt="2025-02-07T15:30:40.518" v="467"/>
        <pc:sldMkLst>
          <pc:docMk/>
          <pc:sldMk cId="1706956384" sldId="407"/>
        </pc:sldMkLst>
      </pc:sldChg>
      <pc:sldChg chg="del">
        <pc:chgData name="Avinash Arun Chauhan" userId="S::avinash.chauhan@mahindrauniversity.edu.in::241b5f3e-36f4-4c61-9553-90e6a1c1b8a6" providerId="AD" clId="Web-{99E975F6-C6E8-47FD-F8D6-BCAA896BEDAC}" dt="2025-02-07T15:30:41.675" v="468"/>
        <pc:sldMkLst>
          <pc:docMk/>
          <pc:sldMk cId="2363286037" sldId="408"/>
        </pc:sldMkLst>
      </pc:sldChg>
      <pc:sldChg chg="del">
        <pc:chgData name="Avinash Arun Chauhan" userId="S::avinash.chauhan@mahindrauniversity.edu.in::241b5f3e-36f4-4c61-9553-90e6a1c1b8a6" providerId="AD" clId="Web-{99E975F6-C6E8-47FD-F8D6-BCAA896BEDAC}" dt="2025-02-07T15:30:42.768" v="469"/>
        <pc:sldMkLst>
          <pc:docMk/>
          <pc:sldMk cId="468204953" sldId="409"/>
        </pc:sldMkLst>
      </pc:sldChg>
      <pc:sldChg chg="del">
        <pc:chgData name="Avinash Arun Chauhan" userId="S::avinash.chauhan@mahindrauniversity.edu.in::241b5f3e-36f4-4c61-9553-90e6a1c1b8a6" providerId="AD" clId="Web-{99E975F6-C6E8-47FD-F8D6-BCAA896BEDAC}" dt="2025-02-07T15:30:44.284" v="470"/>
        <pc:sldMkLst>
          <pc:docMk/>
          <pc:sldMk cId="3626562986" sldId="410"/>
        </pc:sldMkLst>
      </pc:sldChg>
      <pc:sldChg chg="del">
        <pc:chgData name="Avinash Arun Chauhan" userId="S::avinash.chauhan@mahindrauniversity.edu.in::241b5f3e-36f4-4c61-9553-90e6a1c1b8a6" providerId="AD" clId="Web-{99E975F6-C6E8-47FD-F8D6-BCAA896BEDAC}" dt="2025-02-07T15:30:44.628" v="471"/>
        <pc:sldMkLst>
          <pc:docMk/>
          <pc:sldMk cId="3059869477" sldId="411"/>
        </pc:sldMkLst>
      </pc:sldChg>
      <pc:sldChg chg="del">
        <pc:chgData name="Avinash Arun Chauhan" userId="S::avinash.chauhan@mahindrauniversity.edu.in::241b5f3e-36f4-4c61-9553-90e6a1c1b8a6" providerId="AD" clId="Web-{99E975F6-C6E8-47FD-F8D6-BCAA896BEDAC}" dt="2025-02-07T15:30:45.269" v="472"/>
        <pc:sldMkLst>
          <pc:docMk/>
          <pc:sldMk cId="2250290411" sldId="412"/>
        </pc:sldMkLst>
      </pc:sldChg>
      <pc:sldChg chg="del">
        <pc:chgData name="Avinash Arun Chauhan" userId="S::avinash.chauhan@mahindrauniversity.edu.in::241b5f3e-36f4-4c61-9553-90e6a1c1b8a6" providerId="AD" clId="Web-{99E975F6-C6E8-47FD-F8D6-BCAA896BEDAC}" dt="2025-02-07T15:30:45.847" v="473"/>
        <pc:sldMkLst>
          <pc:docMk/>
          <pc:sldMk cId="389664210" sldId="413"/>
        </pc:sldMkLst>
      </pc:sldChg>
      <pc:sldChg chg="del">
        <pc:chgData name="Avinash Arun Chauhan" userId="S::avinash.chauhan@mahindrauniversity.edu.in::241b5f3e-36f4-4c61-9553-90e6a1c1b8a6" providerId="AD" clId="Web-{99E975F6-C6E8-47FD-F8D6-BCAA896BEDAC}" dt="2025-02-07T15:30:46.784" v="474"/>
        <pc:sldMkLst>
          <pc:docMk/>
          <pc:sldMk cId="1663143253" sldId="414"/>
        </pc:sldMkLst>
      </pc:sldChg>
      <pc:sldChg chg="del">
        <pc:chgData name="Avinash Arun Chauhan" userId="S::avinash.chauhan@mahindrauniversity.edu.in::241b5f3e-36f4-4c61-9553-90e6a1c1b8a6" providerId="AD" clId="Web-{99E975F6-C6E8-47FD-F8D6-BCAA896BEDAC}" dt="2025-02-07T15:30:47.972" v="475"/>
        <pc:sldMkLst>
          <pc:docMk/>
          <pc:sldMk cId="2608449174" sldId="415"/>
        </pc:sldMkLst>
      </pc:sldChg>
      <pc:sldChg chg="modSp add replId">
        <pc:chgData name="Avinash Arun Chauhan" userId="S::avinash.chauhan@mahindrauniversity.edu.in::241b5f3e-36f4-4c61-9553-90e6a1c1b8a6" providerId="AD" clId="Web-{99E975F6-C6E8-47FD-F8D6-BCAA896BEDAC}" dt="2025-02-07T15:16:53.585" v="139" actId="20577"/>
        <pc:sldMkLst>
          <pc:docMk/>
          <pc:sldMk cId="367148838" sldId="417"/>
        </pc:sldMkLst>
      </pc:sldChg>
      <pc:sldChg chg="addSp delSp modSp add replId">
        <pc:chgData name="Avinash Arun Chauhan" userId="S::avinash.chauhan@mahindrauniversity.edu.in::241b5f3e-36f4-4c61-9553-90e6a1c1b8a6" providerId="AD" clId="Web-{99E975F6-C6E8-47FD-F8D6-BCAA896BEDAC}" dt="2025-02-07T15:17:39.883" v="151" actId="1076"/>
        <pc:sldMkLst>
          <pc:docMk/>
          <pc:sldMk cId="1161622595" sldId="418"/>
        </pc:sldMkLst>
      </pc:sldChg>
      <pc:sldChg chg="addSp delSp modSp add mod replId setBg">
        <pc:chgData name="Avinash Arun Chauhan" userId="S::avinash.chauhan@mahindrauniversity.edu.in::241b5f3e-36f4-4c61-9553-90e6a1c1b8a6" providerId="AD" clId="Web-{99E975F6-C6E8-47FD-F8D6-BCAA896BEDAC}" dt="2025-02-07T15:21:53.360" v="214"/>
        <pc:sldMkLst>
          <pc:docMk/>
          <pc:sldMk cId="1302900074" sldId="419"/>
        </pc:sldMkLst>
      </pc:sldChg>
      <pc:sldChg chg="modSp add replId">
        <pc:chgData name="Avinash Arun Chauhan" userId="S::avinash.chauhan@mahindrauniversity.edu.in::241b5f3e-36f4-4c61-9553-90e6a1c1b8a6" providerId="AD" clId="Web-{99E975F6-C6E8-47FD-F8D6-BCAA896BEDAC}" dt="2025-02-07T15:25:11.820" v="325" actId="20577"/>
        <pc:sldMkLst>
          <pc:docMk/>
          <pc:sldMk cId="4043396883" sldId="420"/>
        </pc:sldMkLst>
      </pc:sldChg>
      <pc:sldChg chg="modSp add replId">
        <pc:chgData name="Avinash Arun Chauhan" userId="S::avinash.chauhan@mahindrauniversity.edu.in::241b5f3e-36f4-4c61-9553-90e6a1c1b8a6" providerId="AD" clId="Web-{99E975F6-C6E8-47FD-F8D6-BCAA896BEDAC}" dt="2025-02-07T15:26:06.213" v="350" actId="20577"/>
        <pc:sldMkLst>
          <pc:docMk/>
          <pc:sldMk cId="3168882179" sldId="421"/>
        </pc:sldMkLst>
      </pc:sldChg>
      <pc:sldChg chg="modSp add replId">
        <pc:chgData name="Avinash Arun Chauhan" userId="S::avinash.chauhan@mahindrauniversity.edu.in::241b5f3e-36f4-4c61-9553-90e6a1c1b8a6" providerId="AD" clId="Web-{99E975F6-C6E8-47FD-F8D6-BCAA896BEDAC}" dt="2025-02-07T15:27:25.731" v="385" actId="20577"/>
        <pc:sldMkLst>
          <pc:docMk/>
          <pc:sldMk cId="2962369251" sldId="422"/>
        </pc:sldMkLst>
      </pc:sldChg>
      <pc:sldChg chg="modSp add replId">
        <pc:chgData name="Avinash Arun Chauhan" userId="S::avinash.chauhan@mahindrauniversity.edu.in::241b5f3e-36f4-4c61-9553-90e6a1c1b8a6" providerId="AD" clId="Web-{99E975F6-C6E8-47FD-F8D6-BCAA896BEDAC}" dt="2025-02-07T15:28:54.468" v="423" actId="20577"/>
        <pc:sldMkLst>
          <pc:docMk/>
          <pc:sldMk cId="2702704385" sldId="423"/>
        </pc:sldMkLst>
      </pc:sldChg>
      <pc:sldChg chg="addSp delSp modSp add del replId">
        <pc:chgData name="Avinash Arun Chauhan" userId="S::avinash.chauhan@mahindrauniversity.edu.in::241b5f3e-36f4-4c61-9553-90e6a1c1b8a6" providerId="AD" clId="Web-{99E975F6-C6E8-47FD-F8D6-BCAA896BEDAC}" dt="2025-02-07T15:30:53.503" v="480"/>
        <pc:sldMkLst>
          <pc:docMk/>
          <pc:sldMk cId="3039780439" sldId="424"/>
        </pc:sldMkLst>
      </pc:sldChg>
    </pc:docChg>
  </pc:docChgLst>
  <pc:docChgLst>
    <pc:chgData name="Avinash Arun Chauhan" userId="S::avinash.chauhan@mahindrauniversity.edu.in::241b5f3e-36f4-4c61-9553-90e6a1c1b8a6" providerId="AD" clId="Web-{6CCC713C-8779-430B-5E17-6A8CFF1DEAF9}"/>
    <pc:docChg chg="addSld modSld sldOrd">
      <pc:chgData name="Avinash Arun Chauhan" userId="S::avinash.chauhan@mahindrauniversity.edu.in::241b5f3e-36f4-4c61-9553-90e6a1c1b8a6" providerId="AD" clId="Web-{6CCC713C-8779-430B-5E17-6A8CFF1DEAF9}" dt="2025-03-01T05:24:51.376" v="155" actId="20577"/>
      <pc:docMkLst>
        <pc:docMk/>
      </pc:docMkLst>
      <pc:sldChg chg="modSp add ord replId">
        <pc:chgData name="Avinash Arun Chauhan" userId="S::avinash.chauhan@mahindrauniversity.edu.in::241b5f3e-36f4-4c61-9553-90e6a1c1b8a6" providerId="AD" clId="Web-{6CCC713C-8779-430B-5E17-6A8CFF1DEAF9}" dt="2025-03-01T05:24:51.376" v="155" actId="20577"/>
        <pc:sldMkLst>
          <pc:docMk/>
          <pc:sldMk cId="1303577956" sldId="483"/>
        </pc:sldMkLst>
        <pc:spChg chg="mod">
          <ac:chgData name="Avinash Arun Chauhan" userId="S::avinash.chauhan@mahindrauniversity.edu.in::241b5f3e-36f4-4c61-9553-90e6a1c1b8a6" providerId="AD" clId="Web-{6CCC713C-8779-430B-5E17-6A8CFF1DEAF9}" dt="2025-03-01T05:24:51.376" v="155" actId="20577"/>
          <ac:spMkLst>
            <pc:docMk/>
            <pc:sldMk cId="1303577956" sldId="483"/>
            <ac:spMk id="2" creationId="{73535B8B-4ED4-2CE7-D70E-13E156B38AE8}"/>
          </ac:spMkLst>
        </pc:spChg>
        <pc:spChg chg="mod">
          <ac:chgData name="Avinash Arun Chauhan" userId="S::avinash.chauhan@mahindrauniversity.edu.in::241b5f3e-36f4-4c61-9553-90e6a1c1b8a6" providerId="AD" clId="Web-{6CCC713C-8779-430B-5E17-6A8CFF1DEAF9}" dt="2025-03-01T05:24:30.204" v="153" actId="20577"/>
          <ac:spMkLst>
            <pc:docMk/>
            <pc:sldMk cId="1303577956" sldId="483"/>
            <ac:spMk id="3" creationId="{C5338117-7DA0-C771-D38C-2D965266D9F7}"/>
          </ac:spMkLst>
        </pc:spChg>
      </pc:sldChg>
    </pc:docChg>
  </pc:docChgLst>
  <pc:docChgLst>
    <pc:chgData name="Avinash Arun Chauhan" userId="S::avinash.chauhan@mahindrauniversity.edu.in::241b5f3e-36f4-4c61-9553-90e6a1c1b8a6" providerId="AD" clId="Web-{EFFDA887-7FF2-E696-9457-E1F726E9BCB6}"/>
    <pc:docChg chg="addSld delSld modSld">
      <pc:chgData name="Avinash Arun Chauhan" userId="S::avinash.chauhan@mahindrauniversity.edu.in::241b5f3e-36f4-4c61-9553-90e6a1c1b8a6" providerId="AD" clId="Web-{EFFDA887-7FF2-E696-9457-E1F726E9BCB6}" dt="2022-08-04T11:26:43.918" v="556" actId="20577"/>
      <pc:docMkLst>
        <pc:docMk/>
      </pc:docMkLst>
      <pc:sldChg chg="addSp modSp">
        <pc:chgData name="Avinash Arun Chauhan" userId="S::avinash.chauhan@mahindrauniversity.edu.in::241b5f3e-36f4-4c61-9553-90e6a1c1b8a6" providerId="AD" clId="Web-{EFFDA887-7FF2-E696-9457-E1F726E9BCB6}" dt="2022-08-04T11:23:25.864" v="550" actId="1076"/>
        <pc:sldMkLst>
          <pc:docMk/>
          <pc:sldMk cId="3131259695" sldId="258"/>
        </pc:sldMkLst>
      </pc:sldChg>
      <pc:sldChg chg="modSp">
        <pc:chgData name="Avinash Arun Chauhan" userId="S::avinash.chauhan@mahindrauniversity.edu.in::241b5f3e-36f4-4c61-9553-90e6a1c1b8a6" providerId="AD" clId="Web-{EFFDA887-7FF2-E696-9457-E1F726E9BCB6}" dt="2022-08-04T11:21:31.813" v="496" actId="20577"/>
        <pc:sldMkLst>
          <pc:docMk/>
          <pc:sldMk cId="3615545428" sldId="259"/>
        </pc:sldMkLst>
      </pc:sldChg>
      <pc:sldChg chg="modSp">
        <pc:chgData name="Avinash Arun Chauhan" userId="S::avinash.chauhan@mahindrauniversity.edu.in::241b5f3e-36f4-4c61-9553-90e6a1c1b8a6" providerId="AD" clId="Web-{EFFDA887-7FF2-E696-9457-E1F726E9BCB6}" dt="2022-08-04T11:01:15.394" v="198" actId="20577"/>
        <pc:sldMkLst>
          <pc:docMk/>
          <pc:sldMk cId="665632959" sldId="260"/>
        </pc:sldMkLst>
      </pc:sldChg>
      <pc:sldChg chg="modSp">
        <pc:chgData name="Avinash Arun Chauhan" userId="S::avinash.chauhan@mahindrauniversity.edu.in::241b5f3e-36f4-4c61-9553-90e6a1c1b8a6" providerId="AD" clId="Web-{EFFDA887-7FF2-E696-9457-E1F726E9BCB6}" dt="2022-08-04T11:26:43.918" v="556" actId="20577"/>
        <pc:sldMkLst>
          <pc:docMk/>
          <pc:sldMk cId="686329520" sldId="262"/>
        </pc:sldMkLst>
      </pc:sldChg>
      <pc:sldChg chg="modSp new del">
        <pc:chgData name="Avinash Arun Chauhan" userId="S::avinash.chauhan@mahindrauniversity.edu.in::241b5f3e-36f4-4c61-9553-90e6a1c1b8a6" providerId="AD" clId="Web-{EFFDA887-7FF2-E696-9457-E1F726E9BCB6}" dt="2022-08-04T11:24:19.522" v="551"/>
        <pc:sldMkLst>
          <pc:docMk/>
          <pc:sldMk cId="2110078205" sldId="265"/>
        </pc:sldMkLst>
      </pc:sldChg>
      <pc:sldChg chg="new del">
        <pc:chgData name="Avinash Arun Chauhan" userId="S::avinash.chauhan@mahindrauniversity.edu.in::241b5f3e-36f4-4c61-9553-90e6a1c1b8a6" providerId="AD" clId="Web-{EFFDA887-7FF2-E696-9457-E1F726E9BCB6}" dt="2022-08-04T11:14:55.439" v="274"/>
        <pc:sldMkLst>
          <pc:docMk/>
          <pc:sldMk cId="944680170" sldId="266"/>
        </pc:sldMkLst>
      </pc:sldChg>
    </pc:docChg>
  </pc:docChgLst>
  <pc:docChgLst>
    <pc:chgData name="Avinash Arun Chauhan" userId="S::avinash.chauhan@mahindrauniversity.edu.in::241b5f3e-36f4-4c61-9553-90e6a1c1b8a6" providerId="AD" clId="Web-{244A258A-7F5D-44AC-4085-3F7FC74B62DB}"/>
    <pc:docChg chg="addSld modSld sldOrd">
      <pc:chgData name="Avinash Arun Chauhan" userId="S::avinash.chauhan@mahindrauniversity.edu.in::241b5f3e-36f4-4c61-9553-90e6a1c1b8a6" providerId="AD" clId="Web-{244A258A-7F5D-44AC-4085-3F7FC74B62DB}" dt="2025-02-03T13:40:04.928" v="873" actId="20577"/>
      <pc:docMkLst>
        <pc:docMk/>
      </pc:docMkLst>
      <pc:sldChg chg="modSp">
        <pc:chgData name="Avinash Arun Chauhan" userId="S::avinash.chauhan@mahindrauniversity.edu.in::241b5f3e-36f4-4c61-9553-90e6a1c1b8a6" providerId="AD" clId="Web-{244A258A-7F5D-44AC-4085-3F7FC74B62DB}" dt="2025-02-03T12:38:05.650" v="8" actId="20577"/>
        <pc:sldMkLst>
          <pc:docMk/>
          <pc:sldMk cId="3662289297" sldId="343"/>
        </pc:sldMkLst>
      </pc:sldChg>
      <pc:sldChg chg="ord">
        <pc:chgData name="Avinash Arun Chauhan" userId="S::avinash.chauhan@mahindrauniversity.edu.in::241b5f3e-36f4-4c61-9553-90e6a1c1b8a6" providerId="AD" clId="Web-{244A258A-7F5D-44AC-4085-3F7FC74B62DB}" dt="2025-02-03T13:38:14.768" v="811"/>
        <pc:sldMkLst>
          <pc:docMk/>
          <pc:sldMk cId="1331974274" sldId="396"/>
        </pc:sldMkLst>
      </pc:sldChg>
      <pc:sldChg chg="modSp add replId">
        <pc:chgData name="Avinash Arun Chauhan" userId="S::avinash.chauhan@mahindrauniversity.edu.in::241b5f3e-36f4-4c61-9553-90e6a1c1b8a6" providerId="AD" clId="Web-{244A258A-7F5D-44AC-4085-3F7FC74B62DB}" dt="2025-02-03T12:42:29.469" v="347" actId="20577"/>
        <pc:sldMkLst>
          <pc:docMk/>
          <pc:sldMk cId="2054758623" sldId="398"/>
        </pc:sldMkLst>
      </pc:sldChg>
      <pc:sldChg chg="modSp add replId modNotes">
        <pc:chgData name="Avinash Arun Chauhan" userId="S::avinash.chauhan@mahindrauniversity.edu.in::241b5f3e-36f4-4c61-9553-90e6a1c1b8a6" providerId="AD" clId="Web-{244A258A-7F5D-44AC-4085-3F7FC74B62DB}" dt="2025-02-03T13:29:52.015" v="720"/>
        <pc:sldMkLst>
          <pc:docMk/>
          <pc:sldMk cId="2651303011" sldId="399"/>
        </pc:sldMkLst>
      </pc:sldChg>
      <pc:sldChg chg="modSp add ord replId">
        <pc:chgData name="Avinash Arun Chauhan" userId="S::avinash.chauhan@mahindrauniversity.edu.in::241b5f3e-36f4-4c61-9553-90e6a1c1b8a6" providerId="AD" clId="Web-{244A258A-7F5D-44AC-4085-3F7FC74B62DB}" dt="2025-02-03T13:34:00.915" v="775" actId="20577"/>
        <pc:sldMkLst>
          <pc:docMk/>
          <pc:sldMk cId="3219962969" sldId="400"/>
        </pc:sldMkLst>
      </pc:sldChg>
      <pc:sldChg chg="modSp add replId">
        <pc:chgData name="Avinash Arun Chauhan" userId="S::avinash.chauhan@mahindrauniversity.edu.in::241b5f3e-36f4-4c61-9553-90e6a1c1b8a6" providerId="AD" clId="Web-{244A258A-7F5D-44AC-4085-3F7FC74B62DB}" dt="2025-02-03T13:35:55.934" v="793" actId="20577"/>
        <pc:sldMkLst>
          <pc:docMk/>
          <pc:sldMk cId="675903330" sldId="401"/>
        </pc:sldMkLst>
      </pc:sldChg>
      <pc:sldChg chg="modSp add replId">
        <pc:chgData name="Avinash Arun Chauhan" userId="S::avinash.chauhan@mahindrauniversity.edu.in::241b5f3e-36f4-4c61-9553-90e6a1c1b8a6" providerId="AD" clId="Web-{244A258A-7F5D-44AC-4085-3F7FC74B62DB}" dt="2025-02-03T13:36:50.936" v="800" actId="20577"/>
        <pc:sldMkLst>
          <pc:docMk/>
          <pc:sldMk cId="2868279875" sldId="402"/>
        </pc:sldMkLst>
      </pc:sldChg>
      <pc:sldChg chg="modSp add replId">
        <pc:chgData name="Avinash Arun Chauhan" userId="S::avinash.chauhan@mahindrauniversity.edu.in::241b5f3e-36f4-4c61-9553-90e6a1c1b8a6" providerId="AD" clId="Web-{244A258A-7F5D-44AC-4085-3F7FC74B62DB}" dt="2025-02-03T13:37:30.532" v="808" actId="20577"/>
        <pc:sldMkLst>
          <pc:docMk/>
          <pc:sldMk cId="1531576171" sldId="403"/>
        </pc:sldMkLst>
      </pc:sldChg>
      <pc:sldChg chg="modSp add ord replId">
        <pc:chgData name="Avinash Arun Chauhan" userId="S::avinash.chauhan@mahindrauniversity.edu.in::241b5f3e-36f4-4c61-9553-90e6a1c1b8a6" providerId="AD" clId="Web-{244A258A-7F5D-44AC-4085-3F7FC74B62DB}" dt="2025-02-03T13:40:04.928" v="873" actId="20577"/>
        <pc:sldMkLst>
          <pc:docMk/>
          <pc:sldMk cId="3884221527" sldId="404"/>
        </pc:sldMkLst>
      </pc:sldChg>
    </pc:docChg>
  </pc:docChgLst>
  <pc:docChgLst>
    <pc:chgData name="Avinash Arun Chauhan" userId="S::avinash.chauhan@mahindrauniversity.edu.in::241b5f3e-36f4-4c61-9553-90e6a1c1b8a6" providerId="AD" clId="Web-{C9932CCD-4CA9-A4F8-73A3-9576A7DF9DF6}"/>
    <pc:docChg chg="addSld delSld modSld sldOrd">
      <pc:chgData name="Avinash Arun Chauhan" userId="S::avinash.chauhan@mahindrauniversity.edu.in::241b5f3e-36f4-4c61-9553-90e6a1c1b8a6" providerId="AD" clId="Web-{C9932CCD-4CA9-A4F8-73A3-9576A7DF9DF6}" dt="2025-01-20T15:21:19.710" v="1459" actId="20577"/>
      <pc:docMkLst>
        <pc:docMk/>
      </pc:docMkLst>
      <pc:sldChg chg="addSp modSp">
        <pc:chgData name="Avinash Arun Chauhan" userId="S::avinash.chauhan@mahindrauniversity.edu.in::241b5f3e-36f4-4c61-9553-90e6a1c1b8a6" providerId="AD" clId="Web-{C9932CCD-4CA9-A4F8-73A3-9576A7DF9DF6}" dt="2025-01-20T14:16:43.788" v="22" actId="1076"/>
        <pc:sldMkLst>
          <pc:docMk/>
          <pc:sldMk cId="1186293514" sldId="278"/>
        </pc:sldMkLst>
      </pc:sldChg>
      <pc:sldChg chg="modSp">
        <pc:chgData name="Avinash Arun Chauhan" userId="S::avinash.chauhan@mahindrauniversity.edu.in::241b5f3e-36f4-4c61-9553-90e6a1c1b8a6" providerId="AD" clId="Web-{C9932CCD-4CA9-A4F8-73A3-9576A7DF9DF6}" dt="2025-01-20T14:38:09.570" v="355" actId="20577"/>
        <pc:sldMkLst>
          <pc:docMk/>
          <pc:sldMk cId="3646577299" sldId="299"/>
        </pc:sldMkLst>
      </pc:sldChg>
      <pc:sldChg chg="modSp">
        <pc:chgData name="Avinash Arun Chauhan" userId="S::avinash.chauhan@mahindrauniversity.edu.in::241b5f3e-36f4-4c61-9553-90e6a1c1b8a6" providerId="AD" clId="Web-{C9932CCD-4CA9-A4F8-73A3-9576A7DF9DF6}" dt="2025-01-20T14:38:24.587" v="356" actId="20577"/>
        <pc:sldMkLst>
          <pc:docMk/>
          <pc:sldMk cId="1563133675" sldId="304"/>
        </pc:sldMkLst>
      </pc:sldChg>
      <pc:sldChg chg="modSp">
        <pc:chgData name="Avinash Arun Chauhan" userId="S::avinash.chauhan@mahindrauniversity.edu.in::241b5f3e-36f4-4c61-9553-90e6a1c1b8a6" providerId="AD" clId="Web-{C9932CCD-4CA9-A4F8-73A3-9576A7DF9DF6}" dt="2025-01-20T14:39:45.668" v="403" actId="20577"/>
        <pc:sldMkLst>
          <pc:docMk/>
          <pc:sldMk cId="3676104736" sldId="321"/>
        </pc:sldMkLst>
      </pc:sldChg>
      <pc:sldChg chg="modSp">
        <pc:chgData name="Avinash Arun Chauhan" userId="S::avinash.chauhan@mahindrauniversity.edu.in::241b5f3e-36f4-4c61-9553-90e6a1c1b8a6" providerId="AD" clId="Web-{C9932CCD-4CA9-A4F8-73A3-9576A7DF9DF6}" dt="2025-01-20T14:52:44.697" v="1022" actId="20577"/>
        <pc:sldMkLst>
          <pc:docMk/>
          <pc:sldMk cId="3627241866" sldId="322"/>
        </pc:sldMkLst>
      </pc:sldChg>
      <pc:sldChg chg="modSp">
        <pc:chgData name="Avinash Arun Chauhan" userId="S::avinash.chauhan@mahindrauniversity.edu.in::241b5f3e-36f4-4c61-9553-90e6a1c1b8a6" providerId="AD" clId="Web-{C9932CCD-4CA9-A4F8-73A3-9576A7DF9DF6}" dt="2025-01-20T14:21:04.970" v="34" actId="20577"/>
        <pc:sldMkLst>
          <pc:docMk/>
          <pc:sldMk cId="1158193245" sldId="326"/>
        </pc:sldMkLst>
      </pc:sldChg>
      <pc:sldChg chg="addSp delSp modSp add replId">
        <pc:chgData name="Avinash Arun Chauhan" userId="S::avinash.chauhan@mahindrauniversity.edu.in::241b5f3e-36f4-4c61-9553-90e6a1c1b8a6" providerId="AD" clId="Web-{C9932CCD-4CA9-A4F8-73A3-9576A7DF9DF6}" dt="2025-01-20T14:19:51.326" v="32" actId="1076"/>
        <pc:sldMkLst>
          <pc:docMk/>
          <pc:sldMk cId="2007597957" sldId="327"/>
        </pc:sldMkLst>
      </pc:sldChg>
      <pc:sldChg chg="del">
        <pc:chgData name="Avinash Arun Chauhan" userId="S::avinash.chauhan@mahindrauniversity.edu.in::241b5f3e-36f4-4c61-9553-90e6a1c1b8a6" providerId="AD" clId="Web-{C9932CCD-4CA9-A4F8-73A3-9576A7DF9DF6}" dt="2025-01-20T14:15:47.411" v="0"/>
        <pc:sldMkLst>
          <pc:docMk/>
          <pc:sldMk cId="4092406976" sldId="327"/>
        </pc:sldMkLst>
      </pc:sldChg>
      <pc:sldChg chg="addSp modSp add replId">
        <pc:chgData name="Avinash Arun Chauhan" userId="S::avinash.chauhan@mahindrauniversity.edu.in::241b5f3e-36f4-4c61-9553-90e6a1c1b8a6" providerId="AD" clId="Web-{C9932CCD-4CA9-A4F8-73A3-9576A7DF9DF6}" dt="2025-01-20T15:21:19.710" v="1459" actId="20577"/>
        <pc:sldMkLst>
          <pc:docMk/>
          <pc:sldMk cId="2617794837" sldId="328"/>
        </pc:sldMkLst>
      </pc:sldChg>
      <pc:sldChg chg="modSp add replId">
        <pc:chgData name="Avinash Arun Chauhan" userId="S::avinash.chauhan@mahindrauniversity.edu.in::241b5f3e-36f4-4c61-9553-90e6a1c1b8a6" providerId="AD" clId="Web-{C9932CCD-4CA9-A4F8-73A3-9576A7DF9DF6}" dt="2025-01-20T14:31:05.164" v="260" actId="20577"/>
        <pc:sldMkLst>
          <pc:docMk/>
          <pc:sldMk cId="976430796" sldId="329"/>
        </pc:sldMkLst>
      </pc:sldChg>
      <pc:sldChg chg="addSp delSp modSp add mod replId setBg">
        <pc:chgData name="Avinash Arun Chauhan" userId="S::avinash.chauhan@mahindrauniversity.edu.in::241b5f3e-36f4-4c61-9553-90e6a1c1b8a6" providerId="AD" clId="Web-{C9932CCD-4CA9-A4F8-73A3-9576A7DF9DF6}" dt="2025-01-20T14:32:53.293" v="269" actId="1076"/>
        <pc:sldMkLst>
          <pc:docMk/>
          <pc:sldMk cId="2464883860" sldId="330"/>
        </pc:sldMkLst>
      </pc:sldChg>
      <pc:sldChg chg="addSp modSp add replId">
        <pc:chgData name="Avinash Arun Chauhan" userId="S::avinash.chauhan@mahindrauniversity.edu.in::241b5f3e-36f4-4c61-9553-90e6a1c1b8a6" providerId="AD" clId="Web-{C9932CCD-4CA9-A4F8-73A3-9576A7DF9DF6}" dt="2025-01-20T14:51:46.710" v="1004" actId="1076"/>
        <pc:sldMkLst>
          <pc:docMk/>
          <pc:sldMk cId="3538398476" sldId="331"/>
        </pc:sldMkLst>
      </pc:sldChg>
      <pc:sldChg chg="addSp delSp modSp add replId">
        <pc:chgData name="Avinash Arun Chauhan" userId="S::avinash.chauhan@mahindrauniversity.edu.in::241b5f3e-36f4-4c61-9553-90e6a1c1b8a6" providerId="AD" clId="Web-{C9932CCD-4CA9-A4F8-73A3-9576A7DF9DF6}" dt="2025-01-20T14:52:33.884" v="1019"/>
        <pc:sldMkLst>
          <pc:docMk/>
          <pc:sldMk cId="3698192587" sldId="332"/>
        </pc:sldMkLst>
      </pc:sldChg>
      <pc:sldChg chg="modSp add ord replId">
        <pc:chgData name="Avinash Arun Chauhan" userId="S::avinash.chauhan@mahindrauniversity.edu.in::241b5f3e-36f4-4c61-9553-90e6a1c1b8a6" providerId="AD" clId="Web-{C9932CCD-4CA9-A4F8-73A3-9576A7DF9DF6}" dt="2025-01-20T14:55:37.485" v="1220" actId="20577"/>
        <pc:sldMkLst>
          <pc:docMk/>
          <pc:sldMk cId="2252981323" sldId="333"/>
        </pc:sldMkLst>
      </pc:sldChg>
      <pc:sldChg chg="add del replId">
        <pc:chgData name="Avinash Arun Chauhan" userId="S::avinash.chauhan@mahindrauniversity.edu.in::241b5f3e-36f4-4c61-9553-90e6a1c1b8a6" providerId="AD" clId="Web-{C9932CCD-4CA9-A4F8-73A3-9576A7DF9DF6}" dt="2025-01-20T14:52:50.463" v="1024"/>
        <pc:sldMkLst>
          <pc:docMk/>
          <pc:sldMk cId="2817443897" sldId="333"/>
        </pc:sldMkLst>
      </pc:sldChg>
      <pc:sldChg chg="add replId">
        <pc:chgData name="Avinash Arun Chauhan" userId="S::avinash.chauhan@mahindrauniversity.edu.in::241b5f3e-36f4-4c61-9553-90e6a1c1b8a6" providerId="AD" clId="Web-{C9932CCD-4CA9-A4F8-73A3-9576A7DF9DF6}" dt="2025-01-20T14:55:45.157" v="1221"/>
        <pc:sldMkLst>
          <pc:docMk/>
          <pc:sldMk cId="232338245" sldId="334"/>
        </pc:sldMkLst>
      </pc:sldChg>
      <pc:sldChg chg="modSp add replId">
        <pc:chgData name="Avinash Arun Chauhan" userId="S::avinash.chauhan@mahindrauniversity.edu.in::241b5f3e-36f4-4c61-9553-90e6a1c1b8a6" providerId="AD" clId="Web-{C9932CCD-4CA9-A4F8-73A3-9576A7DF9DF6}" dt="2025-01-20T15:18:46.068" v="1453" actId="20577"/>
        <pc:sldMkLst>
          <pc:docMk/>
          <pc:sldMk cId="2353400634" sldId="335"/>
        </pc:sldMkLst>
      </pc:sldChg>
      <pc:sldChg chg="modSp add replId">
        <pc:chgData name="Avinash Arun Chauhan" userId="S::avinash.chauhan@mahindrauniversity.edu.in::241b5f3e-36f4-4c61-9553-90e6a1c1b8a6" providerId="AD" clId="Web-{C9932CCD-4CA9-A4F8-73A3-9576A7DF9DF6}" dt="2025-01-20T14:58:25.585" v="1451" actId="20577"/>
        <pc:sldMkLst>
          <pc:docMk/>
          <pc:sldMk cId="858546598" sldId="336"/>
        </pc:sldMkLst>
      </pc:sldChg>
    </pc:docChg>
  </pc:docChgLst>
  <pc:docChgLst>
    <pc:chgData name="Avinash Arun Chauhan" userId="S::avinash.chauhan@mahindrauniversity.edu.in::241b5f3e-36f4-4c61-9553-90e6a1c1b8a6" providerId="AD" clId="Web-{52336E21-1A73-A4CF-FC20-F0884FA891A5}"/>
    <pc:docChg chg="addSld modSld sldOrd">
      <pc:chgData name="Avinash Arun Chauhan" userId="S::avinash.chauhan@mahindrauniversity.edu.in::241b5f3e-36f4-4c61-9553-90e6a1c1b8a6" providerId="AD" clId="Web-{52336E21-1A73-A4CF-FC20-F0884FA891A5}" dt="2025-02-25T06:49:33.434" v="146" actId="20577"/>
      <pc:docMkLst>
        <pc:docMk/>
      </pc:docMkLst>
      <pc:sldChg chg="modSp add ord replId">
        <pc:chgData name="Avinash Arun Chauhan" userId="S::avinash.chauhan@mahindrauniversity.edu.in::241b5f3e-36f4-4c61-9553-90e6a1c1b8a6" providerId="AD" clId="Web-{52336E21-1A73-A4CF-FC20-F0884FA891A5}" dt="2025-02-25T06:49:33.434" v="146" actId="20577"/>
        <pc:sldMkLst>
          <pc:docMk/>
          <pc:sldMk cId="3382390238" sldId="453"/>
        </pc:sldMkLst>
        <pc:spChg chg="mod">
          <ac:chgData name="Avinash Arun Chauhan" userId="S::avinash.chauhan@mahindrauniversity.edu.in::241b5f3e-36f4-4c61-9553-90e6a1c1b8a6" providerId="AD" clId="Web-{52336E21-1A73-A4CF-FC20-F0884FA891A5}" dt="2025-02-25T06:49:33.434" v="146" actId="20577"/>
          <ac:spMkLst>
            <pc:docMk/>
            <pc:sldMk cId="3382390238" sldId="453"/>
            <ac:spMk id="3" creationId="{1428BC14-AC9B-25B4-0748-A2B6FE9AD070}"/>
          </ac:spMkLst>
        </pc:spChg>
      </pc:sldChg>
      <pc:sldChg chg="modSp add replId">
        <pc:chgData name="Avinash Arun Chauhan" userId="S::avinash.chauhan@mahindrauniversity.edu.in::241b5f3e-36f4-4c61-9553-90e6a1c1b8a6" providerId="AD" clId="Web-{52336E21-1A73-A4CF-FC20-F0884FA891A5}" dt="2025-02-25T06:47:03.617" v="144" actId="20577"/>
        <pc:sldMkLst>
          <pc:docMk/>
          <pc:sldMk cId="710131590" sldId="454"/>
        </pc:sldMkLst>
        <pc:spChg chg="mod">
          <ac:chgData name="Avinash Arun Chauhan" userId="S::avinash.chauhan@mahindrauniversity.edu.in::241b5f3e-36f4-4c61-9553-90e6a1c1b8a6" providerId="AD" clId="Web-{52336E21-1A73-A4CF-FC20-F0884FA891A5}" dt="2025-02-25T06:47:03.617" v="144" actId="20577"/>
          <ac:spMkLst>
            <pc:docMk/>
            <pc:sldMk cId="710131590" sldId="454"/>
            <ac:spMk id="3" creationId="{09B2303B-68AE-C740-B002-969DE684664D}"/>
          </ac:spMkLst>
        </pc:spChg>
      </pc:sldChg>
    </pc:docChg>
  </pc:docChgLst>
  <pc:docChgLst>
    <pc:chgData name="Avinash Arun Chauhan" userId="S::avinash.chauhan@mahindrauniversity.edu.in::241b5f3e-36f4-4c61-9553-90e6a1c1b8a6" providerId="AD" clId="Web-{E73989AF-D6D2-9A5C-C2C4-B83F35128E21}"/>
    <pc:docChg chg="addSld delSld modSld sldOrd">
      <pc:chgData name="Avinash Arun Chauhan" userId="S::avinash.chauhan@mahindrauniversity.edu.in::241b5f3e-36f4-4c61-9553-90e6a1c1b8a6" providerId="AD" clId="Web-{E73989AF-D6D2-9A5C-C2C4-B83F35128E21}" dt="2025-02-11T13:50:42.045" v="2612" actId="20577"/>
      <pc:docMkLst>
        <pc:docMk/>
      </pc:docMkLst>
      <pc:sldChg chg="del">
        <pc:chgData name="Avinash Arun Chauhan" userId="S::avinash.chauhan@mahindrauniversity.edu.in::241b5f3e-36f4-4c61-9553-90e6a1c1b8a6" providerId="AD" clId="Web-{E73989AF-D6D2-9A5C-C2C4-B83F35128E21}" dt="2025-02-11T11:11:29.330" v="0"/>
        <pc:sldMkLst>
          <pc:docMk/>
          <pc:sldMk cId="3662289297" sldId="343"/>
        </pc:sldMkLst>
      </pc:sldChg>
      <pc:sldChg chg="del">
        <pc:chgData name="Avinash Arun Chauhan" userId="S::avinash.chauhan@mahindrauniversity.edu.in::241b5f3e-36f4-4c61-9553-90e6a1c1b8a6" providerId="AD" clId="Web-{E73989AF-D6D2-9A5C-C2C4-B83F35128E21}" dt="2025-02-11T11:11:32.861" v="1"/>
        <pc:sldMkLst>
          <pc:docMk/>
          <pc:sldMk cId="2224388889" sldId="416"/>
        </pc:sldMkLst>
      </pc:sldChg>
      <pc:sldChg chg="modSp add replId">
        <pc:chgData name="Avinash Arun Chauhan" userId="S::avinash.chauhan@mahindrauniversity.edu.in::241b5f3e-36f4-4c61-9553-90e6a1c1b8a6" providerId="AD" clId="Web-{E73989AF-D6D2-9A5C-C2C4-B83F35128E21}" dt="2025-02-11T11:24:17.074" v="302" actId="20577"/>
        <pc:sldMkLst>
          <pc:docMk/>
          <pc:sldMk cId="3811169343" sldId="426"/>
        </pc:sldMkLst>
      </pc:sldChg>
      <pc:sldChg chg="modSp add replId">
        <pc:chgData name="Avinash Arun Chauhan" userId="S::avinash.chauhan@mahindrauniversity.edu.in::241b5f3e-36f4-4c61-9553-90e6a1c1b8a6" providerId="AD" clId="Web-{E73989AF-D6D2-9A5C-C2C4-B83F35128E21}" dt="2025-02-11T11:28:40.489" v="400" actId="20577"/>
        <pc:sldMkLst>
          <pc:docMk/>
          <pc:sldMk cId="227902600" sldId="427"/>
        </pc:sldMkLst>
      </pc:sldChg>
      <pc:sldChg chg="modSp add replId">
        <pc:chgData name="Avinash Arun Chauhan" userId="S::avinash.chauhan@mahindrauniversity.edu.in::241b5f3e-36f4-4c61-9553-90e6a1c1b8a6" providerId="AD" clId="Web-{E73989AF-D6D2-9A5C-C2C4-B83F35128E21}" dt="2025-02-11T11:38:49.994" v="1123" actId="20577"/>
        <pc:sldMkLst>
          <pc:docMk/>
          <pc:sldMk cId="2640816908" sldId="428"/>
        </pc:sldMkLst>
      </pc:sldChg>
      <pc:sldChg chg="modSp add replId">
        <pc:chgData name="Avinash Arun Chauhan" userId="S::avinash.chauhan@mahindrauniversity.edu.in::241b5f3e-36f4-4c61-9553-90e6a1c1b8a6" providerId="AD" clId="Web-{E73989AF-D6D2-9A5C-C2C4-B83F35128E21}" dt="2025-02-11T11:38:24.853" v="1119" actId="20577"/>
        <pc:sldMkLst>
          <pc:docMk/>
          <pc:sldMk cId="3686490617" sldId="429"/>
        </pc:sldMkLst>
      </pc:sldChg>
      <pc:sldChg chg="modSp add replId modNotes">
        <pc:chgData name="Avinash Arun Chauhan" userId="S::avinash.chauhan@mahindrauniversity.edu.in::241b5f3e-36f4-4c61-9553-90e6a1c1b8a6" providerId="AD" clId="Web-{E73989AF-D6D2-9A5C-C2C4-B83F35128E21}" dt="2025-02-11T11:47:15.573" v="1392"/>
        <pc:sldMkLst>
          <pc:docMk/>
          <pc:sldMk cId="86552837" sldId="430"/>
        </pc:sldMkLst>
      </pc:sldChg>
      <pc:sldChg chg="modSp add replId modNotes">
        <pc:chgData name="Avinash Arun Chauhan" userId="S::avinash.chauhan@mahindrauniversity.edu.in::241b5f3e-36f4-4c61-9553-90e6a1c1b8a6" providerId="AD" clId="Web-{E73989AF-D6D2-9A5C-C2C4-B83F35128E21}" dt="2025-02-11T11:49:44.844" v="1472" actId="20577"/>
        <pc:sldMkLst>
          <pc:docMk/>
          <pc:sldMk cId="448871923" sldId="431"/>
        </pc:sldMkLst>
      </pc:sldChg>
      <pc:sldChg chg="modSp add ord replId">
        <pc:chgData name="Avinash Arun Chauhan" userId="S::avinash.chauhan@mahindrauniversity.edu.in::241b5f3e-36f4-4c61-9553-90e6a1c1b8a6" providerId="AD" clId="Web-{E73989AF-D6D2-9A5C-C2C4-B83F35128E21}" dt="2025-02-11T11:48:36.982" v="1417" actId="20577"/>
        <pc:sldMkLst>
          <pc:docMk/>
          <pc:sldMk cId="430656824" sldId="432"/>
        </pc:sldMkLst>
      </pc:sldChg>
      <pc:sldChg chg="modSp add replId">
        <pc:chgData name="Avinash Arun Chauhan" userId="S::avinash.chauhan@mahindrauniversity.edu.in::241b5f3e-36f4-4c61-9553-90e6a1c1b8a6" providerId="AD" clId="Web-{E73989AF-D6D2-9A5C-C2C4-B83F35128E21}" dt="2025-02-11T12:01:03.273" v="1964" actId="20577"/>
        <pc:sldMkLst>
          <pc:docMk/>
          <pc:sldMk cId="2336727406" sldId="433"/>
        </pc:sldMkLst>
      </pc:sldChg>
      <pc:sldChg chg="modSp add replId">
        <pc:chgData name="Avinash Arun Chauhan" userId="S::avinash.chauhan@mahindrauniversity.edu.in::241b5f3e-36f4-4c61-9553-90e6a1c1b8a6" providerId="AD" clId="Web-{E73989AF-D6D2-9A5C-C2C4-B83F35128E21}" dt="2025-02-11T12:05:35.876" v="2076" actId="20577"/>
        <pc:sldMkLst>
          <pc:docMk/>
          <pc:sldMk cId="859797520" sldId="434"/>
        </pc:sldMkLst>
      </pc:sldChg>
      <pc:sldChg chg="modSp add replId">
        <pc:chgData name="Avinash Arun Chauhan" userId="S::avinash.chauhan@mahindrauniversity.edu.in::241b5f3e-36f4-4c61-9553-90e6a1c1b8a6" providerId="AD" clId="Web-{E73989AF-D6D2-9A5C-C2C4-B83F35128E21}" dt="2025-02-11T12:07:21.614" v="2171" actId="20577"/>
        <pc:sldMkLst>
          <pc:docMk/>
          <pc:sldMk cId="2554666538" sldId="435"/>
        </pc:sldMkLst>
      </pc:sldChg>
      <pc:sldChg chg="addSp delSp modSp add replId">
        <pc:chgData name="Avinash Arun Chauhan" userId="S::avinash.chauhan@mahindrauniversity.edu.in::241b5f3e-36f4-4c61-9553-90e6a1c1b8a6" providerId="AD" clId="Web-{E73989AF-D6D2-9A5C-C2C4-B83F35128E21}" dt="2025-02-11T12:08:17.037" v="2204" actId="1076"/>
        <pc:sldMkLst>
          <pc:docMk/>
          <pc:sldMk cId="2824834544" sldId="436"/>
        </pc:sldMkLst>
      </pc:sldChg>
      <pc:sldChg chg="addSp delSp modSp add replId">
        <pc:chgData name="Avinash Arun Chauhan" userId="S::avinash.chauhan@mahindrauniversity.edu.in::241b5f3e-36f4-4c61-9553-90e6a1c1b8a6" providerId="AD" clId="Web-{E73989AF-D6D2-9A5C-C2C4-B83F35128E21}" dt="2025-02-11T12:09:48.806" v="2284" actId="14100"/>
        <pc:sldMkLst>
          <pc:docMk/>
          <pc:sldMk cId="620991165" sldId="437"/>
        </pc:sldMkLst>
      </pc:sldChg>
      <pc:sldChg chg="modSp add ord replId">
        <pc:chgData name="Avinash Arun Chauhan" userId="S::avinash.chauhan@mahindrauniversity.edu.in::241b5f3e-36f4-4c61-9553-90e6a1c1b8a6" providerId="AD" clId="Web-{E73989AF-D6D2-9A5C-C2C4-B83F35128E21}" dt="2025-02-11T12:33:45.976" v="2412" actId="20577"/>
        <pc:sldMkLst>
          <pc:docMk/>
          <pc:sldMk cId="1125462947" sldId="438"/>
        </pc:sldMkLst>
      </pc:sldChg>
      <pc:sldChg chg="modSp add replId">
        <pc:chgData name="Avinash Arun Chauhan" userId="S::avinash.chauhan@mahindrauniversity.edu.in::241b5f3e-36f4-4c61-9553-90e6a1c1b8a6" providerId="AD" clId="Web-{E73989AF-D6D2-9A5C-C2C4-B83F35128E21}" dt="2025-02-11T12:33:58.773" v="2418" actId="20577"/>
        <pc:sldMkLst>
          <pc:docMk/>
          <pc:sldMk cId="685589665" sldId="439"/>
        </pc:sldMkLst>
      </pc:sldChg>
      <pc:sldChg chg="modSp add replId">
        <pc:chgData name="Avinash Arun Chauhan" userId="S::avinash.chauhan@mahindrauniversity.edu.in::241b5f3e-36f4-4c61-9553-90e6a1c1b8a6" providerId="AD" clId="Web-{E73989AF-D6D2-9A5C-C2C4-B83F35128E21}" dt="2025-02-11T12:36:36.747" v="2496" actId="20577"/>
        <pc:sldMkLst>
          <pc:docMk/>
          <pc:sldMk cId="2354634915" sldId="440"/>
        </pc:sldMkLst>
      </pc:sldChg>
      <pc:sldChg chg="modSp add ord replId">
        <pc:chgData name="Avinash Arun Chauhan" userId="S::avinash.chauhan@mahindrauniversity.edu.in::241b5f3e-36f4-4c61-9553-90e6a1c1b8a6" providerId="AD" clId="Web-{E73989AF-D6D2-9A5C-C2C4-B83F35128E21}" dt="2025-02-11T13:50:42.045" v="2612" actId="20577"/>
        <pc:sldMkLst>
          <pc:docMk/>
          <pc:sldMk cId="2478878777" sldId="441"/>
        </pc:sldMkLst>
      </pc:sldChg>
      <pc:sldChg chg="modSp add replId">
        <pc:chgData name="Avinash Arun Chauhan" userId="S::avinash.chauhan@mahindrauniversity.edu.in::241b5f3e-36f4-4c61-9553-90e6a1c1b8a6" providerId="AD" clId="Web-{E73989AF-D6D2-9A5C-C2C4-B83F35128E21}" dt="2025-02-11T13:49:48.372" v="2598" actId="1076"/>
        <pc:sldMkLst>
          <pc:docMk/>
          <pc:sldMk cId="2001429447" sldId="442"/>
        </pc:sldMkLst>
      </pc:sldChg>
      <pc:sldChg chg="modSp add replId">
        <pc:chgData name="Avinash Arun Chauhan" userId="S::avinash.chauhan@mahindrauniversity.edu.in::241b5f3e-36f4-4c61-9553-90e6a1c1b8a6" providerId="AD" clId="Web-{E73989AF-D6D2-9A5C-C2C4-B83F35128E21}" dt="2025-02-11T13:50:31.623" v="2611" actId="20577"/>
        <pc:sldMkLst>
          <pc:docMk/>
          <pc:sldMk cId="2270276121" sldId="443"/>
        </pc:sldMkLst>
      </pc:sldChg>
      <pc:sldChg chg="del">
        <pc:chgData name="Avinash Arun Chauhan" userId="S::avinash.chauhan@mahindrauniversity.edu.in::241b5f3e-36f4-4c61-9553-90e6a1c1b8a6" providerId="AD" clId="Web-{E73989AF-D6D2-9A5C-C2C4-B83F35128E21}" dt="2025-02-11T11:11:34.236" v="2"/>
        <pc:sldMkLst>
          <pc:docMk/>
          <pc:sldMk cId="2769609335" sldId="444"/>
        </pc:sldMkLst>
      </pc:sldChg>
      <pc:sldChg chg="del">
        <pc:chgData name="Avinash Arun Chauhan" userId="S::avinash.chauhan@mahindrauniversity.edu.in::241b5f3e-36f4-4c61-9553-90e6a1c1b8a6" providerId="AD" clId="Web-{E73989AF-D6D2-9A5C-C2C4-B83F35128E21}" dt="2025-02-11T11:11:35.471" v="3"/>
        <pc:sldMkLst>
          <pc:docMk/>
          <pc:sldMk cId="2145789392" sldId="445"/>
        </pc:sldMkLst>
      </pc:sldChg>
      <pc:sldChg chg="del">
        <pc:chgData name="Avinash Arun Chauhan" userId="S::avinash.chauhan@mahindrauniversity.edu.in::241b5f3e-36f4-4c61-9553-90e6a1c1b8a6" providerId="AD" clId="Web-{E73989AF-D6D2-9A5C-C2C4-B83F35128E21}" dt="2025-02-11T11:11:37.018" v="4"/>
        <pc:sldMkLst>
          <pc:docMk/>
          <pc:sldMk cId="777442966" sldId="446"/>
        </pc:sldMkLst>
      </pc:sldChg>
      <pc:sldChg chg="del">
        <pc:chgData name="Avinash Arun Chauhan" userId="S::avinash.chauhan@mahindrauniversity.edu.in::241b5f3e-36f4-4c61-9553-90e6a1c1b8a6" providerId="AD" clId="Web-{E73989AF-D6D2-9A5C-C2C4-B83F35128E21}" dt="2025-02-11T11:11:39.096" v="5"/>
        <pc:sldMkLst>
          <pc:docMk/>
          <pc:sldMk cId="2588250358" sldId="447"/>
        </pc:sldMkLst>
      </pc:sldChg>
      <pc:sldChg chg="del">
        <pc:chgData name="Avinash Arun Chauhan" userId="S::avinash.chauhan@mahindrauniversity.edu.in::241b5f3e-36f4-4c61-9553-90e6a1c1b8a6" providerId="AD" clId="Web-{E73989AF-D6D2-9A5C-C2C4-B83F35128E21}" dt="2025-02-11T11:11:46.627" v="6"/>
        <pc:sldMkLst>
          <pc:docMk/>
          <pc:sldMk cId="3276880208" sldId="448"/>
        </pc:sldMkLst>
      </pc:sldChg>
      <pc:sldChg chg="del">
        <pc:chgData name="Avinash Arun Chauhan" userId="S::avinash.chauhan@mahindrauniversity.edu.in::241b5f3e-36f4-4c61-9553-90e6a1c1b8a6" providerId="AD" clId="Web-{E73989AF-D6D2-9A5C-C2C4-B83F35128E21}" dt="2025-02-11T11:11:48.362" v="7"/>
        <pc:sldMkLst>
          <pc:docMk/>
          <pc:sldMk cId="2975428961" sldId="449"/>
        </pc:sldMkLst>
      </pc:sldChg>
    </pc:docChg>
  </pc:docChgLst>
  <pc:docChgLst>
    <pc:chgData name="Avinash Arun Chauhan" userId="S::avinash.chauhan@mahindrauniversity.edu.in::241b5f3e-36f4-4c61-9553-90e6a1c1b8a6" providerId="AD" clId="Web-{2D80956B-2351-EFC8-E419-86DEEE6B594A}"/>
    <pc:docChg chg="modSld">
      <pc:chgData name="Avinash Arun Chauhan" userId="S::avinash.chauhan@mahindrauniversity.edu.in::241b5f3e-36f4-4c61-9553-90e6a1c1b8a6" providerId="AD" clId="Web-{2D80956B-2351-EFC8-E419-86DEEE6B594A}" dt="2024-11-28T08:16:04.040" v="75" actId="20577"/>
      <pc:docMkLst>
        <pc:docMk/>
      </pc:docMkLst>
      <pc:sldChg chg="modSp">
        <pc:chgData name="Avinash Arun Chauhan" userId="S::avinash.chauhan@mahindrauniversity.edu.in::241b5f3e-36f4-4c61-9553-90e6a1c1b8a6" providerId="AD" clId="Web-{2D80956B-2351-EFC8-E419-86DEEE6B594A}" dt="2024-11-28T08:16:04.040" v="75" actId="20577"/>
        <pc:sldMkLst>
          <pc:docMk/>
          <pc:sldMk cId="3834488751" sldId="263"/>
        </pc:sldMkLst>
      </pc:sldChg>
    </pc:docChg>
  </pc:docChgLst>
  <pc:docChgLst>
    <pc:chgData name="Avinash Arun Chauhan" userId="S::avinash.chauhan@mahindrauniversity.edu.in::241b5f3e-36f4-4c61-9553-90e6a1c1b8a6" providerId="AD" clId="Web-{65274663-52D4-39A2-3E90-A7CA3692C474}"/>
    <pc:docChg chg="mod addSld modSld addMainMaster modMainMaster">
      <pc:chgData name="Avinash Arun Chauhan" userId="S::avinash.chauhan@mahindrauniversity.edu.in::241b5f3e-36f4-4c61-9553-90e6a1c1b8a6" providerId="AD" clId="Web-{65274663-52D4-39A2-3E90-A7CA3692C474}" dt="2023-08-14T14:55:55.461" v="563" actId="20577"/>
      <pc:docMkLst>
        <pc:docMk/>
      </pc:docMkLst>
      <pc:sldChg chg="addSp delSp modSp">
        <pc:chgData name="Avinash Arun Chauhan" userId="S::avinash.chauhan@mahindrauniversity.edu.in::241b5f3e-36f4-4c61-9553-90e6a1c1b8a6" providerId="AD" clId="Web-{65274663-52D4-39A2-3E90-A7CA3692C474}" dt="2023-08-14T14:19:43.472" v="227"/>
        <pc:sldMkLst>
          <pc:docMk/>
          <pc:sldMk cId="1540275285" sldId="256"/>
        </pc:sldMkLst>
      </pc:sldChg>
      <pc:sldChg chg="addSp modSp">
        <pc:chgData name="Avinash Arun Chauhan" userId="S::avinash.chauhan@mahindrauniversity.edu.in::241b5f3e-36f4-4c61-9553-90e6a1c1b8a6" providerId="AD" clId="Web-{65274663-52D4-39A2-3E90-A7CA3692C474}" dt="2023-08-14T14:19:59.535" v="228"/>
        <pc:sldMkLst>
          <pc:docMk/>
          <pc:sldMk cId="832602602" sldId="257"/>
        </pc:sldMkLst>
      </pc:sldChg>
      <pc:sldChg chg="addSp modSp">
        <pc:chgData name="Avinash Arun Chauhan" userId="S::avinash.chauhan@mahindrauniversity.edu.in::241b5f3e-36f4-4c61-9553-90e6a1c1b8a6" providerId="AD" clId="Web-{65274663-52D4-39A2-3E90-A7CA3692C474}" dt="2023-08-14T14:44:54.678" v="336" actId="20577"/>
        <pc:sldMkLst>
          <pc:docMk/>
          <pc:sldMk cId="3131259695" sldId="258"/>
        </pc:sldMkLst>
      </pc:sldChg>
      <pc:sldChg chg="addSp modSp">
        <pc:chgData name="Avinash Arun Chauhan" userId="S::avinash.chauhan@mahindrauniversity.edu.in::241b5f3e-36f4-4c61-9553-90e6a1c1b8a6" providerId="AD" clId="Web-{65274663-52D4-39A2-3E90-A7CA3692C474}" dt="2023-08-14T14:46:00.211" v="340" actId="20577"/>
        <pc:sldMkLst>
          <pc:docMk/>
          <pc:sldMk cId="3615545428" sldId="259"/>
        </pc:sldMkLst>
      </pc:sldChg>
      <pc:sldChg chg="addSp modSp">
        <pc:chgData name="Avinash Arun Chauhan" userId="S::avinash.chauhan@mahindrauniversity.edu.in::241b5f3e-36f4-4c61-9553-90e6a1c1b8a6" providerId="AD" clId="Web-{65274663-52D4-39A2-3E90-A7CA3692C474}" dt="2023-08-14T14:46:49.728" v="343" actId="20577"/>
        <pc:sldMkLst>
          <pc:docMk/>
          <pc:sldMk cId="665632959" sldId="260"/>
        </pc:sldMkLst>
      </pc:sldChg>
      <pc:sldChg chg="addSp modSp">
        <pc:chgData name="Avinash Arun Chauhan" userId="S::avinash.chauhan@mahindrauniversity.edu.in::241b5f3e-36f4-4c61-9553-90e6a1c1b8a6" providerId="AD" clId="Web-{65274663-52D4-39A2-3E90-A7CA3692C474}" dt="2023-08-14T14:55:55.461" v="563" actId="20577"/>
        <pc:sldMkLst>
          <pc:docMk/>
          <pc:sldMk cId="686329520" sldId="262"/>
        </pc:sldMkLst>
      </pc:sldChg>
      <pc:sldChg chg="addSp modSp">
        <pc:chgData name="Avinash Arun Chauhan" userId="S::avinash.chauhan@mahindrauniversity.edu.in::241b5f3e-36f4-4c61-9553-90e6a1c1b8a6" providerId="AD" clId="Web-{65274663-52D4-39A2-3E90-A7CA3692C474}" dt="2023-08-14T14:19:59.535" v="228"/>
        <pc:sldMkLst>
          <pc:docMk/>
          <pc:sldMk cId="3834488751" sldId="263"/>
        </pc:sldMkLst>
      </pc:sldChg>
      <pc:sldChg chg="addSp modSp">
        <pc:chgData name="Avinash Arun Chauhan" userId="S::avinash.chauhan@mahindrauniversity.edu.in::241b5f3e-36f4-4c61-9553-90e6a1c1b8a6" providerId="AD" clId="Web-{65274663-52D4-39A2-3E90-A7CA3692C474}" dt="2023-08-14T14:19:59.535" v="228"/>
        <pc:sldMkLst>
          <pc:docMk/>
          <pc:sldMk cId="3009557333" sldId="264"/>
        </pc:sldMkLst>
      </pc:sldChg>
      <pc:sldChg chg="addSp modSp">
        <pc:chgData name="Avinash Arun Chauhan" userId="S::avinash.chauhan@mahindrauniversity.edu.in::241b5f3e-36f4-4c61-9553-90e6a1c1b8a6" providerId="AD" clId="Web-{65274663-52D4-39A2-3E90-A7CA3692C474}" dt="2023-08-14T14:19:59.535" v="228"/>
        <pc:sldMkLst>
          <pc:docMk/>
          <pc:sldMk cId="2009186894" sldId="265"/>
        </pc:sldMkLst>
      </pc:sldChg>
      <pc:sldChg chg="addSp modSp">
        <pc:chgData name="Avinash Arun Chauhan" userId="S::avinash.chauhan@mahindrauniversity.edu.in::241b5f3e-36f4-4c61-9553-90e6a1c1b8a6" providerId="AD" clId="Web-{65274663-52D4-39A2-3E90-A7CA3692C474}" dt="2023-08-14T14:50:11.812" v="422" actId="1076"/>
        <pc:sldMkLst>
          <pc:docMk/>
          <pc:sldMk cId="1390531472" sldId="266"/>
        </pc:sldMkLst>
      </pc:sldChg>
      <pc:sldChg chg="addSp modSp">
        <pc:chgData name="Avinash Arun Chauhan" userId="S::avinash.chauhan@mahindrauniversity.edu.in::241b5f3e-36f4-4c61-9553-90e6a1c1b8a6" providerId="AD" clId="Web-{65274663-52D4-39A2-3E90-A7CA3692C474}" dt="2023-08-14T14:41:03" v="230" actId="1076"/>
        <pc:sldMkLst>
          <pc:docMk/>
          <pc:sldMk cId="3445711273" sldId="267"/>
        </pc:sldMkLst>
      </pc:sldChg>
      <pc:sldChg chg="addSp delSp modSp">
        <pc:chgData name="Avinash Arun Chauhan" userId="S::avinash.chauhan@mahindrauniversity.edu.in::241b5f3e-36f4-4c61-9553-90e6a1c1b8a6" providerId="AD" clId="Web-{65274663-52D4-39A2-3E90-A7CA3692C474}" dt="2023-08-14T14:20:55.880" v="229" actId="1076"/>
        <pc:sldMkLst>
          <pc:docMk/>
          <pc:sldMk cId="934216185" sldId="268"/>
        </pc:sldMkLst>
      </pc:sldChg>
      <pc:sldChg chg="addSp modSp">
        <pc:chgData name="Avinash Arun Chauhan" userId="S::avinash.chauhan@mahindrauniversity.edu.in::241b5f3e-36f4-4c61-9553-90e6a1c1b8a6" providerId="AD" clId="Web-{65274663-52D4-39A2-3E90-A7CA3692C474}" dt="2023-08-14T14:47:26.698" v="353" actId="20577"/>
        <pc:sldMkLst>
          <pc:docMk/>
          <pc:sldMk cId="2889783999" sldId="269"/>
        </pc:sldMkLst>
      </pc:sldChg>
      <pc:sldChg chg="addSp modSp">
        <pc:chgData name="Avinash Arun Chauhan" userId="S::avinash.chauhan@mahindrauniversity.edu.in::241b5f3e-36f4-4c61-9553-90e6a1c1b8a6" providerId="AD" clId="Web-{65274663-52D4-39A2-3E90-A7CA3692C474}" dt="2023-08-14T14:19:59.535" v="228"/>
        <pc:sldMkLst>
          <pc:docMk/>
          <pc:sldMk cId="216913" sldId="270"/>
        </pc:sldMkLst>
      </pc:sldChg>
      <pc:sldChg chg="addSp modSp">
        <pc:chgData name="Avinash Arun Chauhan" userId="S::avinash.chauhan@mahindrauniversity.edu.in::241b5f3e-36f4-4c61-9553-90e6a1c1b8a6" providerId="AD" clId="Web-{65274663-52D4-39A2-3E90-A7CA3692C474}" dt="2023-08-14T14:46:23.946" v="341" actId="20577"/>
        <pc:sldMkLst>
          <pc:docMk/>
          <pc:sldMk cId="720993746" sldId="271"/>
        </pc:sldMkLst>
      </pc:sldChg>
      <pc:sldChg chg="addSp delSp modSp">
        <pc:chgData name="Avinash Arun Chauhan" userId="S::avinash.chauhan@mahindrauniversity.edu.in::241b5f3e-36f4-4c61-9553-90e6a1c1b8a6" providerId="AD" clId="Web-{65274663-52D4-39A2-3E90-A7CA3692C474}" dt="2023-08-14T14:19:59.535" v="228"/>
        <pc:sldMkLst>
          <pc:docMk/>
          <pc:sldMk cId="1482878579" sldId="272"/>
        </pc:sldMkLst>
      </pc:sldChg>
      <pc:sldChg chg="addSp modSp">
        <pc:chgData name="Avinash Arun Chauhan" userId="S::avinash.chauhan@mahindrauniversity.edu.in::241b5f3e-36f4-4c61-9553-90e6a1c1b8a6" providerId="AD" clId="Web-{65274663-52D4-39A2-3E90-A7CA3692C474}" dt="2023-08-14T14:19:59.535" v="228"/>
        <pc:sldMkLst>
          <pc:docMk/>
          <pc:sldMk cId="4288965932" sldId="273"/>
        </pc:sldMkLst>
      </pc:sldChg>
      <pc:sldChg chg="addSp delSp modSp add">
        <pc:chgData name="Avinash Arun Chauhan" userId="S::avinash.chauhan@mahindrauniversity.edu.in::241b5f3e-36f4-4c61-9553-90e6a1c1b8a6" providerId="AD" clId="Web-{65274663-52D4-39A2-3E90-A7CA3692C474}" dt="2023-08-14T14:19:59.535" v="228"/>
        <pc:sldMkLst>
          <pc:docMk/>
          <pc:sldMk cId="2029719128" sldId="274"/>
        </pc:sldMkLst>
      </pc:sldChg>
      <pc:sldChg chg="addSp modSp new">
        <pc:chgData name="Avinash Arun Chauhan" userId="S::avinash.chauhan@mahindrauniversity.edu.in::241b5f3e-36f4-4c61-9553-90e6a1c1b8a6" providerId="AD" clId="Web-{65274663-52D4-39A2-3E90-A7CA3692C474}" dt="2023-08-14T14:19:59.535" v="228"/>
        <pc:sldMkLst>
          <pc:docMk/>
          <pc:sldMk cId="2431762895" sldId="275"/>
        </pc:sldMkLst>
      </pc:sldChg>
      <pc:sldMasterChg chg="modSp mod modSldLayout">
        <pc:chgData name="Avinash Arun Chauhan" userId="S::avinash.chauhan@mahindrauniversity.edu.in::241b5f3e-36f4-4c61-9553-90e6a1c1b8a6" providerId="AD" clId="Web-{65274663-52D4-39A2-3E90-A7CA3692C474}" dt="2023-08-14T14:19:59.535" v="228"/>
        <pc:sldMasterMkLst>
          <pc:docMk/>
          <pc:sldMasterMk cId="3421728329" sldId="2147483648"/>
        </pc:sldMasterMkLst>
        <pc:sldLayoutChg chg="modSp mod">
          <pc:chgData name="Avinash Arun Chauhan" userId="S::avinash.chauhan@mahindrauniversity.edu.in::241b5f3e-36f4-4c61-9553-90e6a1c1b8a6" providerId="AD" clId="Web-{65274663-52D4-39A2-3E90-A7CA3692C474}" dt="2023-08-14T14:19:59.535" v="228"/>
          <pc:sldLayoutMkLst>
            <pc:docMk/>
            <pc:sldMasterMk cId="3421728329" sldId="2147483648"/>
            <pc:sldLayoutMk cId="879593492" sldId="2147483649"/>
          </pc:sldLayoutMkLst>
        </pc:sldLayoutChg>
        <pc:sldLayoutChg chg="modSp mod">
          <pc:chgData name="Avinash Arun Chauhan" userId="S::avinash.chauhan@mahindrauniversity.edu.in::241b5f3e-36f4-4c61-9553-90e6a1c1b8a6" providerId="AD" clId="Web-{65274663-52D4-39A2-3E90-A7CA3692C474}" dt="2023-08-14T14:19:59.535" v="228"/>
          <pc:sldLayoutMkLst>
            <pc:docMk/>
            <pc:sldMasterMk cId="3421728329" sldId="2147483648"/>
            <pc:sldLayoutMk cId="537992064" sldId="2147483650"/>
          </pc:sldLayoutMkLst>
        </pc:sldLayoutChg>
        <pc:sldLayoutChg chg="modSp mod">
          <pc:chgData name="Avinash Arun Chauhan" userId="S::avinash.chauhan@mahindrauniversity.edu.in::241b5f3e-36f4-4c61-9553-90e6a1c1b8a6" providerId="AD" clId="Web-{65274663-52D4-39A2-3E90-A7CA3692C474}" dt="2023-08-14T14:19:59.535" v="228"/>
          <pc:sldLayoutMkLst>
            <pc:docMk/>
            <pc:sldMasterMk cId="3421728329" sldId="2147483648"/>
            <pc:sldLayoutMk cId="4003285352" sldId="2147483651"/>
          </pc:sldLayoutMkLst>
        </pc:sldLayoutChg>
        <pc:sldLayoutChg chg="modSp mod">
          <pc:chgData name="Avinash Arun Chauhan" userId="S::avinash.chauhan@mahindrauniversity.edu.in::241b5f3e-36f4-4c61-9553-90e6a1c1b8a6" providerId="AD" clId="Web-{65274663-52D4-39A2-3E90-A7CA3692C474}" dt="2023-08-14T14:19:59.535" v="228"/>
          <pc:sldLayoutMkLst>
            <pc:docMk/>
            <pc:sldMasterMk cId="3421728329" sldId="2147483648"/>
            <pc:sldLayoutMk cId="2218285127" sldId="2147483652"/>
          </pc:sldLayoutMkLst>
        </pc:sldLayoutChg>
        <pc:sldLayoutChg chg="modSp mod">
          <pc:chgData name="Avinash Arun Chauhan" userId="S::avinash.chauhan@mahindrauniversity.edu.in::241b5f3e-36f4-4c61-9553-90e6a1c1b8a6" providerId="AD" clId="Web-{65274663-52D4-39A2-3E90-A7CA3692C474}" dt="2023-08-14T14:19:59.535" v="228"/>
          <pc:sldLayoutMkLst>
            <pc:docMk/>
            <pc:sldMasterMk cId="3421728329" sldId="2147483648"/>
            <pc:sldLayoutMk cId="4146176384" sldId="2147483653"/>
          </pc:sldLayoutMkLst>
        </pc:sldLayoutChg>
        <pc:sldLayoutChg chg="modSp mod">
          <pc:chgData name="Avinash Arun Chauhan" userId="S::avinash.chauhan@mahindrauniversity.edu.in::241b5f3e-36f4-4c61-9553-90e6a1c1b8a6" providerId="AD" clId="Web-{65274663-52D4-39A2-3E90-A7CA3692C474}" dt="2023-08-14T14:19:59.535" v="228"/>
          <pc:sldLayoutMkLst>
            <pc:docMk/>
            <pc:sldMasterMk cId="3421728329" sldId="2147483648"/>
            <pc:sldLayoutMk cId="2976790019" sldId="2147483654"/>
          </pc:sldLayoutMkLst>
        </pc:sldLayoutChg>
        <pc:sldLayoutChg chg="modSp mod">
          <pc:chgData name="Avinash Arun Chauhan" userId="S::avinash.chauhan@mahindrauniversity.edu.in::241b5f3e-36f4-4c61-9553-90e6a1c1b8a6" providerId="AD" clId="Web-{65274663-52D4-39A2-3E90-A7CA3692C474}" dt="2023-08-14T14:19:59.535" v="228"/>
          <pc:sldLayoutMkLst>
            <pc:docMk/>
            <pc:sldMasterMk cId="3421728329" sldId="2147483648"/>
            <pc:sldLayoutMk cId="4279158827" sldId="2147483655"/>
          </pc:sldLayoutMkLst>
        </pc:sldLayoutChg>
        <pc:sldLayoutChg chg="modSp mod">
          <pc:chgData name="Avinash Arun Chauhan" userId="S::avinash.chauhan@mahindrauniversity.edu.in::241b5f3e-36f4-4c61-9553-90e6a1c1b8a6" providerId="AD" clId="Web-{65274663-52D4-39A2-3E90-A7CA3692C474}" dt="2023-08-14T14:19:59.535" v="228"/>
          <pc:sldLayoutMkLst>
            <pc:docMk/>
            <pc:sldMasterMk cId="3421728329" sldId="2147483648"/>
            <pc:sldLayoutMk cId="3314790300" sldId="2147483656"/>
          </pc:sldLayoutMkLst>
        </pc:sldLayoutChg>
        <pc:sldLayoutChg chg="modSp mod">
          <pc:chgData name="Avinash Arun Chauhan" userId="S::avinash.chauhan@mahindrauniversity.edu.in::241b5f3e-36f4-4c61-9553-90e6a1c1b8a6" providerId="AD" clId="Web-{65274663-52D4-39A2-3E90-A7CA3692C474}" dt="2023-08-14T14:19:59.535" v="228"/>
          <pc:sldLayoutMkLst>
            <pc:docMk/>
            <pc:sldMasterMk cId="3421728329" sldId="2147483648"/>
            <pc:sldLayoutMk cId="3540128061" sldId="2147483657"/>
          </pc:sldLayoutMkLst>
        </pc:sldLayoutChg>
        <pc:sldLayoutChg chg="modSp mod">
          <pc:chgData name="Avinash Arun Chauhan" userId="S::avinash.chauhan@mahindrauniversity.edu.in::241b5f3e-36f4-4c61-9553-90e6a1c1b8a6" providerId="AD" clId="Web-{65274663-52D4-39A2-3E90-A7CA3692C474}" dt="2023-08-14T14:19:59.535" v="228"/>
          <pc:sldLayoutMkLst>
            <pc:docMk/>
            <pc:sldMasterMk cId="3421728329" sldId="2147483648"/>
            <pc:sldLayoutMk cId="1241642173" sldId="2147483658"/>
          </pc:sldLayoutMkLst>
        </pc:sldLayoutChg>
        <pc:sldLayoutChg chg="modSp mod">
          <pc:chgData name="Avinash Arun Chauhan" userId="S::avinash.chauhan@mahindrauniversity.edu.in::241b5f3e-36f4-4c61-9553-90e6a1c1b8a6" providerId="AD" clId="Web-{65274663-52D4-39A2-3E90-A7CA3692C474}" dt="2023-08-14T14:19:59.535" v="228"/>
          <pc:sldLayoutMkLst>
            <pc:docMk/>
            <pc:sldMasterMk cId="3421728329" sldId="2147483648"/>
            <pc:sldLayoutMk cId="3919061518" sldId="2147483659"/>
          </pc:sldLayoutMkLst>
        </pc:sldLayoutChg>
      </pc:sldMasterChg>
      <pc:sldMasterChg chg="modSp add mod addSldLayout modSldLayout">
        <pc:chgData name="Avinash Arun Chauhan" userId="S::avinash.chauhan@mahindrauniversity.edu.in::241b5f3e-36f4-4c61-9553-90e6a1c1b8a6" providerId="AD" clId="Web-{65274663-52D4-39A2-3E90-A7CA3692C474}" dt="2023-08-14T14:19:59.535" v="228"/>
        <pc:sldMasterMkLst>
          <pc:docMk/>
          <pc:sldMasterMk cId="727509341" sldId="2147483720"/>
        </pc:sldMasterMkLst>
        <pc:sldLayoutChg chg="modSp add mod">
          <pc:chgData name="Avinash Arun Chauhan" userId="S::avinash.chauhan@mahindrauniversity.edu.in::241b5f3e-36f4-4c61-9553-90e6a1c1b8a6" providerId="AD" clId="Web-{65274663-52D4-39A2-3E90-A7CA3692C474}" dt="2023-08-14T14:19:59.535" v="228"/>
          <pc:sldLayoutMkLst>
            <pc:docMk/>
            <pc:sldMasterMk cId="727509341" sldId="2147483720"/>
            <pc:sldLayoutMk cId="4008895811" sldId="2147483721"/>
          </pc:sldLayoutMkLst>
        </pc:sldLayoutChg>
        <pc:sldLayoutChg chg="modSp add mod">
          <pc:chgData name="Avinash Arun Chauhan" userId="S::avinash.chauhan@mahindrauniversity.edu.in::241b5f3e-36f4-4c61-9553-90e6a1c1b8a6" providerId="AD" clId="Web-{65274663-52D4-39A2-3E90-A7CA3692C474}" dt="2023-08-14T14:19:59.535" v="228"/>
          <pc:sldLayoutMkLst>
            <pc:docMk/>
            <pc:sldMasterMk cId="727509341" sldId="2147483720"/>
            <pc:sldLayoutMk cId="603115427" sldId="2147483722"/>
          </pc:sldLayoutMkLst>
        </pc:sldLayoutChg>
        <pc:sldLayoutChg chg="modSp add mod">
          <pc:chgData name="Avinash Arun Chauhan" userId="S::avinash.chauhan@mahindrauniversity.edu.in::241b5f3e-36f4-4c61-9553-90e6a1c1b8a6" providerId="AD" clId="Web-{65274663-52D4-39A2-3E90-A7CA3692C474}" dt="2023-08-14T14:19:59.535" v="228"/>
          <pc:sldLayoutMkLst>
            <pc:docMk/>
            <pc:sldMasterMk cId="727509341" sldId="2147483720"/>
            <pc:sldLayoutMk cId="245594897" sldId="2147483723"/>
          </pc:sldLayoutMkLst>
        </pc:sldLayoutChg>
        <pc:sldLayoutChg chg="modSp add mod">
          <pc:chgData name="Avinash Arun Chauhan" userId="S::avinash.chauhan@mahindrauniversity.edu.in::241b5f3e-36f4-4c61-9553-90e6a1c1b8a6" providerId="AD" clId="Web-{65274663-52D4-39A2-3E90-A7CA3692C474}" dt="2023-08-14T14:19:59.535" v="228"/>
          <pc:sldLayoutMkLst>
            <pc:docMk/>
            <pc:sldMasterMk cId="727509341" sldId="2147483720"/>
            <pc:sldLayoutMk cId="187461755" sldId="2147483724"/>
          </pc:sldLayoutMkLst>
        </pc:sldLayoutChg>
        <pc:sldLayoutChg chg="modSp add mod">
          <pc:chgData name="Avinash Arun Chauhan" userId="S::avinash.chauhan@mahindrauniversity.edu.in::241b5f3e-36f4-4c61-9553-90e6a1c1b8a6" providerId="AD" clId="Web-{65274663-52D4-39A2-3E90-A7CA3692C474}" dt="2023-08-14T14:19:59.535" v="228"/>
          <pc:sldLayoutMkLst>
            <pc:docMk/>
            <pc:sldMasterMk cId="727509341" sldId="2147483720"/>
            <pc:sldLayoutMk cId="2334662702" sldId="2147483725"/>
          </pc:sldLayoutMkLst>
        </pc:sldLayoutChg>
        <pc:sldLayoutChg chg="modSp add mod">
          <pc:chgData name="Avinash Arun Chauhan" userId="S::avinash.chauhan@mahindrauniversity.edu.in::241b5f3e-36f4-4c61-9553-90e6a1c1b8a6" providerId="AD" clId="Web-{65274663-52D4-39A2-3E90-A7CA3692C474}" dt="2023-08-14T14:19:59.535" v="228"/>
          <pc:sldLayoutMkLst>
            <pc:docMk/>
            <pc:sldMasterMk cId="727509341" sldId="2147483720"/>
            <pc:sldLayoutMk cId="2724989269" sldId="2147483726"/>
          </pc:sldLayoutMkLst>
        </pc:sldLayoutChg>
        <pc:sldLayoutChg chg="modSp add mod">
          <pc:chgData name="Avinash Arun Chauhan" userId="S::avinash.chauhan@mahindrauniversity.edu.in::241b5f3e-36f4-4c61-9553-90e6a1c1b8a6" providerId="AD" clId="Web-{65274663-52D4-39A2-3E90-A7CA3692C474}" dt="2023-08-14T14:19:59.535" v="228"/>
          <pc:sldLayoutMkLst>
            <pc:docMk/>
            <pc:sldMasterMk cId="727509341" sldId="2147483720"/>
            <pc:sldLayoutMk cId="1434468286" sldId="2147483727"/>
          </pc:sldLayoutMkLst>
        </pc:sldLayoutChg>
        <pc:sldLayoutChg chg="modSp add mod">
          <pc:chgData name="Avinash Arun Chauhan" userId="S::avinash.chauhan@mahindrauniversity.edu.in::241b5f3e-36f4-4c61-9553-90e6a1c1b8a6" providerId="AD" clId="Web-{65274663-52D4-39A2-3E90-A7CA3692C474}" dt="2023-08-14T14:19:59.535" v="228"/>
          <pc:sldLayoutMkLst>
            <pc:docMk/>
            <pc:sldMasterMk cId="727509341" sldId="2147483720"/>
            <pc:sldLayoutMk cId="2122883428" sldId="2147483728"/>
          </pc:sldLayoutMkLst>
        </pc:sldLayoutChg>
        <pc:sldLayoutChg chg="modSp add mod">
          <pc:chgData name="Avinash Arun Chauhan" userId="S::avinash.chauhan@mahindrauniversity.edu.in::241b5f3e-36f4-4c61-9553-90e6a1c1b8a6" providerId="AD" clId="Web-{65274663-52D4-39A2-3E90-A7CA3692C474}" dt="2023-08-14T14:19:59.535" v="228"/>
          <pc:sldLayoutMkLst>
            <pc:docMk/>
            <pc:sldMasterMk cId="727509341" sldId="2147483720"/>
            <pc:sldLayoutMk cId="1027272814" sldId="2147483729"/>
          </pc:sldLayoutMkLst>
        </pc:sldLayoutChg>
        <pc:sldLayoutChg chg="modSp add mod">
          <pc:chgData name="Avinash Arun Chauhan" userId="S::avinash.chauhan@mahindrauniversity.edu.in::241b5f3e-36f4-4c61-9553-90e6a1c1b8a6" providerId="AD" clId="Web-{65274663-52D4-39A2-3E90-A7CA3692C474}" dt="2023-08-14T14:19:59.535" v="228"/>
          <pc:sldLayoutMkLst>
            <pc:docMk/>
            <pc:sldMasterMk cId="727509341" sldId="2147483720"/>
            <pc:sldLayoutMk cId="622644981" sldId="2147483730"/>
          </pc:sldLayoutMkLst>
        </pc:sldLayoutChg>
        <pc:sldLayoutChg chg="modSp add mod">
          <pc:chgData name="Avinash Arun Chauhan" userId="S::avinash.chauhan@mahindrauniversity.edu.in::241b5f3e-36f4-4c61-9553-90e6a1c1b8a6" providerId="AD" clId="Web-{65274663-52D4-39A2-3E90-A7CA3692C474}" dt="2023-08-14T14:19:59.535" v="228"/>
          <pc:sldLayoutMkLst>
            <pc:docMk/>
            <pc:sldMasterMk cId="727509341" sldId="2147483720"/>
            <pc:sldLayoutMk cId="936215903" sldId="2147483731"/>
          </pc:sldLayoutMkLst>
        </pc:sldLayoutChg>
      </pc:sldMasterChg>
    </pc:docChg>
  </pc:docChgLst>
  <pc:docChgLst>
    <pc:chgData name="Avinash Arun Chauhan" userId="S::avinash.chauhan@mahindrauniversity.edu.in::241b5f3e-36f4-4c61-9553-90e6a1c1b8a6" providerId="AD" clId="Web-{E69CFE87-082B-F1C9-8959-6E8E15A00FA6}"/>
    <pc:docChg chg="addSld delSld modSld">
      <pc:chgData name="Avinash Arun Chauhan" userId="S::avinash.chauhan@mahindrauniversity.edu.in::241b5f3e-36f4-4c61-9553-90e6a1c1b8a6" providerId="AD" clId="Web-{E69CFE87-082B-F1C9-8959-6E8E15A00FA6}" dt="2022-08-14T10:19:52.824" v="743"/>
      <pc:docMkLst>
        <pc:docMk/>
      </pc:docMkLst>
      <pc:sldChg chg="addSp delSp">
        <pc:chgData name="Avinash Arun Chauhan" userId="S::avinash.chauhan@mahindrauniversity.edu.in::241b5f3e-36f4-4c61-9553-90e6a1c1b8a6" providerId="AD" clId="Web-{E69CFE87-082B-F1C9-8959-6E8E15A00FA6}" dt="2022-08-14T10:08:35.054" v="230"/>
        <pc:sldMkLst>
          <pc:docMk/>
          <pc:sldMk cId="1540275285" sldId="256"/>
        </pc:sldMkLst>
      </pc:sldChg>
      <pc:sldChg chg="del">
        <pc:chgData name="Avinash Arun Chauhan" userId="S::avinash.chauhan@mahindrauniversity.edu.in::241b5f3e-36f4-4c61-9553-90e6a1c1b8a6" providerId="AD" clId="Web-{E69CFE87-082B-F1C9-8959-6E8E15A00FA6}" dt="2022-08-14T10:19:52.824" v="743"/>
        <pc:sldMkLst>
          <pc:docMk/>
          <pc:sldMk cId="1478581017" sldId="261"/>
        </pc:sldMkLst>
      </pc:sldChg>
      <pc:sldChg chg="modSp new">
        <pc:chgData name="Avinash Arun Chauhan" userId="S::avinash.chauhan@mahindrauniversity.edu.in::241b5f3e-36f4-4c61-9553-90e6a1c1b8a6" providerId="AD" clId="Web-{E69CFE87-082B-F1C9-8959-6E8E15A00FA6}" dt="2022-08-14T10:16:19.802" v="541" actId="20577"/>
        <pc:sldMkLst>
          <pc:docMk/>
          <pc:sldMk cId="2009186894" sldId="265"/>
        </pc:sldMkLst>
      </pc:sldChg>
      <pc:sldChg chg="addSp delSp modSp new">
        <pc:chgData name="Avinash Arun Chauhan" userId="S::avinash.chauhan@mahindrauniversity.edu.in::241b5f3e-36f4-4c61-9553-90e6a1c1b8a6" providerId="AD" clId="Web-{E69CFE87-082B-F1C9-8959-6E8E15A00FA6}" dt="2022-08-14T10:19:39.714" v="742" actId="20577"/>
        <pc:sldMkLst>
          <pc:docMk/>
          <pc:sldMk cId="1390531472" sldId="266"/>
        </pc:sldMkLst>
      </pc:sldChg>
    </pc:docChg>
  </pc:docChgLst>
  <pc:docChgLst>
    <pc:chgData name="Avinash Arun Chauhan" userId="S::avinash.chauhan@mahindrauniversity.edu.in::241b5f3e-36f4-4c61-9553-90e6a1c1b8a6" providerId="AD" clId="Web-{62C0756A-0E28-AA58-5AF9-EE2B6D7652BD}"/>
    <pc:docChg chg="modSld">
      <pc:chgData name="Avinash Arun Chauhan" userId="S::avinash.chauhan@mahindrauniversity.edu.in::241b5f3e-36f4-4c61-9553-90e6a1c1b8a6" providerId="AD" clId="Web-{62C0756A-0E28-AA58-5AF9-EE2B6D7652BD}" dt="2025-04-01T11:31:50.321" v="10" actId="20577"/>
      <pc:docMkLst>
        <pc:docMk/>
      </pc:docMkLst>
      <pc:sldChg chg="modSp">
        <pc:chgData name="Avinash Arun Chauhan" userId="S::avinash.chauhan@mahindrauniversity.edu.in::241b5f3e-36f4-4c61-9553-90e6a1c1b8a6" providerId="AD" clId="Web-{62C0756A-0E28-AA58-5AF9-EE2B6D7652BD}" dt="2025-04-01T11:31:50.321" v="10" actId="20577"/>
        <pc:sldMkLst>
          <pc:docMk/>
          <pc:sldMk cId="3060705436" sldId="578"/>
        </pc:sldMkLst>
        <pc:spChg chg="mod">
          <ac:chgData name="Avinash Arun Chauhan" userId="S::avinash.chauhan@mahindrauniversity.edu.in::241b5f3e-36f4-4c61-9553-90e6a1c1b8a6" providerId="AD" clId="Web-{62C0756A-0E28-AA58-5AF9-EE2B6D7652BD}" dt="2025-04-01T11:31:50.321" v="10" actId="20577"/>
          <ac:spMkLst>
            <pc:docMk/>
            <pc:sldMk cId="3060705436" sldId="578"/>
            <ac:spMk id="2" creationId="{90CF744A-1E70-F257-DDB4-2F958456F417}"/>
          </ac:spMkLst>
        </pc:spChg>
      </pc:sldChg>
    </pc:docChg>
  </pc:docChgLst>
  <pc:docChgLst>
    <pc:chgData name="Avinash Arun Chauhan" userId="S::avinash.chauhan@mahindrauniversity.edu.in::241b5f3e-36f4-4c61-9553-90e6a1c1b8a6" providerId="AD" clId="Web-{B524EFFB-A0FE-DF63-F561-3A5B9684AC54}"/>
    <pc:docChg chg="addSld modSld">
      <pc:chgData name="Avinash Arun Chauhan" userId="S::avinash.chauhan@mahindrauniversity.edu.in::241b5f3e-36f4-4c61-9553-90e6a1c1b8a6" providerId="AD" clId="Web-{B524EFFB-A0FE-DF63-F561-3A5B9684AC54}" dt="2025-01-17T13:22:54.228" v="848" actId="14100"/>
      <pc:docMkLst>
        <pc:docMk/>
      </pc:docMkLst>
      <pc:sldChg chg="modSp">
        <pc:chgData name="Avinash Arun Chauhan" userId="S::avinash.chauhan@mahindrauniversity.edu.in::241b5f3e-36f4-4c61-9553-90e6a1c1b8a6" providerId="AD" clId="Web-{B524EFFB-A0FE-DF63-F561-3A5B9684AC54}" dt="2025-01-17T12:49:33.619" v="278" actId="20577"/>
        <pc:sldMkLst>
          <pc:docMk/>
          <pc:sldMk cId="3834488751" sldId="263"/>
        </pc:sldMkLst>
      </pc:sldChg>
      <pc:sldChg chg="modSp">
        <pc:chgData name="Avinash Arun Chauhan" userId="S::avinash.chauhan@mahindrauniversity.edu.in::241b5f3e-36f4-4c61-9553-90e6a1c1b8a6" providerId="AD" clId="Web-{B524EFFB-A0FE-DF63-F561-3A5B9684AC54}" dt="2025-01-17T12:59:54.612" v="555" actId="20577"/>
        <pc:sldMkLst>
          <pc:docMk/>
          <pc:sldMk cId="216913" sldId="270"/>
        </pc:sldMkLst>
      </pc:sldChg>
      <pc:sldChg chg="addSp delSp modSp">
        <pc:chgData name="Avinash Arun Chauhan" userId="S::avinash.chauhan@mahindrauniversity.edu.in::241b5f3e-36f4-4c61-9553-90e6a1c1b8a6" providerId="AD" clId="Web-{B524EFFB-A0FE-DF63-F561-3A5B9684AC54}" dt="2025-01-17T13:05:17.374" v="585" actId="20577"/>
        <pc:sldMkLst>
          <pc:docMk/>
          <pc:sldMk cId="2029719128" sldId="274"/>
        </pc:sldMkLst>
      </pc:sldChg>
      <pc:sldChg chg="modSp">
        <pc:chgData name="Avinash Arun Chauhan" userId="S::avinash.chauhan@mahindrauniversity.edu.in::241b5f3e-36f4-4c61-9553-90e6a1c1b8a6" providerId="AD" clId="Web-{B524EFFB-A0FE-DF63-F561-3A5B9684AC54}" dt="2025-01-17T13:21:34.897" v="835" actId="20577"/>
        <pc:sldMkLst>
          <pc:docMk/>
          <pc:sldMk cId="3954983918" sldId="276"/>
        </pc:sldMkLst>
      </pc:sldChg>
      <pc:sldChg chg="modSp">
        <pc:chgData name="Avinash Arun Chauhan" userId="S::avinash.chauhan@mahindrauniversity.edu.in::241b5f3e-36f4-4c61-9553-90e6a1c1b8a6" providerId="AD" clId="Web-{B524EFFB-A0FE-DF63-F561-3A5B9684AC54}" dt="2025-01-17T12:49:06.477" v="267" actId="20577"/>
        <pc:sldMkLst>
          <pc:docMk/>
          <pc:sldMk cId="3908280556" sldId="279"/>
        </pc:sldMkLst>
      </pc:sldChg>
      <pc:sldChg chg="modSp">
        <pc:chgData name="Avinash Arun Chauhan" userId="S::avinash.chauhan@mahindrauniversity.edu.in::241b5f3e-36f4-4c61-9553-90e6a1c1b8a6" providerId="AD" clId="Web-{B524EFFB-A0FE-DF63-F561-3A5B9684AC54}" dt="2025-01-17T12:57:57.513" v="541" actId="20577"/>
        <pc:sldMkLst>
          <pc:docMk/>
          <pc:sldMk cId="124130375" sldId="283"/>
        </pc:sldMkLst>
      </pc:sldChg>
      <pc:sldChg chg="modSp">
        <pc:chgData name="Avinash Arun Chauhan" userId="S::avinash.chauhan@mahindrauniversity.edu.in::241b5f3e-36f4-4c61-9553-90e6a1c1b8a6" providerId="AD" clId="Web-{B524EFFB-A0FE-DF63-F561-3A5B9684AC54}" dt="2025-01-17T12:57:37.622" v="514" actId="20577"/>
        <pc:sldMkLst>
          <pc:docMk/>
          <pc:sldMk cId="2181026294" sldId="284"/>
        </pc:sldMkLst>
      </pc:sldChg>
      <pc:sldChg chg="addSp modSp">
        <pc:chgData name="Avinash Arun Chauhan" userId="S::avinash.chauhan@mahindrauniversity.edu.in::241b5f3e-36f4-4c61-9553-90e6a1c1b8a6" providerId="AD" clId="Web-{B524EFFB-A0FE-DF63-F561-3A5B9684AC54}" dt="2025-01-17T13:07:33.036" v="755" actId="20577"/>
        <pc:sldMkLst>
          <pc:docMk/>
          <pc:sldMk cId="3927065482" sldId="294"/>
        </pc:sldMkLst>
      </pc:sldChg>
      <pc:sldChg chg="addSp delSp modSp add">
        <pc:chgData name="Avinash Arun Chauhan" userId="S::avinash.chauhan@mahindrauniversity.edu.in::241b5f3e-36f4-4c61-9553-90e6a1c1b8a6" providerId="AD" clId="Web-{B524EFFB-A0FE-DF63-F561-3A5B9684AC54}" dt="2025-01-17T13:22:54.228" v="848" actId="14100"/>
        <pc:sldMkLst>
          <pc:docMk/>
          <pc:sldMk cId="2511884408" sldId="305"/>
        </pc:sldMkLst>
      </pc:sldChg>
      <pc:sldChg chg="addSp delSp modSp add replId">
        <pc:chgData name="Avinash Arun Chauhan" userId="S::avinash.chauhan@mahindrauniversity.edu.in::241b5f3e-36f4-4c61-9553-90e6a1c1b8a6" providerId="AD" clId="Web-{B524EFFB-A0FE-DF63-F561-3A5B9684AC54}" dt="2025-01-17T13:04:45.201" v="584" actId="1076"/>
        <pc:sldMkLst>
          <pc:docMk/>
          <pc:sldMk cId="2492696898" sldId="306"/>
        </pc:sldMkLst>
      </pc:sldChg>
    </pc:docChg>
  </pc:docChgLst>
  <pc:docChgLst>
    <pc:chgData name="Avinash Arun Chauhan" userId="S::avinash.chauhan@mahindrauniversity.edu.in::241b5f3e-36f4-4c61-9553-90e6a1c1b8a6" providerId="AD" clId="Web-{2ED3F49D-262E-3DFB-EBE8-526F6BA12D23}"/>
    <pc:docChg chg="addSld delSld modSld sldOrd">
      <pc:chgData name="Avinash Arun Chauhan" userId="S::avinash.chauhan@mahindrauniversity.edu.in::241b5f3e-36f4-4c61-9553-90e6a1c1b8a6" providerId="AD" clId="Web-{2ED3F49D-262E-3DFB-EBE8-526F6BA12D23}" dt="2025-04-01T07:06:16.324" v="138" actId="20577"/>
      <pc:docMkLst>
        <pc:docMk/>
      </pc:docMkLst>
      <pc:sldChg chg="modSp">
        <pc:chgData name="Avinash Arun Chauhan" userId="S::avinash.chauhan@mahindrauniversity.edu.in::241b5f3e-36f4-4c61-9553-90e6a1c1b8a6" providerId="AD" clId="Web-{2ED3F49D-262E-3DFB-EBE8-526F6BA12D23}" dt="2025-04-01T06:58:58.089" v="44" actId="20577"/>
        <pc:sldMkLst>
          <pc:docMk/>
          <pc:sldMk cId="3060705436" sldId="578"/>
        </pc:sldMkLst>
        <pc:spChg chg="mod">
          <ac:chgData name="Avinash Arun Chauhan" userId="S::avinash.chauhan@mahindrauniversity.edu.in::241b5f3e-36f4-4c61-9553-90e6a1c1b8a6" providerId="AD" clId="Web-{2ED3F49D-262E-3DFB-EBE8-526F6BA12D23}" dt="2025-04-01T06:58:58.089" v="44" actId="20577"/>
          <ac:spMkLst>
            <pc:docMk/>
            <pc:sldMk cId="3060705436" sldId="578"/>
            <ac:spMk id="3" creationId="{D2F75FF2-1B1C-4A68-E1FC-8B090AB0BF92}"/>
          </ac:spMkLst>
        </pc:spChg>
      </pc:sldChg>
      <pc:sldChg chg="modSp">
        <pc:chgData name="Avinash Arun Chauhan" userId="S::avinash.chauhan@mahindrauniversity.edu.in::241b5f3e-36f4-4c61-9553-90e6a1c1b8a6" providerId="AD" clId="Web-{2ED3F49D-262E-3DFB-EBE8-526F6BA12D23}" dt="2025-04-01T07:00:17.405" v="50" actId="20577"/>
        <pc:sldMkLst>
          <pc:docMk/>
          <pc:sldMk cId="2070251572" sldId="581"/>
        </pc:sldMkLst>
        <pc:spChg chg="mod">
          <ac:chgData name="Avinash Arun Chauhan" userId="S::avinash.chauhan@mahindrauniversity.edu.in::241b5f3e-36f4-4c61-9553-90e6a1c1b8a6" providerId="AD" clId="Web-{2ED3F49D-262E-3DFB-EBE8-526F6BA12D23}" dt="2025-04-01T07:00:17.405" v="50" actId="20577"/>
          <ac:spMkLst>
            <pc:docMk/>
            <pc:sldMk cId="2070251572" sldId="581"/>
            <ac:spMk id="3" creationId="{6AE993DF-A407-6584-94C9-2332550B43FB}"/>
          </ac:spMkLst>
        </pc:spChg>
      </pc:sldChg>
      <pc:sldChg chg="modSp">
        <pc:chgData name="Avinash Arun Chauhan" userId="S::avinash.chauhan@mahindrauniversity.edu.in::241b5f3e-36f4-4c61-9553-90e6a1c1b8a6" providerId="AD" clId="Web-{2ED3F49D-262E-3DFB-EBE8-526F6BA12D23}" dt="2025-04-01T07:02:06.190" v="62" actId="20577"/>
        <pc:sldMkLst>
          <pc:docMk/>
          <pc:sldMk cId="594482825" sldId="583"/>
        </pc:sldMkLst>
        <pc:spChg chg="mod">
          <ac:chgData name="Avinash Arun Chauhan" userId="S::avinash.chauhan@mahindrauniversity.edu.in::241b5f3e-36f4-4c61-9553-90e6a1c1b8a6" providerId="AD" clId="Web-{2ED3F49D-262E-3DFB-EBE8-526F6BA12D23}" dt="2025-04-01T07:02:06.190" v="62" actId="20577"/>
          <ac:spMkLst>
            <pc:docMk/>
            <pc:sldMk cId="594482825" sldId="583"/>
            <ac:spMk id="3" creationId="{0310DB07-F92D-6EC6-0F60-F7A09683A8BA}"/>
          </ac:spMkLst>
        </pc:spChg>
      </pc:sldChg>
      <pc:sldChg chg="modSp add ord replId">
        <pc:chgData name="Avinash Arun Chauhan" userId="S::avinash.chauhan@mahindrauniversity.edu.in::241b5f3e-36f4-4c61-9553-90e6a1c1b8a6" providerId="AD" clId="Web-{2ED3F49D-262E-3DFB-EBE8-526F6BA12D23}" dt="2025-04-01T07:04:24.883" v="74" actId="20577"/>
        <pc:sldMkLst>
          <pc:docMk/>
          <pc:sldMk cId="89438453" sldId="589"/>
        </pc:sldMkLst>
        <pc:spChg chg="mod">
          <ac:chgData name="Avinash Arun Chauhan" userId="S::avinash.chauhan@mahindrauniversity.edu.in::241b5f3e-36f4-4c61-9553-90e6a1c1b8a6" providerId="AD" clId="Web-{2ED3F49D-262E-3DFB-EBE8-526F6BA12D23}" dt="2025-04-01T07:04:24.883" v="74" actId="20577"/>
          <ac:spMkLst>
            <pc:docMk/>
            <pc:sldMk cId="89438453" sldId="589"/>
            <ac:spMk id="3" creationId="{7A369B04-E809-1254-2A71-5F5A3411E45B}"/>
          </ac:spMkLst>
        </pc:spChg>
      </pc:sldChg>
      <pc:sldChg chg="modSp add replId">
        <pc:chgData name="Avinash Arun Chauhan" userId="S::avinash.chauhan@mahindrauniversity.edu.in::241b5f3e-36f4-4c61-9553-90e6a1c1b8a6" providerId="AD" clId="Web-{2ED3F49D-262E-3DFB-EBE8-526F6BA12D23}" dt="2025-04-01T07:05:52.761" v="130" actId="20577"/>
        <pc:sldMkLst>
          <pc:docMk/>
          <pc:sldMk cId="3444865380" sldId="590"/>
        </pc:sldMkLst>
        <pc:spChg chg="mod">
          <ac:chgData name="Avinash Arun Chauhan" userId="S::avinash.chauhan@mahindrauniversity.edu.in::241b5f3e-36f4-4c61-9553-90e6a1c1b8a6" providerId="AD" clId="Web-{2ED3F49D-262E-3DFB-EBE8-526F6BA12D23}" dt="2025-04-01T07:04:49.071" v="82" actId="20577"/>
          <ac:spMkLst>
            <pc:docMk/>
            <pc:sldMk cId="3444865380" sldId="590"/>
            <ac:spMk id="2" creationId="{789AD2A8-9986-CFEA-ABCD-D4731C470283}"/>
          </ac:spMkLst>
        </pc:spChg>
        <pc:spChg chg="mod">
          <ac:chgData name="Avinash Arun Chauhan" userId="S::avinash.chauhan@mahindrauniversity.edu.in::241b5f3e-36f4-4c61-9553-90e6a1c1b8a6" providerId="AD" clId="Web-{2ED3F49D-262E-3DFB-EBE8-526F6BA12D23}" dt="2025-04-01T07:05:52.761" v="130" actId="20577"/>
          <ac:spMkLst>
            <pc:docMk/>
            <pc:sldMk cId="3444865380" sldId="590"/>
            <ac:spMk id="3" creationId="{AAF291D0-0B66-9B72-E375-37FAAFD0A785}"/>
          </ac:spMkLst>
        </pc:spChg>
      </pc:sldChg>
      <pc:sldChg chg="add del replId">
        <pc:chgData name="Avinash Arun Chauhan" userId="S::avinash.chauhan@mahindrauniversity.edu.in::241b5f3e-36f4-4c61-9553-90e6a1c1b8a6" providerId="AD" clId="Web-{2ED3F49D-262E-3DFB-EBE8-526F6BA12D23}" dt="2025-04-01T07:05:32.166" v="118"/>
        <pc:sldMkLst>
          <pc:docMk/>
          <pc:sldMk cId="335721941" sldId="591"/>
        </pc:sldMkLst>
      </pc:sldChg>
      <pc:sldChg chg="modSp add replId">
        <pc:chgData name="Avinash Arun Chauhan" userId="S::avinash.chauhan@mahindrauniversity.edu.in::241b5f3e-36f4-4c61-9553-90e6a1c1b8a6" providerId="AD" clId="Web-{2ED3F49D-262E-3DFB-EBE8-526F6BA12D23}" dt="2025-04-01T07:06:16.324" v="138" actId="20577"/>
        <pc:sldMkLst>
          <pc:docMk/>
          <pc:sldMk cId="3237086738" sldId="591"/>
        </pc:sldMkLst>
        <pc:spChg chg="mod">
          <ac:chgData name="Avinash Arun Chauhan" userId="S::avinash.chauhan@mahindrauniversity.edu.in::241b5f3e-36f4-4c61-9553-90e6a1c1b8a6" providerId="AD" clId="Web-{2ED3F49D-262E-3DFB-EBE8-526F6BA12D23}" dt="2025-04-01T07:06:16.324" v="138" actId="20577"/>
          <ac:spMkLst>
            <pc:docMk/>
            <pc:sldMk cId="3237086738" sldId="591"/>
            <ac:spMk id="3" creationId="{A8106FEE-EA22-055D-D6C0-72A0AF6F3A14}"/>
          </ac:spMkLst>
        </pc:spChg>
      </pc:sldChg>
    </pc:docChg>
  </pc:docChgLst>
  <pc:docChgLst>
    <pc:chgData name="Avinash Arun Chauhan" userId="S::avinash.chauhan@mahindrauniversity.edu.in::241b5f3e-36f4-4c61-9553-90e6a1c1b8a6" providerId="AD" clId="Web-{EAA356EB-DF0E-77E3-9027-50C586F663D2}"/>
    <pc:docChg chg="addSld delSld modSld sldOrd">
      <pc:chgData name="Avinash Arun Chauhan" userId="S::avinash.chauhan@mahindrauniversity.edu.in::241b5f3e-36f4-4c61-9553-90e6a1c1b8a6" providerId="AD" clId="Web-{EAA356EB-DF0E-77E3-9027-50C586F663D2}" dt="2025-03-07T11:45:09.396" v="244" actId="20577"/>
      <pc:docMkLst>
        <pc:docMk/>
      </pc:docMkLst>
      <pc:sldChg chg="del">
        <pc:chgData name="Avinash Arun Chauhan" userId="S::avinash.chauhan@mahindrauniversity.edu.in::241b5f3e-36f4-4c61-9553-90e6a1c1b8a6" providerId="AD" clId="Web-{EAA356EB-DF0E-77E3-9027-50C586F663D2}" dt="2025-03-07T11:39:23.277" v="0"/>
        <pc:sldMkLst>
          <pc:docMk/>
          <pc:sldMk cId="335113786" sldId="519"/>
        </pc:sldMkLst>
      </pc:sldChg>
      <pc:sldChg chg="modSp">
        <pc:chgData name="Avinash Arun Chauhan" userId="S::avinash.chauhan@mahindrauniversity.edu.in::241b5f3e-36f4-4c61-9553-90e6a1c1b8a6" providerId="AD" clId="Web-{EAA356EB-DF0E-77E3-9027-50C586F663D2}" dt="2025-03-07T11:40:09.419" v="3" actId="20577"/>
        <pc:sldMkLst>
          <pc:docMk/>
          <pc:sldMk cId="3202434345" sldId="522"/>
        </pc:sldMkLst>
        <pc:spChg chg="mod">
          <ac:chgData name="Avinash Arun Chauhan" userId="S::avinash.chauhan@mahindrauniversity.edu.in::241b5f3e-36f4-4c61-9553-90e6a1c1b8a6" providerId="AD" clId="Web-{EAA356EB-DF0E-77E3-9027-50C586F663D2}" dt="2025-03-07T11:40:09.419" v="3" actId="20577"/>
          <ac:spMkLst>
            <pc:docMk/>
            <pc:sldMk cId="3202434345" sldId="522"/>
            <ac:spMk id="2" creationId="{4F266D9E-A3E8-ABBF-5900-52DBB0209A35}"/>
          </ac:spMkLst>
        </pc:spChg>
      </pc:sldChg>
      <pc:sldChg chg="modSp add ord replId">
        <pc:chgData name="Avinash Arun Chauhan" userId="S::avinash.chauhan@mahindrauniversity.edu.in::241b5f3e-36f4-4c61-9553-90e6a1c1b8a6" providerId="AD" clId="Web-{EAA356EB-DF0E-77E3-9027-50C586F663D2}" dt="2025-03-07T11:44:52.942" v="219" actId="20577"/>
        <pc:sldMkLst>
          <pc:docMk/>
          <pc:sldMk cId="1001124138" sldId="523"/>
        </pc:sldMkLst>
        <pc:spChg chg="mod">
          <ac:chgData name="Avinash Arun Chauhan" userId="S::avinash.chauhan@mahindrauniversity.edu.in::241b5f3e-36f4-4c61-9553-90e6a1c1b8a6" providerId="AD" clId="Web-{EAA356EB-DF0E-77E3-9027-50C586F663D2}" dt="2025-03-07T11:41:35.390" v="14" actId="20577"/>
          <ac:spMkLst>
            <pc:docMk/>
            <pc:sldMk cId="1001124138" sldId="523"/>
            <ac:spMk id="2" creationId="{2A534C11-36B3-9490-EC7F-9988C7961814}"/>
          </ac:spMkLst>
        </pc:spChg>
        <pc:spChg chg="mod">
          <ac:chgData name="Avinash Arun Chauhan" userId="S::avinash.chauhan@mahindrauniversity.edu.in::241b5f3e-36f4-4c61-9553-90e6a1c1b8a6" providerId="AD" clId="Web-{EAA356EB-DF0E-77E3-9027-50C586F663D2}" dt="2025-03-07T11:44:52.942" v="219" actId="20577"/>
          <ac:spMkLst>
            <pc:docMk/>
            <pc:sldMk cId="1001124138" sldId="523"/>
            <ac:spMk id="3" creationId="{EC674E00-65C0-78DB-7888-BC087220702C}"/>
          </ac:spMkLst>
        </pc:spChg>
      </pc:sldChg>
      <pc:sldChg chg="modSp add replId">
        <pc:chgData name="Avinash Arun Chauhan" userId="S::avinash.chauhan@mahindrauniversity.edu.in::241b5f3e-36f4-4c61-9553-90e6a1c1b8a6" providerId="AD" clId="Web-{EAA356EB-DF0E-77E3-9027-50C586F663D2}" dt="2025-03-07T11:45:09.396" v="244" actId="20577"/>
        <pc:sldMkLst>
          <pc:docMk/>
          <pc:sldMk cId="2459760131" sldId="524"/>
        </pc:sldMkLst>
        <pc:spChg chg="mod">
          <ac:chgData name="Avinash Arun Chauhan" userId="S::avinash.chauhan@mahindrauniversity.edu.in::241b5f3e-36f4-4c61-9553-90e6a1c1b8a6" providerId="AD" clId="Web-{EAA356EB-DF0E-77E3-9027-50C586F663D2}" dt="2025-03-07T11:45:09.396" v="244" actId="20577"/>
          <ac:spMkLst>
            <pc:docMk/>
            <pc:sldMk cId="2459760131" sldId="524"/>
            <ac:spMk id="2" creationId="{A7A7D3D0-86AC-09B6-4D47-AAF7196860C5}"/>
          </ac:spMkLst>
        </pc:spChg>
      </pc:sldChg>
    </pc:docChg>
  </pc:docChgLst>
  <pc:docChgLst>
    <pc:chgData name="Avinash Arun Chauhan" userId="S::avinash.chauhan@mahindrauniversity.edu.in::241b5f3e-36f4-4c61-9553-90e6a1c1b8a6" providerId="AD" clId="Web-{6143B03A-98ED-DD7D-E4E5-274CE1C0934A}"/>
    <pc:docChg chg="addSld modSld">
      <pc:chgData name="Avinash Arun Chauhan" userId="S::avinash.chauhan@mahindrauniversity.edu.in::241b5f3e-36f4-4c61-9553-90e6a1c1b8a6" providerId="AD" clId="Web-{6143B03A-98ED-DD7D-E4E5-274CE1C0934A}" dt="2025-04-07T08:26:03.751" v="1038" actId="20577"/>
      <pc:docMkLst>
        <pc:docMk/>
      </pc:docMkLst>
      <pc:sldChg chg="modSp">
        <pc:chgData name="Avinash Arun Chauhan" userId="S::avinash.chauhan@mahindrauniversity.edu.in::241b5f3e-36f4-4c61-9553-90e6a1c1b8a6" providerId="AD" clId="Web-{6143B03A-98ED-DD7D-E4E5-274CE1C0934A}" dt="2025-04-07T08:13:52.573" v="1027" actId="20577"/>
        <pc:sldMkLst>
          <pc:docMk/>
          <pc:sldMk cId="3811169343" sldId="426"/>
        </pc:sldMkLst>
        <pc:spChg chg="mod">
          <ac:chgData name="Avinash Arun Chauhan" userId="S::avinash.chauhan@mahindrauniversity.edu.in::241b5f3e-36f4-4c61-9553-90e6a1c1b8a6" providerId="AD" clId="Web-{6143B03A-98ED-DD7D-E4E5-274CE1C0934A}" dt="2025-04-07T08:13:52.573" v="1027" actId="20577"/>
          <ac:spMkLst>
            <pc:docMk/>
            <pc:sldMk cId="3811169343" sldId="426"/>
            <ac:spMk id="3" creationId="{31932857-BFC7-D9FE-C8F3-E1C975AD4542}"/>
          </ac:spMkLst>
        </pc:spChg>
      </pc:sldChg>
      <pc:sldChg chg="modSp">
        <pc:chgData name="Avinash Arun Chauhan" userId="S::avinash.chauhan@mahindrauniversity.edu.in::241b5f3e-36f4-4c61-9553-90e6a1c1b8a6" providerId="AD" clId="Web-{6143B03A-98ED-DD7D-E4E5-274CE1C0934A}" dt="2025-04-07T08:16:48.063" v="1034" actId="20577"/>
        <pc:sldMkLst>
          <pc:docMk/>
          <pc:sldMk cId="883900188" sldId="505"/>
        </pc:sldMkLst>
        <pc:spChg chg="mod">
          <ac:chgData name="Avinash Arun Chauhan" userId="S::avinash.chauhan@mahindrauniversity.edu.in::241b5f3e-36f4-4c61-9553-90e6a1c1b8a6" providerId="AD" clId="Web-{6143B03A-98ED-DD7D-E4E5-274CE1C0934A}" dt="2025-04-07T08:16:48.063" v="1034" actId="20577"/>
          <ac:spMkLst>
            <pc:docMk/>
            <pc:sldMk cId="883900188" sldId="505"/>
            <ac:spMk id="3" creationId="{29BD426B-01FE-6A79-FB41-404DC71E5937}"/>
          </ac:spMkLst>
        </pc:spChg>
      </pc:sldChg>
      <pc:sldChg chg="modSp">
        <pc:chgData name="Avinash Arun Chauhan" userId="S::avinash.chauhan@mahindrauniversity.edu.in::241b5f3e-36f4-4c61-9553-90e6a1c1b8a6" providerId="AD" clId="Web-{6143B03A-98ED-DD7D-E4E5-274CE1C0934A}" dt="2025-04-07T06:41:24.224" v="1009" actId="20577"/>
        <pc:sldMkLst>
          <pc:docMk/>
          <pc:sldMk cId="978924540" sldId="574"/>
        </pc:sldMkLst>
        <pc:spChg chg="mod">
          <ac:chgData name="Avinash Arun Chauhan" userId="S::avinash.chauhan@mahindrauniversity.edu.in::241b5f3e-36f4-4c61-9553-90e6a1c1b8a6" providerId="AD" clId="Web-{6143B03A-98ED-DD7D-E4E5-274CE1C0934A}" dt="2025-04-07T06:41:24.224" v="1009" actId="20577"/>
          <ac:spMkLst>
            <pc:docMk/>
            <pc:sldMk cId="978924540" sldId="574"/>
            <ac:spMk id="3" creationId="{744E3821-D3B0-85B2-8205-9E10F7C88307}"/>
          </ac:spMkLst>
        </pc:spChg>
      </pc:sldChg>
      <pc:sldChg chg="modSp">
        <pc:chgData name="Avinash Arun Chauhan" userId="S::avinash.chauhan@mahindrauniversity.edu.in::241b5f3e-36f4-4c61-9553-90e6a1c1b8a6" providerId="AD" clId="Web-{6143B03A-98ED-DD7D-E4E5-274CE1C0934A}" dt="2025-04-07T05:48:02.716" v="94" actId="20577"/>
        <pc:sldMkLst>
          <pc:docMk/>
          <pc:sldMk cId="3060705436" sldId="578"/>
        </pc:sldMkLst>
        <pc:spChg chg="mod">
          <ac:chgData name="Avinash Arun Chauhan" userId="S::avinash.chauhan@mahindrauniversity.edu.in::241b5f3e-36f4-4c61-9553-90e6a1c1b8a6" providerId="AD" clId="Web-{6143B03A-98ED-DD7D-E4E5-274CE1C0934A}" dt="2025-04-07T05:48:02.716" v="94" actId="20577"/>
          <ac:spMkLst>
            <pc:docMk/>
            <pc:sldMk cId="3060705436" sldId="578"/>
            <ac:spMk id="3" creationId="{D2F75FF2-1B1C-4A68-E1FC-8B090AB0BF92}"/>
          </ac:spMkLst>
        </pc:spChg>
      </pc:sldChg>
      <pc:sldChg chg="modSp">
        <pc:chgData name="Avinash Arun Chauhan" userId="S::avinash.chauhan@mahindrauniversity.edu.in::241b5f3e-36f4-4c61-9553-90e6a1c1b8a6" providerId="AD" clId="Web-{6143B03A-98ED-DD7D-E4E5-274CE1C0934A}" dt="2025-04-07T08:26:03.751" v="1038" actId="20577"/>
        <pc:sldMkLst>
          <pc:docMk/>
          <pc:sldMk cId="3768470849" sldId="580"/>
        </pc:sldMkLst>
        <pc:spChg chg="mod">
          <ac:chgData name="Avinash Arun Chauhan" userId="S::avinash.chauhan@mahindrauniversity.edu.in::241b5f3e-36f4-4c61-9553-90e6a1c1b8a6" providerId="AD" clId="Web-{6143B03A-98ED-DD7D-E4E5-274CE1C0934A}" dt="2025-04-07T08:26:03.751" v="1038" actId="20577"/>
          <ac:spMkLst>
            <pc:docMk/>
            <pc:sldMk cId="3768470849" sldId="580"/>
            <ac:spMk id="3" creationId="{8E1398E2-E93D-D52B-D80B-7411EF652549}"/>
          </ac:spMkLst>
        </pc:spChg>
      </pc:sldChg>
      <pc:sldChg chg="modSp">
        <pc:chgData name="Avinash Arun Chauhan" userId="S::avinash.chauhan@mahindrauniversity.edu.in::241b5f3e-36f4-4c61-9553-90e6a1c1b8a6" providerId="AD" clId="Web-{6143B03A-98ED-DD7D-E4E5-274CE1C0934A}" dt="2025-04-07T06:10:11.826" v="450" actId="20577"/>
        <pc:sldMkLst>
          <pc:docMk/>
          <pc:sldMk cId="3807726123" sldId="587"/>
        </pc:sldMkLst>
        <pc:spChg chg="mod">
          <ac:chgData name="Avinash Arun Chauhan" userId="S::avinash.chauhan@mahindrauniversity.edu.in::241b5f3e-36f4-4c61-9553-90e6a1c1b8a6" providerId="AD" clId="Web-{6143B03A-98ED-DD7D-E4E5-274CE1C0934A}" dt="2025-04-07T06:10:11.826" v="450" actId="20577"/>
          <ac:spMkLst>
            <pc:docMk/>
            <pc:sldMk cId="3807726123" sldId="587"/>
            <ac:spMk id="3" creationId="{433B0058-2DF5-3EDF-4FA4-8B04C1486768}"/>
          </ac:spMkLst>
        </pc:spChg>
      </pc:sldChg>
      <pc:sldChg chg="addSp delSp modSp add replId">
        <pc:chgData name="Avinash Arun Chauhan" userId="S::avinash.chauhan@mahindrauniversity.edu.in::241b5f3e-36f4-4c61-9553-90e6a1c1b8a6" providerId="AD" clId="Web-{6143B03A-98ED-DD7D-E4E5-274CE1C0934A}" dt="2025-04-07T06:11:06.561" v="458" actId="1076"/>
        <pc:sldMkLst>
          <pc:docMk/>
          <pc:sldMk cId="1634174897" sldId="592"/>
        </pc:sldMkLst>
        <pc:spChg chg="mod">
          <ac:chgData name="Avinash Arun Chauhan" userId="S::avinash.chauhan@mahindrauniversity.edu.in::241b5f3e-36f4-4c61-9553-90e6a1c1b8a6" providerId="AD" clId="Web-{6143B03A-98ED-DD7D-E4E5-274CE1C0934A}" dt="2025-04-07T06:10:49.248" v="452" actId="20577"/>
          <ac:spMkLst>
            <pc:docMk/>
            <pc:sldMk cId="1634174897" sldId="592"/>
            <ac:spMk id="2" creationId="{B46AD302-0A9D-C54F-C87C-F28EF41695F2}"/>
          </ac:spMkLst>
        </pc:spChg>
        <pc:spChg chg="del">
          <ac:chgData name="Avinash Arun Chauhan" userId="S::avinash.chauhan@mahindrauniversity.edu.in::241b5f3e-36f4-4c61-9553-90e6a1c1b8a6" providerId="AD" clId="Web-{6143B03A-98ED-DD7D-E4E5-274CE1C0934A}" dt="2025-04-07T06:10:51.998" v="453"/>
          <ac:spMkLst>
            <pc:docMk/>
            <pc:sldMk cId="1634174897" sldId="592"/>
            <ac:spMk id="3" creationId="{2CF35005-6F3D-0D3C-71CF-18A715C4AA9F}"/>
          </ac:spMkLst>
        </pc:spChg>
        <pc:spChg chg="add del mod">
          <ac:chgData name="Avinash Arun Chauhan" userId="S::avinash.chauhan@mahindrauniversity.edu.in::241b5f3e-36f4-4c61-9553-90e6a1c1b8a6" providerId="AD" clId="Web-{6143B03A-98ED-DD7D-E4E5-274CE1C0934A}" dt="2025-04-07T06:10:54.030" v="454"/>
          <ac:spMkLst>
            <pc:docMk/>
            <pc:sldMk cId="1634174897" sldId="592"/>
            <ac:spMk id="5" creationId="{CD8B0CBD-F922-0534-4345-61332F7BE4A9}"/>
          </ac:spMkLst>
        </pc:spChg>
        <pc:picChg chg="add mod ord">
          <ac:chgData name="Avinash Arun Chauhan" userId="S::avinash.chauhan@mahindrauniversity.edu.in::241b5f3e-36f4-4c61-9553-90e6a1c1b8a6" providerId="AD" clId="Web-{6143B03A-98ED-DD7D-E4E5-274CE1C0934A}" dt="2025-04-07T06:11:06.561" v="458" actId="1076"/>
          <ac:picMkLst>
            <pc:docMk/>
            <pc:sldMk cId="1634174897" sldId="592"/>
            <ac:picMk id="9" creationId="{1AB0A391-B777-191A-2E20-4947DD6945E7}"/>
          </ac:picMkLst>
        </pc:picChg>
      </pc:sldChg>
      <pc:sldChg chg="addSp delSp modSp add replId">
        <pc:chgData name="Avinash Arun Chauhan" userId="S::avinash.chauhan@mahindrauniversity.edu.in::241b5f3e-36f4-4c61-9553-90e6a1c1b8a6" providerId="AD" clId="Web-{6143B03A-98ED-DD7D-E4E5-274CE1C0934A}" dt="2025-04-07T06:11:50.421" v="464" actId="1076"/>
        <pc:sldMkLst>
          <pc:docMk/>
          <pc:sldMk cId="3392806964" sldId="593"/>
        </pc:sldMkLst>
        <pc:spChg chg="add del mod">
          <ac:chgData name="Avinash Arun Chauhan" userId="S::avinash.chauhan@mahindrauniversity.edu.in::241b5f3e-36f4-4c61-9553-90e6a1c1b8a6" providerId="AD" clId="Web-{6143B03A-98ED-DD7D-E4E5-274CE1C0934A}" dt="2025-04-07T06:11:43.561" v="461"/>
          <ac:spMkLst>
            <pc:docMk/>
            <pc:sldMk cId="3392806964" sldId="593"/>
            <ac:spMk id="4" creationId="{0FB744C5-D2EB-C5E6-FEBD-F1CB326CED9C}"/>
          </ac:spMkLst>
        </pc:spChg>
        <pc:picChg chg="add mod ord">
          <ac:chgData name="Avinash Arun Chauhan" userId="S::avinash.chauhan@mahindrauniversity.edu.in::241b5f3e-36f4-4c61-9553-90e6a1c1b8a6" providerId="AD" clId="Web-{6143B03A-98ED-DD7D-E4E5-274CE1C0934A}" dt="2025-04-07T06:11:50.421" v="464" actId="1076"/>
          <ac:picMkLst>
            <pc:docMk/>
            <pc:sldMk cId="3392806964" sldId="593"/>
            <ac:picMk id="5" creationId="{9BC4DD54-CE51-CE62-AE52-1F08C0C7303D}"/>
          </ac:picMkLst>
        </pc:picChg>
        <pc:picChg chg="del">
          <ac:chgData name="Avinash Arun Chauhan" userId="S::avinash.chauhan@mahindrauniversity.edu.in::241b5f3e-36f4-4c61-9553-90e6a1c1b8a6" providerId="AD" clId="Web-{6143B03A-98ED-DD7D-E4E5-274CE1C0934A}" dt="2025-04-07T06:11:42.905" v="460"/>
          <ac:picMkLst>
            <pc:docMk/>
            <pc:sldMk cId="3392806964" sldId="593"/>
            <ac:picMk id="9" creationId="{8D2A4DF9-ACCC-7D54-561B-26623B54065B}"/>
          </ac:picMkLst>
        </pc:picChg>
      </pc:sldChg>
      <pc:sldChg chg="addSp modSp add replId">
        <pc:chgData name="Avinash Arun Chauhan" userId="S::avinash.chauhan@mahindrauniversity.edu.in::241b5f3e-36f4-4c61-9553-90e6a1c1b8a6" providerId="AD" clId="Web-{6143B03A-98ED-DD7D-E4E5-274CE1C0934A}" dt="2025-04-07T06:18:16.519" v="989" actId="1076"/>
        <pc:sldMkLst>
          <pc:docMk/>
          <pc:sldMk cId="1751194962" sldId="594"/>
        </pc:sldMkLst>
        <pc:spChg chg="mod">
          <ac:chgData name="Avinash Arun Chauhan" userId="S::avinash.chauhan@mahindrauniversity.edu.in::241b5f3e-36f4-4c61-9553-90e6a1c1b8a6" providerId="AD" clId="Web-{6143B03A-98ED-DD7D-E4E5-274CE1C0934A}" dt="2025-04-07T06:15:03.111" v="496" actId="20577"/>
          <ac:spMkLst>
            <pc:docMk/>
            <pc:sldMk cId="1751194962" sldId="594"/>
            <ac:spMk id="2" creationId="{F1E73FE7-9344-323A-112E-4464F7CB6AD5}"/>
          </ac:spMkLst>
        </pc:spChg>
        <pc:spChg chg="mod">
          <ac:chgData name="Avinash Arun Chauhan" userId="S::avinash.chauhan@mahindrauniversity.edu.in::241b5f3e-36f4-4c61-9553-90e6a1c1b8a6" providerId="AD" clId="Web-{6143B03A-98ED-DD7D-E4E5-274CE1C0934A}" dt="2025-04-07T06:15:32.439" v="498" actId="20577"/>
          <ac:spMkLst>
            <pc:docMk/>
            <pc:sldMk cId="1751194962" sldId="594"/>
            <ac:spMk id="3" creationId="{6153BF39-67CD-18C6-7A50-09815897C3D7}"/>
          </ac:spMkLst>
        </pc:spChg>
        <pc:graphicFrameChg chg="add mod modGraphic">
          <ac:chgData name="Avinash Arun Chauhan" userId="S::avinash.chauhan@mahindrauniversity.edu.in::241b5f3e-36f4-4c61-9553-90e6a1c1b8a6" providerId="AD" clId="Web-{6143B03A-98ED-DD7D-E4E5-274CE1C0934A}" dt="2025-04-07T06:18:16.519" v="989" actId="1076"/>
          <ac:graphicFrameMkLst>
            <pc:docMk/>
            <pc:sldMk cId="1751194962" sldId="594"/>
            <ac:graphicFrameMk id="4" creationId="{B5D0F6CB-C5D5-DD35-809E-258F0FA5C08E}"/>
          </ac:graphicFrameMkLst>
        </pc:graphicFrameChg>
      </pc:sldChg>
    </pc:docChg>
  </pc:docChgLst>
  <pc:docChgLst>
    <pc:chgData name="Avinash Arun Chauhan" userId="S::avinash.chauhan@mahindrauniversity.edu.in::241b5f3e-36f4-4c61-9553-90e6a1c1b8a6" providerId="AD" clId="Web-{3B06D60D-F994-BC35-D1E6-0B6861B46029}"/>
    <pc:docChg chg="delSld modSld">
      <pc:chgData name="Avinash Arun Chauhan" userId="S::avinash.chauhan@mahindrauniversity.edu.in::241b5f3e-36f4-4c61-9553-90e6a1c1b8a6" providerId="AD" clId="Web-{3B06D60D-F994-BC35-D1E6-0B6861B46029}" dt="2025-03-07T06:28:47.279" v="265" actId="20577"/>
      <pc:docMkLst>
        <pc:docMk/>
      </pc:docMkLst>
      <pc:sldChg chg="modSp">
        <pc:chgData name="Avinash Arun Chauhan" userId="S::avinash.chauhan@mahindrauniversity.edu.in::241b5f3e-36f4-4c61-9553-90e6a1c1b8a6" providerId="AD" clId="Web-{3B06D60D-F994-BC35-D1E6-0B6861B46029}" dt="2025-03-07T06:26:10.034" v="224" actId="20577"/>
        <pc:sldMkLst>
          <pc:docMk/>
          <pc:sldMk cId="3811169343" sldId="426"/>
        </pc:sldMkLst>
        <pc:spChg chg="mod">
          <ac:chgData name="Avinash Arun Chauhan" userId="S::avinash.chauhan@mahindrauniversity.edu.in::241b5f3e-36f4-4c61-9553-90e6a1c1b8a6" providerId="AD" clId="Web-{3B06D60D-F994-BC35-D1E6-0B6861B46029}" dt="2025-03-07T06:22:11.283" v="1" actId="20577"/>
          <ac:spMkLst>
            <pc:docMk/>
            <pc:sldMk cId="3811169343" sldId="426"/>
            <ac:spMk id="2" creationId="{E3EA47B4-E3C2-3296-7380-E7CEADD60F53}"/>
          </ac:spMkLst>
        </pc:spChg>
        <pc:spChg chg="mod">
          <ac:chgData name="Avinash Arun Chauhan" userId="S::avinash.chauhan@mahindrauniversity.edu.in::241b5f3e-36f4-4c61-9553-90e6a1c1b8a6" providerId="AD" clId="Web-{3B06D60D-F994-BC35-D1E6-0B6861B46029}" dt="2025-03-07T06:26:10.034" v="224" actId="20577"/>
          <ac:spMkLst>
            <pc:docMk/>
            <pc:sldMk cId="3811169343" sldId="426"/>
            <ac:spMk id="3" creationId="{31932857-BFC7-D9FE-C8F3-E1C975AD4542}"/>
          </ac:spMkLst>
        </pc:spChg>
      </pc:sldChg>
      <pc:sldChg chg="del">
        <pc:chgData name="Avinash Arun Chauhan" userId="S::avinash.chauhan@mahindrauniversity.edu.in::241b5f3e-36f4-4c61-9553-90e6a1c1b8a6" providerId="AD" clId="Web-{3B06D60D-F994-BC35-D1E6-0B6861B46029}" dt="2025-03-07T06:28:06.698" v="225"/>
        <pc:sldMkLst>
          <pc:docMk/>
          <pc:sldMk cId="1425644229" sldId="446"/>
        </pc:sldMkLst>
      </pc:sldChg>
      <pc:sldChg chg="del">
        <pc:chgData name="Avinash Arun Chauhan" userId="S::avinash.chauhan@mahindrauniversity.edu.in::241b5f3e-36f4-4c61-9553-90e6a1c1b8a6" providerId="AD" clId="Web-{3B06D60D-F994-BC35-D1E6-0B6861B46029}" dt="2025-03-07T06:28:09.245" v="226"/>
        <pc:sldMkLst>
          <pc:docMk/>
          <pc:sldMk cId="3774960452" sldId="498"/>
        </pc:sldMkLst>
      </pc:sldChg>
      <pc:sldChg chg="del">
        <pc:chgData name="Avinash Arun Chauhan" userId="S::avinash.chauhan@mahindrauniversity.edu.in::241b5f3e-36f4-4c61-9553-90e6a1c1b8a6" providerId="AD" clId="Web-{3B06D60D-F994-BC35-D1E6-0B6861B46029}" dt="2025-03-07T06:28:10.058" v="227"/>
        <pc:sldMkLst>
          <pc:docMk/>
          <pc:sldMk cId="3207648784" sldId="499"/>
        </pc:sldMkLst>
      </pc:sldChg>
      <pc:sldChg chg="del">
        <pc:chgData name="Avinash Arun Chauhan" userId="S::avinash.chauhan@mahindrauniversity.edu.in::241b5f3e-36f4-4c61-9553-90e6a1c1b8a6" providerId="AD" clId="Web-{3B06D60D-F994-BC35-D1E6-0B6861B46029}" dt="2025-03-07T06:28:10.387" v="228"/>
        <pc:sldMkLst>
          <pc:docMk/>
          <pc:sldMk cId="292618234" sldId="500"/>
        </pc:sldMkLst>
      </pc:sldChg>
      <pc:sldChg chg="del">
        <pc:chgData name="Avinash Arun Chauhan" userId="S::avinash.chauhan@mahindrauniversity.edu.in::241b5f3e-36f4-4c61-9553-90e6a1c1b8a6" providerId="AD" clId="Web-{3B06D60D-F994-BC35-D1E6-0B6861B46029}" dt="2025-03-07T06:28:11.230" v="229"/>
        <pc:sldMkLst>
          <pc:docMk/>
          <pc:sldMk cId="3234110313" sldId="501"/>
        </pc:sldMkLst>
      </pc:sldChg>
      <pc:sldChg chg="del">
        <pc:chgData name="Avinash Arun Chauhan" userId="S::avinash.chauhan@mahindrauniversity.edu.in::241b5f3e-36f4-4c61-9553-90e6a1c1b8a6" providerId="AD" clId="Web-{3B06D60D-F994-BC35-D1E6-0B6861B46029}" dt="2025-03-07T06:28:11.995" v="230"/>
        <pc:sldMkLst>
          <pc:docMk/>
          <pc:sldMk cId="1241132870" sldId="502"/>
        </pc:sldMkLst>
      </pc:sldChg>
      <pc:sldChg chg="del">
        <pc:chgData name="Avinash Arun Chauhan" userId="S::avinash.chauhan@mahindrauniversity.edu.in::241b5f3e-36f4-4c61-9553-90e6a1c1b8a6" providerId="AD" clId="Web-{3B06D60D-F994-BC35-D1E6-0B6861B46029}" dt="2025-03-07T06:28:12.855" v="231"/>
        <pc:sldMkLst>
          <pc:docMk/>
          <pc:sldMk cId="1930186505" sldId="503"/>
        </pc:sldMkLst>
      </pc:sldChg>
      <pc:sldChg chg="del">
        <pc:chgData name="Avinash Arun Chauhan" userId="S::avinash.chauhan@mahindrauniversity.edu.in::241b5f3e-36f4-4c61-9553-90e6a1c1b8a6" providerId="AD" clId="Web-{3B06D60D-F994-BC35-D1E6-0B6861B46029}" dt="2025-03-07T06:28:13.980" v="232"/>
        <pc:sldMkLst>
          <pc:docMk/>
          <pc:sldMk cId="1049978987" sldId="504"/>
        </pc:sldMkLst>
      </pc:sldChg>
      <pc:sldChg chg="modSp">
        <pc:chgData name="Avinash Arun Chauhan" userId="S::avinash.chauhan@mahindrauniversity.edu.in::241b5f3e-36f4-4c61-9553-90e6a1c1b8a6" providerId="AD" clId="Web-{3B06D60D-F994-BC35-D1E6-0B6861B46029}" dt="2025-03-07T06:28:47.279" v="265" actId="20577"/>
        <pc:sldMkLst>
          <pc:docMk/>
          <pc:sldMk cId="883900188" sldId="505"/>
        </pc:sldMkLst>
        <pc:spChg chg="mod">
          <ac:chgData name="Avinash Arun Chauhan" userId="S::avinash.chauhan@mahindrauniversity.edu.in::241b5f3e-36f4-4c61-9553-90e6a1c1b8a6" providerId="AD" clId="Web-{3B06D60D-F994-BC35-D1E6-0B6861B46029}" dt="2025-03-07T06:28:47.279" v="265" actId="20577"/>
          <ac:spMkLst>
            <pc:docMk/>
            <pc:sldMk cId="883900188" sldId="505"/>
            <ac:spMk id="2" creationId="{5FED248E-235C-2C9F-86E6-FFE7D5586919}"/>
          </ac:spMkLst>
        </pc:spChg>
      </pc:sldChg>
      <pc:sldChg chg="modSp">
        <pc:chgData name="Avinash Arun Chauhan" userId="S::avinash.chauhan@mahindrauniversity.edu.in::241b5f3e-36f4-4c61-9553-90e6a1c1b8a6" providerId="AD" clId="Web-{3B06D60D-F994-BC35-D1E6-0B6861B46029}" dt="2025-03-07T06:28:36.044" v="252" actId="20577"/>
        <pc:sldMkLst>
          <pc:docMk/>
          <pc:sldMk cId="3012470631" sldId="508"/>
        </pc:sldMkLst>
        <pc:spChg chg="mod">
          <ac:chgData name="Avinash Arun Chauhan" userId="S::avinash.chauhan@mahindrauniversity.edu.in::241b5f3e-36f4-4c61-9553-90e6a1c1b8a6" providerId="AD" clId="Web-{3B06D60D-F994-BC35-D1E6-0B6861B46029}" dt="2025-03-07T06:28:36.044" v="252" actId="20577"/>
          <ac:spMkLst>
            <pc:docMk/>
            <pc:sldMk cId="3012470631" sldId="508"/>
            <ac:spMk id="3" creationId="{96E9C779-DF31-3741-3B77-D003BD44266C}"/>
          </ac:spMkLst>
        </pc:spChg>
      </pc:sldChg>
    </pc:docChg>
  </pc:docChgLst>
  <pc:docChgLst>
    <pc:chgData clId="Web-{B1E70A6D-0DCA-40EB-B807-45ABDE8263EF}"/>
    <pc:docChg chg="modSld">
      <pc:chgData name="" userId="" providerId="" clId="Web-{B1E70A6D-0DCA-40EB-B807-45ABDE8263EF}" dt="2024-07-29T14:21:02.026" v="2" actId="20577"/>
      <pc:docMkLst>
        <pc:docMk/>
      </pc:docMkLst>
      <pc:sldChg chg="modSp">
        <pc:chgData name="" userId="" providerId="" clId="Web-{B1E70A6D-0DCA-40EB-B807-45ABDE8263EF}" dt="2024-07-29T14:21:02.026" v="2" actId="20577"/>
        <pc:sldMkLst>
          <pc:docMk/>
          <pc:sldMk cId="934216185" sldId="2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28A5F4-8A54-40B7-994C-7C13036E170D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5A36BE-6307-4311-8670-04B167AD6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858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59418-856A-7904-74AD-CC826E042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983295-A536-683F-3A8D-91BFC3A852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1FA3A7-515B-40A7-7E56-F869D000FA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147153-92B1-5A41-F2B9-761E48FCA4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0406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5CE37-4634-B3BF-E0F9-59144EF80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E6487F-0E4A-3B99-88FD-7BE6A5D9F5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D48EE2-3BD7-1BF8-25A6-2B888F0E2B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2D5C3C-57AB-3F5A-ADA4-18E50C4965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8196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4BCDC-D760-6D00-27A7-63579E410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5AD15E-4A43-467B-ED69-A051162775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386C31-BC42-F139-5E98-C6B7D88F2E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192634-5EC5-42BE-FEE5-3655D16788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5932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C072E-9922-86D3-1E0B-1E8F5D845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5EB5A0-15A0-D964-F16F-3867D08DBA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671AAE-EC4B-1A07-39C8-830BCF9B37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2C6A4F-E7BD-698E-D982-572D9D09C5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3502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EBDA4-BB2D-A91D-40F9-900E05540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143341-3D88-97C2-3B28-1296514FE8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80B0C0-19DC-83DA-430A-72881453F9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C42A54-6FEC-E5AA-5B58-A2B44EC89F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4908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A6814-7C00-CF06-FFD4-F7B9D8A66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A9E1E1-4EDE-D53A-04A6-25451BAF34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4FFD12-6B2D-8A77-DEEE-3F2609A0F3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F9DAC-6365-867E-C48E-F2CA0CF677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8367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C7A7D-B74C-2FA7-FF9B-37A17103E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4492F8-49FF-BB54-0B0F-F2AB6AAF3A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42256D-B3FB-D075-A5D5-A0216A1B8B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FB849C-02C1-94B4-4FCC-2B2074DB6B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8198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F732D-DE5C-17E1-FACC-16F5ED40C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94B796-81EE-0314-E97A-44E7D69138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64D2B6-6377-A907-3FE8-BDDE45A4ED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057423-7840-FC1D-99A4-D3FE5B48D7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7682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531F6-81E1-C75F-FC79-59C61D974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D1FD94-511A-2ADE-7573-AE498E6DC8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013170-777A-808F-190C-6FCD31B659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9F2BF4-39B8-D20A-8B5B-0800C359EE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7515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CC789-21BA-F9EE-4092-FA16E41F0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A9CD7E-C42A-9C60-2F60-9115517497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E05855-1EC1-C04D-DC10-6E059EB1F0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95C0C-51A9-F7E7-DD3E-3F9FAE4E67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6550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8C055-EDD4-6BBF-AB52-14C5332D0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2B099B-DB05-2A48-2B39-C1A613B95C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0EB978-DDDC-4612-447C-7370D785C3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4F2EAF-570F-C9F0-4D4D-43A620B285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5034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4FE4E-80FE-E2F5-B32D-0813B75DF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67EA58-5389-4392-63C7-8B6D4DDC53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203263-F010-0DD5-6BDB-1F34B564E8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06192F-A6DD-F46D-8613-8F93E6292D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0805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A7046-8DA4-A227-F982-83B36A745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18892-541E-268B-8B6E-22449BE982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F30F38-E374-5F47-FD66-5325DEE7ED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E855C9-7D5F-EFCE-57CF-CC76387507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5947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C4014-3A59-D4D3-8728-C6F288ED5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25F077-7ABE-EDE4-2AEA-8430E2FDAA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33130F-7F1C-4C14-4F35-BF7B337AFB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F5ED36-4AAB-3517-ABEB-A33465972E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4805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77E7B-5AD1-6D22-60D6-D38672EBD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7BBADF-1CF7-F1DD-082A-072B81EF8D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AC541D-A4AA-6F08-7A47-832B4C3761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8F8847-EF22-46AA-F580-F495CB7FD4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9677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98662-B9D1-C469-C3FA-85AEE1073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A6CD29-B815-3404-8322-EAD380338C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856CB2-93BF-7229-9B04-BFF0E554AD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D409B5-6710-E346-BAA2-332E32E26F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4106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FF273-91E8-B2BC-0521-38F1D6F24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099549-E872-DB92-F38D-FA02E69874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9A8A03-3514-6A3B-C37A-B80160382A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97D8E3-42A0-B1E2-F53A-C210823F25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8976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F44D9-152C-AB69-A126-338C840C5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C1B245-F9EE-6E4D-74C2-FB190B4414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E653EF-5566-D56F-4FDA-57B4630C66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C1ED8E-1C6B-3F17-6407-C977AE1B8E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3949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DAA5F-B71B-8AA6-8ED2-DD1EC7929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02CB72-EBFC-5F2F-C09E-A448D86E0B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D4FA5F-973C-4032-1E3B-8E5B70F1EE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EF9353-9E27-0102-A21A-5960E989E8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471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159E9-470B-4B8D-A9EB-CE8AF5FBB5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AB98EB-266D-4DF3-A1C8-8FFFE70454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AD7FD-8146-4C92-B9C4-ABE3EDEB1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DCD19-635A-4F0C-A4D6-DCB11EE4711D}" type="datetime1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E42B6-D644-4AA7-B4E2-53DBAD7EF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AC68A-C2CE-47FA-BD3B-6AD5EDA23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593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50891-51D6-4C6E-8AB0-50690D5D4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F29A5-AEEE-446F-B62D-BD46C6B0C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43C36-C898-4C6E-97BC-0AE2998EB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470BA-D41E-437D-A225-B0D8986DE2C4}" type="datetime1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E89BF-AA6A-4CD1-AA42-45937EB05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5DC2B-9622-4D9B-A836-9C9CE22A7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992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0BC1F-CD2C-49A7-870C-07CC91760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9C7702-4100-4CC3-A19F-474F035648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9C34D-B46E-470D-AD50-B9B038ABF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78E2B-208F-4B34-9A15-6955A3621029}" type="datetime1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D28AE-EBFC-4649-8128-2B57674BC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C87D2-79FD-40C2-B5D3-73BEFDD63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285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F8DF4-CC57-4331-BAB2-274B7F4FD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4484E-6336-4F19-9BD1-3B91D85B75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92305B-61F6-40D5-8511-22A203F9B2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A3351C-4BD8-4A76-A84D-D27D42D70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B34A0-0F7C-4A42-A80B-69A32453D234}" type="datetime1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6FA23-7C56-4373-97A9-C1E426909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B55C23-B74E-4564-83EB-E08011972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285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EF3C4-0090-4478-811F-9CEEEDF30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F55BC3-728A-4215-938B-9F1E55DDA7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9E5F37-172D-4DDD-8695-70423D0791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6C32F7-387C-48A9-8ED2-88A2E7CD45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A15BBF-7552-4D05-B395-22949E2233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303D83-2EA3-43C4-8C34-C2EEB16DB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5126E-3B88-4036-9F2D-FB7969B45F4A}" type="datetime1">
              <a:rPr lang="en-US" smtClean="0"/>
              <a:t>4/7/2025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ED1FE8-F889-4A72-BCC1-50806FA11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3B86BC-226A-4A98-951A-01BC13DB0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176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21E2B-54B4-4FD9-BC1F-9E86C9F08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BDDD7E-C2A1-425A-9C02-69453F7A5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84BB-C434-4F3E-BD0C-56FCD0B24816}" type="datetime1">
              <a:rPr lang="en-US" smtClean="0"/>
              <a:t>4/7/2025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2E4A64-28DA-4BCB-903B-0C2AB5DD4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62EF47-4BAF-438E-BFF8-6C806F186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790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42DD21-4658-405D-B2C3-9B85D3D77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BBA68-3361-4BBC-8467-F2FA7738ABD3}" type="datetime1">
              <a:rPr lang="en-US" smtClean="0"/>
              <a:t>4/7/2025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8F90DF-D196-4982-9379-A12FD1999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CC7654-80F7-4116-966D-2D3D2BC2A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158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29B0E-9BD9-44D9-9399-CB449D112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051D0-651F-4845-8890-5B610674D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582CB8-8E30-4092-BCE6-75EE6CE567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8DC2B3-BBD0-4E62-99CD-DCB9D3F5E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3D98D-6704-4670-8FDC-09111D656BD4}" type="datetime1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1A16E1-26F2-4022-9090-75A0FEB23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AF83AA-1CE6-4EEA-8163-A440E285C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790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22C12-A56B-46B7-9523-4E7765EBA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818F4B-7FBD-449C-9D81-7D2921375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D3098B-08EB-4860-ACC2-E8D7BEB693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AD0008-6CA4-4B93-8BDC-7B7AA42F6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A7458-5FA4-458B-AACF-1E599ACFA24A}" type="datetime1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E3AF11-361E-4FC8-B142-5CFE9169A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A3C41B-7EB8-4600-BEBB-0A45CF654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128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47D78-2A6F-4D0E-822D-7539139C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D071C0-3DC6-4B14-9F13-2FB2DD4268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B5082-8A34-496B-8055-45C8486F1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94FA3-AC9C-4633-82C6-62F4B42E9A78}" type="datetime1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C4C49-FC80-44C6-AC99-7EF245F8F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B58D9-582A-4781-9C1A-4D75E5074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642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AB2E5F-7BB4-42F5-B4AA-7F999C225F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130C69-8C0C-4E02-AB30-8518634C9F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E9A658-BB07-4BF1-B2A6-B1BA2897B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74142-9EFA-4C85-84A3-BE41724A2D18}" type="datetime1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DF58F-2272-487B-A973-40A781C3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02C37-591F-410C-B5AA-8C515F26C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061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61D8EC-B3EC-45B8-80A9-EB2955321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E5CB1-9A52-407D-9714-6B719FE97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07748-238B-4EDD-8118-BD7336FFF0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5EB07D-1FD2-40D5-B059-0935C37A919D}" type="datetime1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277D7-910E-4130-B9EE-C5EFBB05E5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Operating Systems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DCC63-9F16-4EEB-858E-FC2CFC17CF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8559AE-1842-40A5-A2A9-0518F39F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728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870F2-A17E-4535-8ECE-F608007055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11835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Software Engineering</a:t>
            </a:r>
            <a:br>
              <a:rPr lang="en-US" dirty="0"/>
            </a:br>
            <a:r>
              <a:rPr lang="en-US" sz="4000" dirty="0"/>
              <a:t>(CS3201)</a:t>
            </a:r>
            <a:br>
              <a:rPr lang="en-US" sz="4000" dirty="0">
                <a:ea typeface="Calibri Light"/>
                <a:cs typeface="Calibri Light"/>
              </a:rPr>
            </a:br>
            <a:r>
              <a:rPr lang="en-US" sz="3200" dirty="0">
                <a:ea typeface="Calibri Light"/>
                <a:cs typeface="Calibri Light"/>
              </a:rPr>
              <a:t>Additional material – Arch. Patterns and Estimation</a:t>
            </a:r>
            <a:br>
              <a:rPr lang="en-US" dirty="0"/>
            </a:br>
            <a:endParaRPr lang="en-US" sz="4000">
              <a:cs typeface="Calibri Ligh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5A8E92-73AA-4E3A-9516-63C46A8A43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60626"/>
            <a:ext cx="9144000" cy="1655762"/>
          </a:xfrm>
        </p:spPr>
        <p:txBody>
          <a:bodyPr/>
          <a:lstStyle/>
          <a:p>
            <a:r>
              <a:rPr lang="en-US"/>
              <a:t>Avinash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6C0CC1-7E7A-46BB-AEDF-E956EA6F0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7575" y="5235388"/>
            <a:ext cx="527685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275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CA91A-26FF-7479-9D95-ABFD5F4DD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432CB-8EEB-212A-37CE-13EEEEAD8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9C779-DF31-3741-3B77-D003BD442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328"/>
            <a:ext cx="10515600" cy="463317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4000" dirty="0">
                <a:ea typeface="Calibri" panose="020F0502020204030204"/>
                <a:cs typeface="Calibri"/>
              </a:rPr>
              <a:t>Architectural patterns – Microservices, Peer to Peer and Event based</a:t>
            </a:r>
            <a:endParaRPr lang="en-US" dirty="0"/>
          </a:p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endParaRPr lang="en-GB">
              <a:ea typeface="Calibri" panose="020F0502020204030204"/>
              <a:cs typeface="Calibri"/>
            </a:endParaRPr>
          </a:p>
          <a:p>
            <a:pPr lvl="1"/>
            <a:endParaRPr lang="en-GB">
              <a:ea typeface="Calibri" panose="020F0502020204030204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FE5B61B7-1E3A-26A3-8BAF-21276D72B5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51A60A3-6232-A32F-85ED-8C6CFAADF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2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5DC561-4971-43EF-A66B-151AC6DF0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3012470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444F7-BDCB-95FE-E590-28879ABE3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D248E-235C-2C9F-86E6-FFE7D5586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libri Light"/>
                <a:cs typeface="Calibri Light"/>
              </a:rPr>
              <a:t>Micro service architecture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D426B-01FE-6A79-FB41-404DC71E5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0219"/>
            <a:ext cx="10501746" cy="5211256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>
                <a:ea typeface="Calibri"/>
                <a:cs typeface="Calibri"/>
              </a:rPr>
              <a:t>Application consists of small, </a:t>
            </a:r>
            <a:r>
              <a:rPr lang="en-US" b="1" dirty="0">
                <a:ea typeface="Calibri"/>
                <a:cs typeface="Calibri"/>
              </a:rPr>
              <a:t>independent</a:t>
            </a:r>
            <a:r>
              <a:rPr lang="en-US" dirty="0">
                <a:ea typeface="Calibri"/>
                <a:cs typeface="Calibri"/>
              </a:rPr>
              <a:t> services that </a:t>
            </a:r>
            <a:r>
              <a:rPr lang="en-US" b="1" dirty="0">
                <a:ea typeface="Calibri"/>
                <a:cs typeface="Calibri"/>
              </a:rPr>
              <a:t>communicate</a:t>
            </a:r>
            <a:r>
              <a:rPr lang="en-US" dirty="0">
                <a:ea typeface="Calibri"/>
                <a:cs typeface="Calibri"/>
              </a:rPr>
              <a:t> with one another to get the task done</a:t>
            </a:r>
            <a:endParaRPr lang="en-US" dirty="0"/>
          </a:p>
          <a:p>
            <a:r>
              <a:rPr lang="en-US" dirty="0">
                <a:ea typeface="Calibri"/>
                <a:cs typeface="Calibri"/>
              </a:rPr>
              <a:t>Each service is responsible for a particular function</a:t>
            </a:r>
            <a:endParaRPr lang="en-US" dirty="0"/>
          </a:p>
          <a:p>
            <a:r>
              <a:rPr lang="en-US" dirty="0">
                <a:ea typeface="Calibri" panose="020F0502020204030204"/>
                <a:cs typeface="Calibri"/>
              </a:rPr>
              <a:t>Each service can be developed, deployed and maintained independently</a:t>
            </a:r>
          </a:p>
          <a:p>
            <a:pPr lvl="1"/>
            <a:r>
              <a:rPr lang="en-US" dirty="0">
                <a:ea typeface="Calibri" panose="020F0502020204030204"/>
                <a:cs typeface="Calibri"/>
              </a:rPr>
              <a:t>Teams can work on a particular service, fix bugs, release new versions, without effecting the rest of the services</a:t>
            </a:r>
          </a:p>
          <a:p>
            <a:r>
              <a:rPr lang="en-US" dirty="0">
                <a:ea typeface="Calibri" panose="020F0502020204030204"/>
                <a:cs typeface="Calibri"/>
              </a:rPr>
              <a:t>Each microservice handles one specific responsibility</a:t>
            </a:r>
          </a:p>
          <a:p>
            <a:r>
              <a:rPr lang="en-US" dirty="0">
                <a:ea typeface="Calibri" panose="020F0502020204030204"/>
                <a:cs typeface="Calibri"/>
              </a:rPr>
              <a:t>Each microservice can have its own technology (programming language, DB, frameworks) different from other services</a:t>
            </a:r>
            <a:endParaRPr lang="en-US" dirty="0"/>
          </a:p>
          <a:p>
            <a:r>
              <a:rPr lang="en-US" dirty="0">
                <a:ea typeface="Calibri" panose="020F0502020204030204"/>
                <a:cs typeface="Calibri"/>
              </a:rPr>
              <a:t>Each microservice has its own DB</a:t>
            </a:r>
          </a:p>
          <a:p>
            <a:r>
              <a:rPr lang="en-US" dirty="0">
                <a:ea typeface="Calibri" panose="020F0502020204030204"/>
                <a:cs typeface="Calibri"/>
              </a:rPr>
              <a:t>Microservices communicate with one another over the network</a:t>
            </a:r>
          </a:p>
          <a:p>
            <a:r>
              <a:rPr lang="en-US" dirty="0">
                <a:ea typeface="Calibri" panose="020F0502020204030204"/>
                <a:cs typeface="Calibri"/>
              </a:rPr>
              <a:t>Can scale up any service as needed (payments service can be scaled up at start of semester)</a:t>
            </a:r>
          </a:p>
          <a:p>
            <a:pPr lvl="1"/>
            <a:endParaRPr lang="en-GB">
              <a:ea typeface="Calibri" panose="020F0502020204030204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BB3DAC13-0D16-2DB1-080D-657CDE2AAE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8580A80-2CDB-8E1D-57C4-DC8463447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3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F69DF3E-4B37-1F1C-A5C7-C91D3B04D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883900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10A63-EC67-2D81-21F6-0D0DBA728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A8FFE-21FA-EEA7-3978-245A8081C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libri Light"/>
                <a:cs typeface="Calibri Light"/>
              </a:rPr>
              <a:t>Micro service architecture: ex. Netflix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87396-6618-1D00-9306-91A02DDD7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0219"/>
            <a:ext cx="10501746" cy="521125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Key services in Netflix:</a:t>
            </a:r>
          </a:p>
          <a:p>
            <a:pPr lvl="1"/>
            <a:r>
              <a:rPr lang="en-US" dirty="0">
                <a:ea typeface="Calibri"/>
                <a:cs typeface="Calibri"/>
              </a:rPr>
              <a:t>User service – manages user data, profiles and settings</a:t>
            </a:r>
          </a:p>
          <a:p>
            <a:pPr lvl="1"/>
            <a:r>
              <a:rPr lang="en-US" dirty="0">
                <a:ea typeface="Calibri" panose="020F0502020204030204"/>
                <a:cs typeface="Calibri"/>
              </a:rPr>
              <a:t>Auth service – manages login, session, token validation</a:t>
            </a:r>
          </a:p>
          <a:p>
            <a:pPr lvl="1"/>
            <a:r>
              <a:rPr lang="en-US" dirty="0">
                <a:ea typeface="Calibri" panose="020F0502020204030204"/>
                <a:cs typeface="Calibri"/>
              </a:rPr>
              <a:t>Content service – stores content (shows, movies) metadata/ description</a:t>
            </a:r>
          </a:p>
          <a:p>
            <a:pPr lvl="1"/>
            <a:r>
              <a:rPr lang="en-US" dirty="0">
                <a:ea typeface="Calibri" panose="020F0502020204030204"/>
                <a:cs typeface="Calibri"/>
              </a:rPr>
              <a:t>Recommendation service – generates recommendations based on history</a:t>
            </a:r>
          </a:p>
          <a:p>
            <a:pPr lvl="1"/>
            <a:r>
              <a:rPr lang="en-US" dirty="0">
                <a:ea typeface="Calibri" panose="020F0502020204030204"/>
                <a:cs typeface="Calibri"/>
              </a:rPr>
              <a:t>Playback service – streams video content, selects CDN nodes (CDN – Content Delivery Network, caches data to be streams over several servers, you get your data from the server nearest to you)</a:t>
            </a:r>
          </a:p>
          <a:p>
            <a:pPr lvl="1"/>
            <a:r>
              <a:rPr lang="en-US" dirty="0">
                <a:ea typeface="Calibri" panose="020F0502020204030204"/>
                <a:cs typeface="Calibri"/>
              </a:rPr>
              <a:t>Billing service – handles subscriptions / payments</a:t>
            </a:r>
          </a:p>
          <a:p>
            <a:pPr lvl="1"/>
            <a:r>
              <a:rPr lang="en-US" dirty="0">
                <a:ea typeface="Calibri" panose="020F0502020204030204"/>
                <a:cs typeface="Calibri"/>
              </a:rPr>
              <a:t>Search service – handles searching in content library</a:t>
            </a:r>
          </a:p>
          <a:p>
            <a:pPr lvl="1"/>
            <a:r>
              <a:rPr lang="en-US" dirty="0">
                <a:ea typeface="Calibri" panose="020F0502020204030204"/>
                <a:cs typeface="Calibri"/>
              </a:rPr>
              <a:t>Notifications service – send push notifications to users</a:t>
            </a:r>
          </a:p>
          <a:p>
            <a:r>
              <a:rPr lang="en-US" dirty="0">
                <a:ea typeface="Calibri" panose="020F0502020204030204"/>
                <a:cs typeface="Calibri"/>
              </a:rPr>
              <a:t>Each service is deployed independently, communicates using APIs and usually runs in containers like Docker (organized by Kubernetes)</a:t>
            </a:r>
          </a:p>
          <a:p>
            <a:pPr lvl="1"/>
            <a:endParaRPr lang="en-GB">
              <a:ea typeface="Calibri" panose="020F0502020204030204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BE8A65ED-06CB-72AB-11E7-EE30871933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7D2D66-3ED7-5C87-A82F-54F366809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4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3D3AA47-E174-C5A4-83D4-B72CC67D4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129734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E1CBA-DF5C-172A-DE4C-4A8373CAB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4F362-6A26-CA77-7F99-C685B8614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libri Light"/>
                <a:cs typeface="Calibri Light"/>
              </a:rPr>
              <a:t>Micro service architecture: ex. Netflix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698A1-2E3B-A7AF-7646-F05767FAF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0219"/>
            <a:ext cx="10501746" cy="521125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ea typeface="Calibri"/>
                <a:cs typeface="Calibri"/>
              </a:rPr>
              <a:t>How all these key services communicate?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REST APIs or </a:t>
            </a:r>
            <a:r>
              <a:rPr lang="en-US" err="1">
                <a:ea typeface="+mn-lt"/>
                <a:cs typeface="+mn-lt"/>
              </a:rPr>
              <a:t>gRPC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Asynchronous messaging queues (e.g., Apache Kafka)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Service Discovery with tools like Eureka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Load balancing via Ribbon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dirty="0">
                <a:ea typeface="Calibri" panose="020F0502020204030204"/>
                <a:cs typeface="Calibri" panose="020F0502020204030204"/>
              </a:rPr>
              <a:t>REST APIs – resources accessed and manipulated via standard HTTP protocols(GET, POST, PUT, DELETE, …)</a:t>
            </a:r>
          </a:p>
          <a:p>
            <a:r>
              <a:rPr lang="en-US" dirty="0" err="1">
                <a:ea typeface="Calibri" panose="020F0502020204030204"/>
                <a:cs typeface="Calibri" panose="020F0502020204030204"/>
              </a:rPr>
              <a:t>gRPC</a:t>
            </a:r>
            <a:r>
              <a:rPr lang="en-US" dirty="0">
                <a:ea typeface="Calibri" panose="020F0502020204030204"/>
                <a:cs typeface="Calibri" panose="020F0502020204030204"/>
              </a:rPr>
              <a:t> – open-source RPC</a:t>
            </a:r>
          </a:p>
          <a:p>
            <a:r>
              <a:rPr lang="en-US" dirty="0">
                <a:ea typeface="Calibri"/>
                <a:cs typeface="Calibri"/>
              </a:rPr>
              <a:t>Apache Kafka – keyword here is async, services communicate via queues, do not busy wait</a:t>
            </a:r>
            <a:endParaRPr lang="en-US" b="1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Eureka – A service registry that helps discover services</a:t>
            </a:r>
          </a:p>
          <a:p>
            <a:r>
              <a:rPr lang="en-US" dirty="0">
                <a:ea typeface="Calibri"/>
                <a:cs typeface="Calibri"/>
              </a:rPr>
              <a:t>Ribbon – Help balance load among several instances of a service</a:t>
            </a:r>
          </a:p>
          <a:p>
            <a:pPr lvl="1"/>
            <a:endParaRPr lang="en-US" dirty="0">
              <a:ea typeface="Calibri"/>
              <a:cs typeface="Calibri"/>
            </a:endParaRPr>
          </a:p>
          <a:p>
            <a:pPr lvl="1"/>
            <a:endParaRPr lang="en-GB">
              <a:ea typeface="Calibri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FF121D2D-0A16-6356-E65B-8D46010C10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80F208C-7F30-AD6F-03B8-2F4A043CE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5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8FBDAA9-AE2C-AC40-FE46-52FF0FB11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2680208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D377D-B16A-6CE1-9C7B-2C27BE7DB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D41AA-225B-E590-3F52-CA41890DD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libri Light"/>
                <a:cs typeface="Calibri Light"/>
              </a:rPr>
              <a:t>Micro service architecture: ex. Netflix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B6E2F-BC80-27DC-1D67-A5AD33CA1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0219"/>
            <a:ext cx="10501746" cy="521125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When user hits </a:t>
            </a:r>
            <a:r>
              <a:rPr lang="en-US" b="1" dirty="0">
                <a:ea typeface="+mn-lt"/>
                <a:cs typeface="+mn-lt"/>
              </a:rPr>
              <a:t>PLAY</a:t>
            </a:r>
          </a:p>
          <a:p>
            <a:pPr marL="914400" lvl="1" indent="-457200">
              <a:buAutoNum type="arabicPeriod"/>
            </a:pPr>
            <a:r>
              <a:rPr lang="en-US" dirty="0">
                <a:ea typeface="+mn-lt"/>
                <a:cs typeface="+mn-lt"/>
              </a:rPr>
              <a:t>Auth Service - checks if you're logged in and have access.</a:t>
            </a:r>
            <a:endParaRPr lang="en-US" dirty="0">
              <a:ea typeface="Calibri"/>
              <a:cs typeface="Calibri"/>
            </a:endParaRPr>
          </a:p>
          <a:p>
            <a:pPr marL="914400" lvl="1" indent="-457200">
              <a:buAutoNum type="arabicPeriod"/>
            </a:pPr>
            <a:r>
              <a:rPr lang="en-US" dirty="0">
                <a:ea typeface="+mn-lt"/>
                <a:cs typeface="+mn-lt"/>
              </a:rPr>
              <a:t>User Service - loads your profile.</a:t>
            </a:r>
            <a:endParaRPr lang="en-US" dirty="0">
              <a:ea typeface="Calibri"/>
              <a:cs typeface="Calibri"/>
            </a:endParaRPr>
          </a:p>
          <a:p>
            <a:pPr marL="914400" lvl="1" indent="-457200">
              <a:buAutoNum type="arabicPeriod"/>
            </a:pPr>
            <a:r>
              <a:rPr lang="en-US" dirty="0">
                <a:ea typeface="+mn-lt"/>
                <a:cs typeface="+mn-lt"/>
              </a:rPr>
              <a:t>Content Service - fetches movie metadata.</a:t>
            </a:r>
          </a:p>
          <a:p>
            <a:pPr marL="914400" lvl="1" indent="-457200">
              <a:buAutoNum type="arabicPeriod"/>
            </a:pPr>
            <a:r>
              <a:rPr lang="en-US" dirty="0">
                <a:ea typeface="+mn-lt"/>
                <a:cs typeface="+mn-lt"/>
              </a:rPr>
              <a:t>Recommendation Service - tweaks the interface.</a:t>
            </a:r>
            <a:endParaRPr lang="en-US" dirty="0">
              <a:ea typeface="Calibri"/>
              <a:cs typeface="Calibri"/>
            </a:endParaRPr>
          </a:p>
          <a:p>
            <a:pPr marL="914400" lvl="1" indent="-457200">
              <a:buAutoNum type="arabicPeriod"/>
            </a:pPr>
            <a:r>
              <a:rPr lang="en-US" dirty="0">
                <a:ea typeface="+mn-lt"/>
                <a:cs typeface="+mn-lt"/>
              </a:rPr>
              <a:t>Playback Service - starts streaming from the closest server (CDN).</a:t>
            </a:r>
            <a:endParaRPr lang="en-US" dirty="0">
              <a:ea typeface="Calibri"/>
              <a:cs typeface="Calibri"/>
            </a:endParaRPr>
          </a:p>
          <a:p>
            <a:pPr marL="914400" lvl="1" indent="-457200">
              <a:buAutoNum type="arabicPeriod"/>
            </a:pPr>
            <a:r>
              <a:rPr lang="en-US" dirty="0">
                <a:ea typeface="+mn-lt"/>
                <a:cs typeface="+mn-lt"/>
              </a:rPr>
              <a:t>Rating Service - tracks what you watch and how you rate it later.</a:t>
            </a:r>
            <a:endParaRPr lang="en-US" dirty="0">
              <a:ea typeface="Calibri"/>
              <a:cs typeface="Calibri"/>
            </a:endParaRPr>
          </a:p>
          <a:p>
            <a:pPr marL="914400" lvl="1" indent="-457200">
              <a:buAutoNum type="arabicPeriod"/>
            </a:pPr>
            <a:r>
              <a:rPr lang="en-US" dirty="0">
                <a:ea typeface="+mn-lt"/>
                <a:cs typeface="+mn-lt"/>
              </a:rPr>
              <a:t>Analytics/Logging Services - track your interaction for future improvement.</a:t>
            </a:r>
            <a:endParaRPr lang="en-US" dirty="0">
              <a:ea typeface="Calibri"/>
              <a:cs typeface="Calibri"/>
            </a:endParaRPr>
          </a:p>
          <a:p>
            <a:pPr lvl="1">
              <a:buAutoNum type="arabicPeriod"/>
            </a:pPr>
            <a:endParaRPr lang="en-US" dirty="0">
              <a:ea typeface="Calibri"/>
              <a:cs typeface="Calibri"/>
            </a:endParaRPr>
          </a:p>
          <a:p>
            <a:pPr lvl="1">
              <a:buAutoNum type="arabicPeriod"/>
            </a:pPr>
            <a:endParaRPr lang="en-GB">
              <a:ea typeface="Calibri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46C0A885-4E42-1F95-E836-270481DCB1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62B616F-7691-D1EA-8F66-BD8ED74A3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387481F-428C-B6FF-C925-669DEA3C4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3643435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BFFE9-CF8A-55C6-7DC4-8A96CD53F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2FC6C-21EB-72F6-3DF3-30EEBF755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libri Light"/>
                <a:cs typeface="Calibri Light"/>
              </a:rPr>
              <a:t>Peer to Peer Architecture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E8B11-4EA5-5E19-AD21-B6E34B99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0219"/>
            <a:ext cx="10515600" cy="50311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Decentralized network architecture (as opposed to Client-Server)</a:t>
            </a:r>
          </a:p>
          <a:p>
            <a:r>
              <a:rPr lang="en-US" dirty="0">
                <a:ea typeface="Calibri" panose="020F0502020204030204"/>
                <a:cs typeface="Calibri"/>
              </a:rPr>
              <a:t>Consists of computers, called peers, where each computer has equal status and can act as both </a:t>
            </a:r>
            <a:r>
              <a:rPr lang="en-US" b="1" dirty="0">
                <a:ea typeface="Calibri" panose="020F0502020204030204"/>
                <a:cs typeface="Calibri"/>
              </a:rPr>
              <a:t>client and server</a:t>
            </a:r>
          </a:p>
          <a:p>
            <a:r>
              <a:rPr lang="en-US" dirty="0">
                <a:ea typeface="Calibri" panose="020F0502020204030204"/>
                <a:cs typeface="Calibri"/>
              </a:rPr>
              <a:t>Every peer can request for resources and provide resources</a:t>
            </a:r>
          </a:p>
          <a:p>
            <a:r>
              <a:rPr lang="en-US" dirty="0">
                <a:ea typeface="Calibri" panose="020F0502020204030204"/>
                <a:cs typeface="Calibri"/>
              </a:rPr>
              <a:t>No central server controlling network, peers communicate directly with one another (instead of having to communicate via server)</a:t>
            </a:r>
          </a:p>
          <a:p>
            <a:r>
              <a:rPr lang="en-US" dirty="0">
                <a:ea typeface="Calibri" panose="020F0502020204030204"/>
                <a:cs typeface="Calibri"/>
              </a:rPr>
              <a:t>Main features:</a:t>
            </a:r>
          </a:p>
          <a:p>
            <a:pPr lvl="1"/>
            <a:r>
              <a:rPr lang="en-US" dirty="0">
                <a:ea typeface="Calibri" panose="020F0502020204030204"/>
                <a:cs typeface="Calibri"/>
              </a:rPr>
              <a:t>Decentralized</a:t>
            </a:r>
          </a:p>
          <a:p>
            <a:pPr lvl="1"/>
            <a:r>
              <a:rPr lang="en-US" dirty="0">
                <a:ea typeface="Calibri" panose="020F0502020204030204"/>
                <a:cs typeface="Calibri"/>
              </a:rPr>
              <a:t>Equal roles /capabilities</a:t>
            </a:r>
          </a:p>
          <a:p>
            <a:pPr lvl="1"/>
            <a:r>
              <a:rPr lang="en-US" dirty="0">
                <a:ea typeface="Calibri" panose="020F0502020204030204"/>
                <a:cs typeface="Calibri"/>
              </a:rPr>
              <a:t>Resource sharing: by product of decentralization</a:t>
            </a:r>
          </a:p>
          <a:p>
            <a:pPr lvl="1"/>
            <a:r>
              <a:rPr lang="en-US" dirty="0">
                <a:ea typeface="Calibri" panose="020F0502020204030204"/>
                <a:cs typeface="Calibri"/>
              </a:rPr>
              <a:t>Scalability</a:t>
            </a:r>
          </a:p>
          <a:p>
            <a:endParaRPr lang="en-US">
              <a:ea typeface="Calibri" panose="020F0502020204030204"/>
              <a:cs typeface="Calibri"/>
            </a:endParaRPr>
          </a:p>
          <a:p>
            <a:pPr lvl="1"/>
            <a:endParaRPr lang="en-GB">
              <a:ea typeface="Calibri" panose="020F0502020204030204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84A86125-D05B-0AB6-9F5A-81B96583F0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95B9C43-B70D-4F45-6C81-012C4CCC1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7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ED864BE-B890-0DE1-E1C5-7F40FBA76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1709140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5939A-9E6D-8046-A282-B8BD9AEC3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22AC9-8A1D-4195-DEDB-F7D84A08A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libri Light"/>
                <a:cs typeface="Calibri Light"/>
              </a:rPr>
              <a:t>Peer to Peer: example Bit torrent (file sharing)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58EB5-5BBD-A297-A541-4230B0382C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0219"/>
            <a:ext cx="10515600" cy="50311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Imagine you want to download a movie using torrents</a:t>
            </a:r>
          </a:p>
          <a:p>
            <a:pPr marL="914400" lvl="1" indent="-457200">
              <a:buAutoNum type="arabicPeriod"/>
            </a:pPr>
            <a:r>
              <a:rPr lang="en-US" dirty="0">
                <a:ea typeface="Calibri"/>
                <a:cs typeface="Calibri"/>
              </a:rPr>
              <a:t>Download a .torrent file or using magnet link</a:t>
            </a:r>
          </a:p>
          <a:p>
            <a:pPr marL="914400" lvl="1" indent="-457200">
              <a:buAutoNum type="arabicPeriod"/>
            </a:pPr>
            <a:r>
              <a:rPr lang="en-US" dirty="0">
                <a:ea typeface="Calibri"/>
                <a:cs typeface="Calibri"/>
              </a:rPr>
              <a:t>This file contains metadata (file name, structure, </a:t>
            </a:r>
            <a:r>
              <a:rPr lang="en-US" b="1" dirty="0">
                <a:ea typeface="Calibri"/>
                <a:cs typeface="Calibri"/>
              </a:rPr>
              <a:t>tracker info)</a:t>
            </a:r>
          </a:p>
          <a:p>
            <a:pPr marL="914400" lvl="1" indent="-457200">
              <a:buAutoNum type="arabicPeriod"/>
            </a:pPr>
            <a:r>
              <a:rPr lang="en-US" dirty="0">
                <a:ea typeface="Calibri" panose="020F0502020204030204"/>
                <a:cs typeface="Calibri"/>
              </a:rPr>
              <a:t>Tracker - a lightweight server that helps a peer find other peers who have the file or parts of it</a:t>
            </a:r>
          </a:p>
          <a:p>
            <a:pPr marL="914400" lvl="1" indent="-457200">
              <a:buAutoNum type="arabicPeriod"/>
            </a:pPr>
            <a:r>
              <a:rPr lang="en-US" dirty="0">
                <a:ea typeface="Calibri" panose="020F0502020204030204"/>
                <a:cs typeface="Calibri"/>
              </a:rPr>
              <a:t>The peer then connects to one or more peers who have the file</a:t>
            </a:r>
          </a:p>
          <a:p>
            <a:pPr marL="914400" lvl="1" indent="-457200">
              <a:buAutoNum type="arabicPeriod"/>
            </a:pPr>
            <a:r>
              <a:rPr lang="en-US" dirty="0">
                <a:ea typeface="Calibri" panose="020F0502020204030204"/>
                <a:cs typeface="Calibri"/>
              </a:rPr>
              <a:t>Types of peers – seeders (who have the complete file), and </a:t>
            </a:r>
            <a:r>
              <a:rPr lang="en-US" dirty="0" err="1">
                <a:ea typeface="Calibri" panose="020F0502020204030204"/>
                <a:cs typeface="Calibri"/>
              </a:rPr>
              <a:t>leechers</a:t>
            </a:r>
            <a:r>
              <a:rPr lang="en-US" dirty="0">
                <a:ea typeface="Calibri" panose="020F0502020204030204"/>
                <a:cs typeface="Calibri"/>
              </a:rPr>
              <a:t> (who have some parts of the file – they are probably downloading at this point)</a:t>
            </a:r>
          </a:p>
          <a:p>
            <a:pPr marL="914400" lvl="1" indent="-457200">
              <a:buAutoNum type="arabicPeriod"/>
            </a:pPr>
            <a:r>
              <a:rPr lang="en-US" dirty="0">
                <a:ea typeface="Calibri" panose="020F0502020204030204"/>
                <a:cs typeface="Calibri"/>
              </a:rPr>
              <a:t>The peer downloads from several other peers simultaneously</a:t>
            </a:r>
          </a:p>
          <a:p>
            <a:pPr marL="914400" lvl="1" indent="-457200">
              <a:buAutoNum type="arabicPeriod"/>
            </a:pPr>
            <a:r>
              <a:rPr lang="en-US" dirty="0">
                <a:ea typeface="Calibri" panose="020F0502020204030204"/>
                <a:cs typeface="Calibri"/>
              </a:rPr>
              <a:t>The parts of file you download, you start uploading them to others in need</a:t>
            </a:r>
          </a:p>
          <a:p>
            <a:pPr marL="914400" lvl="1" indent="-457200">
              <a:buAutoNum type="arabicPeriod"/>
            </a:pPr>
            <a:r>
              <a:rPr lang="en-US" dirty="0">
                <a:ea typeface="Calibri" panose="020F0502020204030204"/>
                <a:cs typeface="Calibri"/>
              </a:rPr>
              <a:t>Once you have completed downloading, your entire file is ready, and you continue uploading file parts to others who need</a:t>
            </a:r>
          </a:p>
          <a:p>
            <a:endParaRPr lang="en-US">
              <a:ea typeface="Calibri" panose="020F0502020204030204"/>
              <a:cs typeface="Calibri"/>
            </a:endParaRPr>
          </a:p>
          <a:p>
            <a:pPr lvl="1">
              <a:buAutoNum type="arabicPeriod"/>
            </a:pPr>
            <a:endParaRPr lang="en-GB">
              <a:ea typeface="Calibri" panose="020F0502020204030204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7BBC0CDF-14C3-3248-85B7-3D33640114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34290A4-15A8-F740-6CE0-CC1A120C7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8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76C6F51-C71E-06D5-78D4-A080FD34E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1595896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10185-E2B7-E2FD-A250-48BFC8B21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5F2BB-E311-7DAD-A72F-1E10105A2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libri Light"/>
                <a:cs typeface="Calibri Light"/>
              </a:rPr>
              <a:t>Peer to Peer: example Bit torrent (file sharing)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5AABE-A0C4-1A58-A0DA-7F7664978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0219"/>
            <a:ext cx="10515600" cy="50311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Roles</a:t>
            </a:r>
            <a:endParaRPr lang="en-US" dirty="0"/>
          </a:p>
          <a:p>
            <a:pPr lvl="1"/>
            <a:r>
              <a:rPr lang="en-US" dirty="0">
                <a:ea typeface="Calibri" panose="020F0502020204030204"/>
                <a:cs typeface="Calibri"/>
              </a:rPr>
              <a:t>Peer (network participant)</a:t>
            </a:r>
          </a:p>
          <a:p>
            <a:pPr lvl="2"/>
            <a:r>
              <a:rPr lang="en-US" dirty="0">
                <a:ea typeface="Calibri" panose="020F0502020204030204"/>
                <a:cs typeface="Calibri"/>
              </a:rPr>
              <a:t>Seeder</a:t>
            </a:r>
          </a:p>
          <a:p>
            <a:pPr lvl="2"/>
            <a:r>
              <a:rPr lang="en-US" err="1">
                <a:ea typeface="Calibri" panose="020F0502020204030204"/>
                <a:cs typeface="Calibri"/>
              </a:rPr>
              <a:t>Leecher</a:t>
            </a:r>
            <a:endParaRPr lang="en-US" dirty="0" err="1">
              <a:ea typeface="Calibri" panose="020F0502020204030204"/>
              <a:cs typeface="Calibri"/>
            </a:endParaRPr>
          </a:p>
          <a:p>
            <a:pPr lvl="1"/>
            <a:r>
              <a:rPr lang="en-US" dirty="0">
                <a:ea typeface="Calibri" panose="020F0502020204030204"/>
                <a:cs typeface="Calibri"/>
              </a:rPr>
              <a:t>Tracker (keeps track of peers sharing the same file)</a:t>
            </a:r>
          </a:p>
          <a:p>
            <a:r>
              <a:rPr lang="en-US" dirty="0">
                <a:ea typeface="Calibri" panose="020F0502020204030204"/>
                <a:cs typeface="Calibri"/>
              </a:rPr>
              <a:t>Advantages of P2P</a:t>
            </a:r>
          </a:p>
          <a:p>
            <a:pPr lvl="1"/>
            <a:r>
              <a:rPr lang="en-US" dirty="0">
                <a:ea typeface="Calibri" panose="020F0502020204030204"/>
                <a:cs typeface="Calibri"/>
              </a:rPr>
              <a:t>High speeds (multiple sources)</a:t>
            </a:r>
          </a:p>
          <a:p>
            <a:pPr lvl="1"/>
            <a:r>
              <a:rPr lang="en-US" dirty="0">
                <a:ea typeface="Calibri" panose="020F0502020204030204"/>
                <a:cs typeface="Calibri"/>
              </a:rPr>
              <a:t>No central server (one point of attack/ vulnerability/ power-authority)</a:t>
            </a:r>
          </a:p>
          <a:p>
            <a:pPr lvl="1"/>
            <a:r>
              <a:rPr lang="en-US" dirty="0">
                <a:ea typeface="Calibri" panose="020F0502020204030204"/>
                <a:cs typeface="Calibri"/>
              </a:rPr>
              <a:t>Efficient</a:t>
            </a:r>
          </a:p>
          <a:p>
            <a:pPr lvl="1"/>
            <a:r>
              <a:rPr lang="en-US" dirty="0">
                <a:ea typeface="Calibri" panose="020F0502020204030204"/>
                <a:cs typeface="Calibri"/>
              </a:rPr>
              <a:t>Scalable</a:t>
            </a:r>
          </a:p>
          <a:p>
            <a:r>
              <a:rPr lang="en-US" dirty="0">
                <a:ea typeface="Calibri" panose="020F0502020204030204"/>
                <a:cs typeface="Calibri"/>
              </a:rPr>
              <a:t>Disadvantages</a:t>
            </a:r>
          </a:p>
          <a:p>
            <a:pPr lvl="1"/>
            <a:r>
              <a:rPr lang="en-US" dirty="0">
                <a:ea typeface="Calibri" panose="020F0502020204030204"/>
                <a:cs typeface="Calibri"/>
              </a:rPr>
              <a:t>No guaranteed uptime / availability (peers can go offline anytime)</a:t>
            </a:r>
          </a:p>
          <a:p>
            <a:endParaRPr lang="en-US">
              <a:ea typeface="Calibri" panose="020F0502020204030204"/>
              <a:cs typeface="Calibri"/>
            </a:endParaRPr>
          </a:p>
          <a:p>
            <a:pPr lvl="1"/>
            <a:endParaRPr lang="en-GB">
              <a:ea typeface="Calibri" panose="020F0502020204030204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BD07596E-4F4B-EE8C-4628-50457E9A5B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CA41F31-3CCC-9774-FB81-ED2A5DF61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9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AE2C67F-DC6B-7847-43A2-0D762DF61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1242204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0F3F3-3BE8-E9FB-29DB-8915D5426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A3A0E-9B00-14D3-32F5-4EBD9F35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libri Light"/>
                <a:cs typeface="Calibri Light"/>
              </a:rPr>
              <a:t>Event based Architecture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A5E92-9210-DB94-55AD-02FA15B51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0219"/>
            <a:ext cx="10515600" cy="50311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Listener pattern (or observer pattern) is an example of event-based architecture – recall last class (Lec 9.1) </a:t>
            </a:r>
            <a:endParaRPr lang="en-US" dirty="0"/>
          </a:p>
          <a:p>
            <a:endParaRPr lang="en-US">
              <a:ea typeface="Calibri" panose="020F0502020204030204"/>
              <a:cs typeface="Calibri"/>
            </a:endParaRPr>
          </a:p>
          <a:p>
            <a:pPr lvl="1"/>
            <a:endParaRPr lang="en-GB">
              <a:ea typeface="Calibri" panose="020F0502020204030204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8A06B3EC-83FF-C768-6B32-84DBBB30FB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C320DFA-F991-F7CE-F680-7C04A7D2F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10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4A2BFEC-A0C4-2E81-B15F-0A6752E63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2277429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1425A-CE2A-1D09-FC8D-DECEFE54C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A488E-9372-FFFF-F142-AE3C52021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95F41-6892-08EE-6779-C8A7A5CE3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328"/>
            <a:ext cx="10515600" cy="46331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4000" dirty="0">
                <a:ea typeface="Calibri" panose="020F0502020204030204"/>
                <a:cs typeface="Calibri"/>
              </a:rPr>
              <a:t>Software cost estimation - COCOMO</a:t>
            </a:r>
            <a:endParaRPr lang="en-US" dirty="0"/>
          </a:p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endParaRPr lang="en-GB">
              <a:ea typeface="Calibri" panose="020F0502020204030204"/>
              <a:cs typeface="Calibri"/>
            </a:endParaRPr>
          </a:p>
          <a:p>
            <a:pPr lvl="1"/>
            <a:endParaRPr lang="en-GB">
              <a:ea typeface="Calibri" panose="020F0502020204030204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7172A3E8-1F2A-A6BB-23A2-671FC5392C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C3FD79-9F57-33CB-D3A0-E94B1CB06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11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5586D90-4869-BB9D-14BD-6E8D5C2E0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2236724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CD823-2F2E-2E98-96F4-49B551B52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2A68B-B736-2C71-AE16-7245D256E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libri Light"/>
                <a:cs typeface="Calibri Light"/>
              </a:rPr>
              <a:t>COCOMO (Hans Van Vliet, pg. 155)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B0058-2DF5-3EDF-4FA4-8B04C1486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0219"/>
            <a:ext cx="10515600" cy="50311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ea typeface="Calibri"/>
                <a:cs typeface="Calibri"/>
              </a:rPr>
              <a:t>COnstructive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COst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MOdel</a:t>
            </a:r>
            <a:r>
              <a:rPr lang="en-US" dirty="0">
                <a:ea typeface="Calibri"/>
                <a:cs typeface="Calibri"/>
              </a:rPr>
              <a:t> (COCOMO) is one of the best documented algorithmic cost estimation models</a:t>
            </a:r>
            <a:endParaRPr lang="en-US" dirty="0"/>
          </a:p>
          <a:p>
            <a:r>
              <a:rPr lang="en-US" dirty="0">
                <a:ea typeface="Calibri"/>
                <a:cs typeface="Calibri"/>
              </a:rPr>
              <a:t>Simplest form – Basic COCOMO, a formula that relates effort (cost) to software size</a:t>
            </a:r>
          </a:p>
          <a:p>
            <a:pPr lvl="1"/>
            <a:r>
              <a:rPr lang="en-US" dirty="0">
                <a:ea typeface="+mn-lt"/>
                <a:cs typeface="+mn-lt"/>
              </a:rPr>
              <a:t>E = </a:t>
            </a:r>
            <a:r>
              <a:rPr lang="en-US" i="1" dirty="0" err="1">
                <a:ea typeface="+mn-lt"/>
                <a:cs typeface="+mn-lt"/>
              </a:rPr>
              <a:t>b</a:t>
            </a:r>
            <a:r>
              <a:rPr lang="en-US" dirty="0" err="1">
                <a:ea typeface="+mn-lt"/>
                <a:cs typeface="+mn-lt"/>
              </a:rPr>
              <a:t>KLOC</a:t>
            </a:r>
            <a:r>
              <a:rPr lang="en-US" baseline="30000" dirty="0" err="1">
                <a:ea typeface="+mn-lt"/>
                <a:cs typeface="+mn-lt"/>
              </a:rPr>
              <a:t>c</a:t>
            </a:r>
            <a:endParaRPr lang="en-US" dirty="0" err="1">
              <a:ea typeface="Calibri"/>
              <a:cs typeface="Calibri"/>
            </a:endParaRPr>
          </a:p>
          <a:p>
            <a:pPr lvl="1"/>
            <a:r>
              <a:rPr lang="en-US" dirty="0">
                <a:ea typeface="Calibri"/>
                <a:cs typeface="Calibri"/>
              </a:rPr>
              <a:t>where b and c are constants that depend on the kind of project being executed</a:t>
            </a:r>
          </a:p>
          <a:p>
            <a:r>
              <a:rPr lang="en-US" dirty="0">
                <a:ea typeface="Calibri"/>
                <a:cs typeface="Calibri"/>
              </a:rPr>
              <a:t>COCOMO distinguishes three classes of projects:</a:t>
            </a:r>
          </a:p>
          <a:p>
            <a:pPr lvl="1"/>
            <a:r>
              <a:rPr lang="en-US" dirty="0">
                <a:ea typeface="Calibri"/>
                <a:cs typeface="Calibri"/>
              </a:rPr>
              <a:t>Organic – small team, good experience, known environment and seldom large projects</a:t>
            </a:r>
          </a:p>
          <a:p>
            <a:pPr lvl="1"/>
            <a:r>
              <a:rPr lang="en-US" dirty="0">
                <a:ea typeface="Calibri"/>
                <a:cs typeface="Calibri"/>
              </a:rPr>
              <a:t>Embedded – inflexible environment, many constraints, large project</a:t>
            </a:r>
          </a:p>
          <a:p>
            <a:pPr lvl="1"/>
            <a:r>
              <a:rPr lang="en-US" dirty="0">
                <a:ea typeface="Calibri"/>
                <a:cs typeface="Calibri"/>
              </a:rPr>
              <a:t>Semidetached – experienced and inexperienced people, semi large project</a:t>
            </a:r>
          </a:p>
          <a:p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4F33E1EE-F68A-74EC-A823-034174C622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71D675D-B946-DA49-ED1A-42FC1ACCF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12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81FCE0E-EBD7-D151-5BF3-1ED6BF27F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38077261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57EF7-20A7-CC86-3330-217590112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91F07-5B54-D479-5BA6-33A1FAB3F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libri Light"/>
                <a:cs typeface="Calibri Light"/>
              </a:rPr>
              <a:t>COCOMO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5C88F-214B-F749-2EE0-49BBD4D30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0219"/>
            <a:ext cx="10515600" cy="50311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Parameters for the three project types: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organic: b = 2.4, c = 1.05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semidetached: b = 3.0, c = 1.12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embedded: b = 3.6, c = 1.20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Example of estimation:</a:t>
            </a:r>
          </a:p>
          <a:p>
            <a:pPr marL="0" indent="0">
              <a:buNone/>
            </a:pPr>
            <a:r>
              <a:rPr lang="en-US" dirty="0">
                <a:ea typeface="Calibri"/>
                <a:cs typeface="Calibri"/>
              </a:rPr>
              <a:t>Here, one man-month is an</a:t>
            </a:r>
          </a:p>
          <a:p>
            <a:pPr marL="0" indent="0">
              <a:buNone/>
            </a:pPr>
            <a:r>
              <a:rPr lang="en-US" dirty="0">
                <a:ea typeface="Calibri"/>
                <a:cs typeface="Calibri"/>
              </a:rPr>
              <a:t>estimate of effort, and</a:t>
            </a:r>
          </a:p>
          <a:p>
            <a:pPr marL="0" indent="0">
              <a:buNone/>
            </a:pPr>
            <a:r>
              <a:rPr lang="en-US" dirty="0">
                <a:ea typeface="Calibri"/>
                <a:cs typeface="Calibri"/>
              </a:rPr>
              <a:t>equals effort of one man</a:t>
            </a:r>
          </a:p>
          <a:p>
            <a:pPr marL="0" indent="0">
              <a:buNone/>
            </a:pPr>
            <a:r>
              <a:rPr lang="en-US" dirty="0">
                <a:ea typeface="Calibri"/>
                <a:cs typeface="Calibri"/>
              </a:rPr>
              <a:t>for a month</a:t>
            </a: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9A5328FB-7B8F-37CA-FFBB-CE141234C9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53FF3C3-3AC6-D74A-B788-295B4A892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13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FF78298-8D75-04AD-B55E-195D90AEA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36466A3-994E-737D-A2CD-59B4052C8B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4497" t="44728" r="13391" b="21687"/>
          <a:stretch/>
        </p:blipFill>
        <p:spPr>
          <a:xfrm>
            <a:off x="4974566" y="3163334"/>
            <a:ext cx="7172142" cy="3193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2604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6D72F-994B-D73F-15FA-7A8F8C687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363C5-184E-FF5B-1B4F-06F842265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libri Light"/>
                <a:cs typeface="Calibri Light"/>
              </a:rPr>
              <a:t>Intermediate and Detailed COCOMO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66033-6C53-56CB-88C9-A406BE062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0219"/>
            <a:ext cx="10515600" cy="50311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Advanced COCOMO models that take into account</a:t>
            </a:r>
            <a:r>
              <a:rPr lang="en-US">
                <a:ea typeface="Calibri"/>
                <a:cs typeface="Calibri"/>
              </a:rPr>
              <a:t> 15 cost drivers – attributes that effect productivity, and hence cost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These models add a multiplicative correction factor to effort estimate</a:t>
            </a:r>
          </a:p>
          <a:p>
            <a:r>
              <a:rPr lang="en-US" dirty="0">
                <a:ea typeface="Calibri"/>
                <a:cs typeface="Calibri"/>
              </a:rPr>
              <a:t>These models use a value of b slightly different from basic COCOMO</a:t>
            </a:r>
          </a:p>
          <a:p>
            <a:r>
              <a:rPr lang="en-US" dirty="0">
                <a:ea typeface="Calibri"/>
                <a:cs typeface="Calibri"/>
              </a:rPr>
              <a:t>Suppose we find a nominal effort of basic COCOMO as 40 man-months, but complexity of the software is low, a multiplicative factor of 0.85 can be considered, and therefore correct the man-months as 0.85 * 40 = 34 months</a:t>
            </a:r>
          </a:p>
          <a:p>
            <a:r>
              <a:rPr lang="en-US" dirty="0">
                <a:ea typeface="Calibri"/>
                <a:cs typeface="Calibri"/>
              </a:rPr>
              <a:t>You may consider Basic COCOMO to generate nominal values of effort</a:t>
            </a:r>
          </a:p>
          <a:p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A499AA4A-F9FA-DEBF-B21E-B70D472C1E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1151CB-09F5-9E91-58A6-1F1AF4D14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14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72E8BFD-2029-F731-5980-86AB85CB4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5308760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5C287-6ACE-BF78-3737-AEE1B22CD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AD302-0A9D-C54F-C87C-F28EF4169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libri Light"/>
                <a:cs typeface="Calibri Light"/>
              </a:rPr>
              <a:t>Design Patterns: Sample</a:t>
            </a: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3E05D5D1-871D-0471-0B0C-FAC692A9D5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A5172A4-D7A6-22A0-2882-300E4EBD0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15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AE269E1-E40E-F856-1D62-DA883C66E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pic>
        <p:nvPicPr>
          <p:cNvPr id="9" name="Content Placeholder 8" descr="A blue text with white text&#10;&#10;AI-generated content may be incorrect.">
            <a:extLst>
              <a:ext uri="{FF2B5EF4-FFF2-40B4-BE49-F238E27FC236}">
                <a16:creationId xmlns:a16="http://schemas.microsoft.com/office/drawing/2014/main" id="{1AB0A391-B777-191A-2E20-4947DD6945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771317" y="1408682"/>
            <a:ext cx="8649364" cy="5444017"/>
          </a:xfrm>
        </p:spPr>
      </p:pic>
    </p:spTree>
    <p:extLst>
      <p:ext uri="{BB962C8B-B14F-4D97-AF65-F5344CB8AC3E}">
        <p14:creationId xmlns:p14="http://schemas.microsoft.com/office/powerpoint/2010/main" val="16341748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687C2-8D05-4632-47FB-27D4E48A8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6EEEF-0CB9-8C72-3ED7-E9FF9A5A0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libri Light"/>
                <a:cs typeface="Calibri Light"/>
              </a:rPr>
              <a:t>Design Patterns: Sample</a:t>
            </a: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7EDD5360-2F37-F93C-1864-60D50CC78E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1DC8B2D-5F29-005D-11E0-2899260DD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16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93F73BD-0CE0-C836-E303-5882ACCFD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pic>
        <p:nvPicPr>
          <p:cNvPr id="5" name="Content Placeholder 4" descr="A diagram of a graph&#10;&#10;AI-generated content may be incorrect.">
            <a:extLst>
              <a:ext uri="{FF2B5EF4-FFF2-40B4-BE49-F238E27FC236}">
                <a16:creationId xmlns:a16="http://schemas.microsoft.com/office/drawing/2014/main" id="{9BC4DD54-CE51-CE62-AE52-1F08C0C730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823983" y="1701815"/>
            <a:ext cx="6529657" cy="4383297"/>
          </a:xfrm>
        </p:spPr>
      </p:pic>
    </p:spTree>
    <p:extLst>
      <p:ext uri="{BB962C8B-B14F-4D97-AF65-F5344CB8AC3E}">
        <p14:creationId xmlns:p14="http://schemas.microsoft.com/office/powerpoint/2010/main" val="33928069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8CEA6-8F72-8643-E4B8-1FFF406E8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73FE7-9344-323A-112E-4464F7CB6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Difference between design and arch. pattern?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3BF39-67CD-18C6-7A50-09815897C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0219"/>
            <a:ext cx="10515600" cy="503114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50B83D3C-4690-261A-1B09-59FC03B008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4E9019F-7098-CAD2-A5D4-6C0C45317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17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3E8D682-3D4A-D832-A208-1B3522E42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5D0F6CB-C5D5-DD35-809E-258F0FA5C0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705775"/>
              </p:ext>
            </p:extLst>
          </p:nvPr>
        </p:nvGraphicFramePr>
        <p:xfrm>
          <a:off x="1350322" y="1944452"/>
          <a:ext cx="9506394" cy="38447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91820">
                  <a:extLst>
                    <a:ext uri="{9D8B030D-6E8A-4147-A177-3AD203B41FA5}">
                      <a16:colId xmlns:a16="http://schemas.microsoft.com/office/drawing/2014/main" val="3141833067"/>
                    </a:ext>
                  </a:extLst>
                </a:gridCol>
                <a:gridCol w="3960999">
                  <a:extLst>
                    <a:ext uri="{9D8B030D-6E8A-4147-A177-3AD203B41FA5}">
                      <a16:colId xmlns:a16="http://schemas.microsoft.com/office/drawing/2014/main" val="849878576"/>
                    </a:ext>
                  </a:extLst>
                </a:gridCol>
                <a:gridCol w="3653575">
                  <a:extLst>
                    <a:ext uri="{9D8B030D-6E8A-4147-A177-3AD203B41FA5}">
                      <a16:colId xmlns:a16="http://schemas.microsoft.com/office/drawing/2014/main" val="3930535329"/>
                    </a:ext>
                  </a:extLst>
                </a:gridCol>
              </a:tblGrid>
              <a:tr h="676672">
                <a:tc>
                  <a:txBody>
                    <a:bodyPr/>
                    <a:lstStyle/>
                    <a:p>
                      <a:r>
                        <a:rPr lang="en-GB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Design 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Architecture Pattern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753303"/>
                  </a:ext>
                </a:extLst>
              </a:tr>
              <a:tr h="676672">
                <a:tc>
                  <a:txBody>
                    <a:bodyPr/>
                    <a:lstStyle/>
                    <a:p>
                      <a:r>
                        <a:rPr lang="en-GB" dirty="0"/>
                        <a:t>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Local (class / module)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Global (application/ system)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164428"/>
                  </a:ext>
                </a:extLst>
              </a:tr>
              <a:tr h="676672">
                <a:tc>
                  <a:txBody>
                    <a:bodyPr/>
                    <a:lstStyle/>
                    <a:p>
                      <a:r>
                        <a:rPr lang="en-GB" dirty="0"/>
                        <a:t>Abstraction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Higher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868001"/>
                  </a:ext>
                </a:extLst>
              </a:tr>
              <a:tr h="1138040">
                <a:tc>
                  <a:txBody>
                    <a:bodyPr/>
                    <a:lstStyle/>
                    <a:p>
                      <a:r>
                        <a:rPr lang="en-GB" dirty="0"/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Object creation, interaction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Application structure and data flow between components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299079"/>
                  </a:ext>
                </a:extLst>
              </a:tr>
              <a:tr h="676672">
                <a:tc>
                  <a:txBody>
                    <a:bodyPr/>
                    <a:lstStyle/>
                    <a:p>
                      <a:r>
                        <a:rPr lang="en-GB" dirty="0"/>
                        <a:t>Examples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Observer, Singleton, etc.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MVC, microservices, Layered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243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11949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F08B7-B526-5606-0ED8-2A986609C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444B7-6B2B-3041-CC94-86073C526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69B04-E809-1254-2A71-5F5A3411E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328"/>
            <a:ext cx="10515600" cy="46331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4000" dirty="0">
                <a:ea typeface="Calibri"/>
                <a:cs typeface="Calibri"/>
              </a:rPr>
              <a:t>Implementation Issues</a:t>
            </a:r>
          </a:p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endParaRPr lang="en-GB">
              <a:ea typeface="Calibri" panose="020F0502020204030204"/>
              <a:cs typeface="Calibri"/>
            </a:endParaRPr>
          </a:p>
          <a:p>
            <a:pPr lvl="1"/>
            <a:endParaRPr lang="en-GB">
              <a:ea typeface="Calibri" panose="020F0502020204030204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EC4C2685-D12B-5B0A-22AB-B7A3728968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699973D-E83E-AACE-B638-84A3D24F5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18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78F1F98-28C4-2BBB-53B4-4BBA90FB9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89438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AFE41-F3A6-A665-E73A-A9F9B786D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AD2A8-9986-CFEA-ABCD-D4731C470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libri Light"/>
                <a:cs typeface="Calibri Light"/>
              </a:rPr>
              <a:t>Implementation Issues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291D0-0B66-9B72-E375-37FAAFD0A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0219"/>
            <a:ext cx="10515600" cy="50311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Reuse</a:t>
            </a:r>
          </a:p>
          <a:p>
            <a:r>
              <a:rPr lang="en-US" dirty="0">
                <a:ea typeface="Calibri"/>
                <a:cs typeface="Calibri"/>
              </a:rPr>
              <a:t>Configuration Management</a:t>
            </a:r>
          </a:p>
          <a:p>
            <a:r>
              <a:rPr lang="en-US" dirty="0">
                <a:ea typeface="Calibri"/>
                <a:cs typeface="Calibri"/>
              </a:rPr>
              <a:t>Host-target development</a:t>
            </a: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7791792B-A1B3-DBC4-8014-45944C00FA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5AE6D77-96DB-E129-2BF0-E95069844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19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7871300-C6CE-8C2F-F0A9-6F5F83020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34448653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C8693-F005-B7BE-CF5D-63CE74539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55DA3-7A7C-530F-022D-1B7942AF2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06FEE-EA22-055D-D6C0-72A0AF6F3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328"/>
            <a:ext cx="10515600" cy="46331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4000" dirty="0">
                <a:ea typeface="Calibri"/>
                <a:cs typeface="Calibri"/>
              </a:rPr>
              <a:t>Open-source Development</a:t>
            </a:r>
            <a:endParaRPr lang="en-US" dirty="0"/>
          </a:p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endParaRPr lang="en-GB">
              <a:ea typeface="Calibri" panose="020F0502020204030204"/>
              <a:cs typeface="Calibri"/>
            </a:endParaRPr>
          </a:p>
          <a:p>
            <a:pPr lvl="1"/>
            <a:endParaRPr lang="en-GB">
              <a:ea typeface="Calibri" panose="020F0502020204030204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F84CBAA6-6104-87FF-E7A4-F10C785B40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FD6FAE2-5D41-0261-1350-9C8CBBA11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20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9C628C7-0C74-7313-FC10-E5545E78E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3237086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834713A0238B47A82B49BB61910BB7" ma:contentTypeVersion="4" ma:contentTypeDescription="Create a new document." ma:contentTypeScope="" ma:versionID="6d4706a53c2ea577fa6530616b401942">
  <xsd:schema xmlns:xsd="http://www.w3.org/2001/XMLSchema" xmlns:xs="http://www.w3.org/2001/XMLSchema" xmlns:p="http://schemas.microsoft.com/office/2006/metadata/properties" xmlns:ns3="5036cfa6-d0e1-4902-a771-3c3912700344" targetNamespace="http://schemas.microsoft.com/office/2006/metadata/properties" ma:root="true" ma:fieldsID="a1d272197f808f89f8a24a3fbeb7e316" ns3:_="">
    <xsd:import namespace="5036cfa6-d0e1-4902-a771-3c391270034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36cfa6-d0e1-4902-a771-3c391270034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4292D93-FF2A-4DA5-8E8B-A42F52EE7A2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52CE482-82E1-495F-A096-31F88599D290}">
  <ds:schemaRefs>
    <ds:schemaRef ds:uri="5036cfa6-d0e1-4902-a771-3c391270034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0ED4F75-3CD7-45A8-9549-E613B31DDB2A}">
  <ds:schemaRefs>
    <ds:schemaRef ds:uri="5036cfa6-d0e1-4902-a771-3c391270034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20</Slides>
  <Notes>19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Software Engineering (CS3201) Additional material – Arch. Patterns and Estimation </vt:lpstr>
      <vt:lpstr> </vt:lpstr>
      <vt:lpstr>Micro service architecture</vt:lpstr>
      <vt:lpstr>Micro service architecture: ex. Netflix</vt:lpstr>
      <vt:lpstr>Micro service architecture: ex. Netflix</vt:lpstr>
      <vt:lpstr>Micro service architecture: ex. Netflix</vt:lpstr>
      <vt:lpstr>Peer to Peer Architecture</vt:lpstr>
      <vt:lpstr>Peer to Peer: example Bit torrent (file sharing)</vt:lpstr>
      <vt:lpstr>Peer to Peer: example Bit torrent (file sharing)</vt:lpstr>
      <vt:lpstr>Event based Architecture</vt:lpstr>
      <vt:lpstr> </vt:lpstr>
      <vt:lpstr>COCOMO (Hans Van Vliet, pg. 155)</vt:lpstr>
      <vt:lpstr>COCOMO</vt:lpstr>
      <vt:lpstr>Intermediate and Detailed COCOMO</vt:lpstr>
      <vt:lpstr>Design Patterns: Sample</vt:lpstr>
      <vt:lpstr>Design Patterns: Sample</vt:lpstr>
      <vt:lpstr>Difference between design and arch. pattern?</vt:lpstr>
      <vt:lpstr> </vt:lpstr>
      <vt:lpstr>Implementation Issues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NLP  CS 475</dc:title>
  <dc:creator>Avinash Arun Chauhan</dc:creator>
  <cp:revision>1947</cp:revision>
  <dcterms:created xsi:type="dcterms:W3CDTF">2022-08-02T06:42:39Z</dcterms:created>
  <dcterms:modified xsi:type="dcterms:W3CDTF">2025-04-08T06:54:08Z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0x01010051834713A0238B47A82B49BB61910BB7</vt:lpwstr>
  </property>
</Properties>
</file>