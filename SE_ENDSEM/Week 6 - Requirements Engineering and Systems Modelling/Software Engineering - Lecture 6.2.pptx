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Lst>
  <p:notesMasterIdLst>
    <p:notesMasterId r:id="rId32"/>
  </p:notesMasterIdLst>
  <p:sldIdLst>
    <p:sldId id="256" r:id="rId5"/>
    <p:sldId id="445" r:id="rId6"/>
    <p:sldId id="426" r:id="rId7"/>
    <p:sldId id="446" r:id="rId8"/>
    <p:sldId id="498" r:id="rId9"/>
    <p:sldId id="499" r:id="rId10"/>
    <p:sldId id="500" r:id="rId11"/>
    <p:sldId id="501" r:id="rId12"/>
    <p:sldId id="502" r:id="rId13"/>
    <p:sldId id="503" r:id="rId14"/>
    <p:sldId id="504" r:id="rId15"/>
    <p:sldId id="508" r:id="rId16"/>
    <p:sldId id="505" r:id="rId17"/>
    <p:sldId id="509" r:id="rId18"/>
    <p:sldId id="510" r:id="rId19"/>
    <p:sldId id="506" r:id="rId20"/>
    <p:sldId id="507" r:id="rId21"/>
    <p:sldId id="511" r:id="rId22"/>
    <p:sldId id="447" r:id="rId23"/>
    <p:sldId id="512" r:id="rId24"/>
    <p:sldId id="513" r:id="rId25"/>
    <p:sldId id="514" r:id="rId26"/>
    <p:sldId id="515" r:id="rId27"/>
    <p:sldId id="516" r:id="rId28"/>
    <p:sldId id="517" r:id="rId29"/>
    <p:sldId id="518" r:id="rId30"/>
    <p:sldId id="519"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AC51389-6659-5B19-FF7E-7C39460FF68C}" v="121" dt="2026-03-10T09:20:38.518"/>
    <p1510:client id="{A505E660-75FF-1113-D9F4-0428FE53F877}" v="473" dt="2026-03-10T06:37:19.991"/>
    <p1510:client id="{DF4BA4FF-FE11-8D80-9317-A8849B4F5923}" v="33" dt="2026-03-11T04:19:21.53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vinash Arun Chauhan" userId="S::avinash.chauhan@mahindrauniversity.edu.in::241b5f3e-36f4-4c61-9553-90e6a1c1b8a6" providerId="AD" clId="Web-{8C95AFE3-3E51-8057-0EC1-FA3DBE3B82C6}"/>
    <pc:docChg chg="modSld">
      <pc:chgData name="Avinash Arun Chauhan" userId="S::avinash.chauhan@mahindrauniversity.edu.in::241b5f3e-36f4-4c61-9553-90e6a1c1b8a6" providerId="AD" clId="Web-{8C95AFE3-3E51-8057-0EC1-FA3DBE3B82C6}" dt="2026-03-03T12:42:49.832" v="47" actId="20577"/>
      <pc:docMkLst>
        <pc:docMk/>
      </pc:docMkLst>
      <pc:sldChg chg="modSp">
        <pc:chgData name="Avinash Arun Chauhan" userId="S::avinash.chauhan@mahindrauniversity.edu.in::241b5f3e-36f4-4c61-9553-90e6a1c1b8a6" providerId="AD" clId="Web-{8C95AFE3-3E51-8057-0EC1-FA3DBE3B82C6}" dt="2026-03-03T12:23:38.828" v="1" actId="20577"/>
        <pc:sldMkLst>
          <pc:docMk/>
          <pc:sldMk cId="3811169343" sldId="426"/>
        </pc:sldMkLst>
        <pc:spChg chg="mod">
          <ac:chgData name="Avinash Arun Chauhan" userId="S::avinash.chauhan@mahindrauniversity.edu.in::241b5f3e-36f4-4c61-9553-90e6a1c1b8a6" providerId="AD" clId="Web-{8C95AFE3-3E51-8057-0EC1-FA3DBE3B82C6}" dt="2026-03-03T12:23:38.828" v="1" actId="20577"/>
          <ac:spMkLst>
            <pc:docMk/>
            <pc:sldMk cId="3811169343" sldId="426"/>
            <ac:spMk id="3" creationId="{31932857-BFC7-D9FE-C8F3-E1C975AD4542}"/>
          </ac:spMkLst>
        </pc:spChg>
      </pc:sldChg>
      <pc:sldChg chg="modSp">
        <pc:chgData name="Avinash Arun Chauhan" userId="S::avinash.chauhan@mahindrauniversity.edu.in::241b5f3e-36f4-4c61-9553-90e6a1c1b8a6" providerId="AD" clId="Web-{8C95AFE3-3E51-8057-0EC1-FA3DBE3B82C6}" dt="2026-03-03T12:26:08.299" v="15" actId="20577"/>
        <pc:sldMkLst>
          <pc:docMk/>
          <pc:sldMk cId="1425644229" sldId="446"/>
        </pc:sldMkLst>
        <pc:spChg chg="mod">
          <ac:chgData name="Avinash Arun Chauhan" userId="S::avinash.chauhan@mahindrauniversity.edu.in::241b5f3e-36f4-4c61-9553-90e6a1c1b8a6" providerId="AD" clId="Web-{8C95AFE3-3E51-8057-0EC1-FA3DBE3B82C6}" dt="2026-03-03T12:26:08.299" v="15" actId="20577"/>
          <ac:spMkLst>
            <pc:docMk/>
            <pc:sldMk cId="1425644229" sldId="446"/>
            <ac:spMk id="3" creationId="{BB1998E0-72CB-339E-B9FC-7C9E76D9C740}"/>
          </ac:spMkLst>
        </pc:spChg>
      </pc:sldChg>
      <pc:sldChg chg="modSp">
        <pc:chgData name="Avinash Arun Chauhan" userId="S::avinash.chauhan@mahindrauniversity.edu.in::241b5f3e-36f4-4c61-9553-90e6a1c1b8a6" providerId="AD" clId="Web-{8C95AFE3-3E51-8057-0EC1-FA3DBE3B82C6}" dt="2026-03-03T12:27:44.285" v="18" actId="20577"/>
        <pc:sldMkLst>
          <pc:docMk/>
          <pc:sldMk cId="3774960452" sldId="498"/>
        </pc:sldMkLst>
        <pc:spChg chg="mod">
          <ac:chgData name="Avinash Arun Chauhan" userId="S::avinash.chauhan@mahindrauniversity.edu.in::241b5f3e-36f4-4c61-9553-90e6a1c1b8a6" providerId="AD" clId="Web-{8C95AFE3-3E51-8057-0EC1-FA3DBE3B82C6}" dt="2026-03-03T12:27:44.285" v="18" actId="20577"/>
          <ac:spMkLst>
            <pc:docMk/>
            <pc:sldMk cId="3774960452" sldId="498"/>
            <ac:spMk id="3" creationId="{3B1597D1-3162-6966-C889-150E5E86D526}"/>
          </ac:spMkLst>
        </pc:spChg>
      </pc:sldChg>
      <pc:sldChg chg="modNotes">
        <pc:chgData name="Avinash Arun Chauhan" userId="S::avinash.chauhan@mahindrauniversity.edu.in::241b5f3e-36f4-4c61-9553-90e6a1c1b8a6" providerId="AD" clId="Web-{8C95AFE3-3E51-8057-0EC1-FA3DBE3B82C6}" dt="2026-03-03T12:31:35.011" v="21"/>
        <pc:sldMkLst>
          <pc:docMk/>
          <pc:sldMk cId="292618234" sldId="500"/>
        </pc:sldMkLst>
      </pc:sldChg>
      <pc:sldChg chg="modSp">
        <pc:chgData name="Avinash Arun Chauhan" userId="S::avinash.chauhan@mahindrauniversity.edu.in::241b5f3e-36f4-4c61-9553-90e6a1c1b8a6" providerId="AD" clId="Web-{8C95AFE3-3E51-8057-0EC1-FA3DBE3B82C6}" dt="2026-03-03T12:35:04.811" v="27" actId="20577"/>
        <pc:sldMkLst>
          <pc:docMk/>
          <pc:sldMk cId="1241132870" sldId="502"/>
        </pc:sldMkLst>
        <pc:spChg chg="mod">
          <ac:chgData name="Avinash Arun Chauhan" userId="S::avinash.chauhan@mahindrauniversity.edu.in::241b5f3e-36f4-4c61-9553-90e6a1c1b8a6" providerId="AD" clId="Web-{8C95AFE3-3E51-8057-0EC1-FA3DBE3B82C6}" dt="2026-03-03T12:35:04.811" v="27" actId="20577"/>
          <ac:spMkLst>
            <pc:docMk/>
            <pc:sldMk cId="1241132870" sldId="502"/>
            <ac:spMk id="3" creationId="{B59F9376-EE9E-CCCE-7757-AA9EA4AF748A}"/>
          </ac:spMkLst>
        </pc:spChg>
      </pc:sldChg>
      <pc:sldChg chg="modSp">
        <pc:chgData name="Avinash Arun Chauhan" userId="S::avinash.chauhan@mahindrauniversity.edu.in::241b5f3e-36f4-4c61-9553-90e6a1c1b8a6" providerId="AD" clId="Web-{8C95AFE3-3E51-8057-0EC1-FA3DBE3B82C6}" dt="2026-03-03T12:42:49.832" v="47" actId="20577"/>
        <pc:sldMkLst>
          <pc:docMk/>
          <pc:sldMk cId="1794931576" sldId="507"/>
        </pc:sldMkLst>
        <pc:spChg chg="mod">
          <ac:chgData name="Avinash Arun Chauhan" userId="S::avinash.chauhan@mahindrauniversity.edu.in::241b5f3e-36f4-4c61-9553-90e6a1c1b8a6" providerId="AD" clId="Web-{8C95AFE3-3E51-8057-0EC1-FA3DBE3B82C6}" dt="2026-03-03T12:42:49.832" v="47" actId="20577"/>
          <ac:spMkLst>
            <pc:docMk/>
            <pc:sldMk cId="1794931576" sldId="507"/>
            <ac:spMk id="3" creationId="{7088C511-A66E-EC42-EBC7-E6864BAA0BDB}"/>
          </ac:spMkLst>
        </pc:spChg>
      </pc:sldChg>
      <pc:sldChg chg="modSp">
        <pc:chgData name="Avinash Arun Chauhan" userId="S::avinash.chauhan@mahindrauniversity.edu.in::241b5f3e-36f4-4c61-9553-90e6a1c1b8a6" providerId="AD" clId="Web-{8C95AFE3-3E51-8057-0EC1-FA3DBE3B82C6}" dt="2026-03-03T12:36:37.455" v="30" actId="20577"/>
        <pc:sldMkLst>
          <pc:docMk/>
          <pc:sldMk cId="1483657768" sldId="509"/>
        </pc:sldMkLst>
        <pc:spChg chg="mod">
          <ac:chgData name="Avinash Arun Chauhan" userId="S::avinash.chauhan@mahindrauniversity.edu.in::241b5f3e-36f4-4c61-9553-90e6a1c1b8a6" providerId="AD" clId="Web-{8C95AFE3-3E51-8057-0EC1-FA3DBE3B82C6}" dt="2026-03-03T12:36:37.455" v="30" actId="20577"/>
          <ac:spMkLst>
            <pc:docMk/>
            <pc:sldMk cId="1483657768" sldId="509"/>
            <ac:spMk id="3" creationId="{6CFAA783-38CB-1271-45BA-70A9340EDA8C}"/>
          </ac:spMkLst>
        </pc:spChg>
      </pc:sldChg>
      <pc:sldChg chg="modSp">
        <pc:chgData name="Avinash Arun Chauhan" userId="S::avinash.chauhan@mahindrauniversity.edu.in::241b5f3e-36f4-4c61-9553-90e6a1c1b8a6" providerId="AD" clId="Web-{8C95AFE3-3E51-8057-0EC1-FA3DBE3B82C6}" dt="2026-03-03T12:36:55.879" v="32" actId="20577"/>
        <pc:sldMkLst>
          <pc:docMk/>
          <pc:sldMk cId="2459737065" sldId="510"/>
        </pc:sldMkLst>
        <pc:spChg chg="mod">
          <ac:chgData name="Avinash Arun Chauhan" userId="S::avinash.chauhan@mahindrauniversity.edu.in::241b5f3e-36f4-4c61-9553-90e6a1c1b8a6" providerId="AD" clId="Web-{8C95AFE3-3E51-8057-0EC1-FA3DBE3B82C6}" dt="2026-03-03T12:36:55.879" v="32" actId="20577"/>
          <ac:spMkLst>
            <pc:docMk/>
            <pc:sldMk cId="2459737065" sldId="510"/>
            <ac:spMk id="3" creationId="{4D53A488-23F5-F1A1-6CA9-673709155BAC}"/>
          </ac:spMkLst>
        </pc:spChg>
      </pc:sldChg>
    </pc:docChg>
  </pc:docChgLst>
  <pc:docChgLst>
    <pc:chgData name="Avinash Arun Chauhan" userId="S::avinash.chauhan@mahindrauniversity.edu.in::241b5f3e-36f4-4c61-9553-90e6a1c1b8a6" providerId="AD" clId="Web-{DF4BA4FF-FE11-8D80-9317-A8849B4F5923}"/>
    <pc:docChg chg="modSld">
      <pc:chgData name="Avinash Arun Chauhan" userId="S::avinash.chauhan@mahindrauniversity.edu.in::241b5f3e-36f4-4c61-9553-90e6a1c1b8a6" providerId="AD" clId="Web-{DF4BA4FF-FE11-8D80-9317-A8849B4F5923}" dt="2026-03-11T04:19:21.538" v="32" actId="20577"/>
      <pc:docMkLst>
        <pc:docMk/>
      </pc:docMkLst>
      <pc:sldChg chg="modSp">
        <pc:chgData name="Avinash Arun Chauhan" userId="S::avinash.chauhan@mahindrauniversity.edu.in::241b5f3e-36f4-4c61-9553-90e6a1c1b8a6" providerId="AD" clId="Web-{DF4BA4FF-FE11-8D80-9317-A8849B4F5923}" dt="2026-03-11T04:12:18.733" v="13" actId="20577"/>
        <pc:sldMkLst>
          <pc:docMk/>
          <pc:sldMk cId="3207648784" sldId="499"/>
        </pc:sldMkLst>
        <pc:spChg chg="mod">
          <ac:chgData name="Avinash Arun Chauhan" userId="S::avinash.chauhan@mahindrauniversity.edu.in::241b5f3e-36f4-4c61-9553-90e6a1c1b8a6" providerId="AD" clId="Web-{DF4BA4FF-FE11-8D80-9317-A8849B4F5923}" dt="2026-03-11T04:12:18.733" v="13" actId="20577"/>
          <ac:spMkLst>
            <pc:docMk/>
            <pc:sldMk cId="3207648784" sldId="499"/>
            <ac:spMk id="3" creationId="{F7C92C6F-F4A0-ADED-694C-AC659DE392AF}"/>
          </ac:spMkLst>
        </pc:spChg>
      </pc:sldChg>
      <pc:sldChg chg="modSp">
        <pc:chgData name="Avinash Arun Chauhan" userId="S::avinash.chauhan@mahindrauniversity.edu.in::241b5f3e-36f4-4c61-9553-90e6a1c1b8a6" providerId="AD" clId="Web-{DF4BA4FF-FE11-8D80-9317-A8849B4F5923}" dt="2026-03-11T04:14:14.283" v="27" actId="20577"/>
        <pc:sldMkLst>
          <pc:docMk/>
          <pc:sldMk cId="292618234" sldId="500"/>
        </pc:sldMkLst>
        <pc:spChg chg="mod">
          <ac:chgData name="Avinash Arun Chauhan" userId="S::avinash.chauhan@mahindrauniversity.edu.in::241b5f3e-36f4-4c61-9553-90e6a1c1b8a6" providerId="AD" clId="Web-{DF4BA4FF-FE11-8D80-9317-A8849B4F5923}" dt="2026-03-11T04:14:14.283" v="27" actId="20577"/>
          <ac:spMkLst>
            <pc:docMk/>
            <pc:sldMk cId="292618234" sldId="500"/>
            <ac:spMk id="3" creationId="{F257AE3C-3CE1-C352-20B3-1B63D532BA1A}"/>
          </ac:spMkLst>
        </pc:spChg>
      </pc:sldChg>
      <pc:sldChg chg="modSp">
        <pc:chgData name="Avinash Arun Chauhan" userId="S::avinash.chauhan@mahindrauniversity.edu.in::241b5f3e-36f4-4c61-9553-90e6a1c1b8a6" providerId="AD" clId="Web-{DF4BA4FF-FE11-8D80-9317-A8849B4F5923}" dt="2026-03-11T04:19:21.538" v="32" actId="20577"/>
        <pc:sldMkLst>
          <pc:docMk/>
          <pc:sldMk cId="2565598960" sldId="514"/>
        </pc:sldMkLst>
        <pc:spChg chg="mod">
          <ac:chgData name="Avinash Arun Chauhan" userId="S::avinash.chauhan@mahindrauniversity.edu.in::241b5f3e-36f4-4c61-9553-90e6a1c1b8a6" providerId="AD" clId="Web-{DF4BA4FF-FE11-8D80-9317-A8849B4F5923}" dt="2026-03-11T04:19:21.538" v="32" actId="20577"/>
          <ac:spMkLst>
            <pc:docMk/>
            <pc:sldMk cId="2565598960" sldId="514"/>
            <ac:spMk id="3" creationId="{4937E8A5-8AB9-E4F4-CE27-53A648A1A739}"/>
          </ac:spMkLst>
        </pc:spChg>
      </pc:sldChg>
    </pc:docChg>
  </pc:docChgLst>
  <pc:docChgLst>
    <pc:chgData name="Avinash Arun Chauhan" userId="S::avinash.chauhan@mahindrauniversity.edu.in::241b5f3e-36f4-4c61-9553-90e6a1c1b8a6" providerId="AD" clId="Web-{A505E660-75FF-1113-D9F4-0428FE53F877}"/>
    <pc:docChg chg="modSld">
      <pc:chgData name="Avinash Arun Chauhan" userId="S::avinash.chauhan@mahindrauniversity.edu.in::241b5f3e-36f4-4c61-9553-90e6a1c1b8a6" providerId="AD" clId="Web-{A505E660-75FF-1113-D9F4-0428FE53F877}" dt="2026-03-10T06:37:19.991" v="294" actId="20577"/>
      <pc:docMkLst>
        <pc:docMk/>
      </pc:docMkLst>
      <pc:sldChg chg="addSp modSp">
        <pc:chgData name="Avinash Arun Chauhan" userId="S::avinash.chauhan@mahindrauniversity.edu.in::241b5f3e-36f4-4c61-9553-90e6a1c1b8a6" providerId="AD" clId="Web-{A505E660-75FF-1113-D9F4-0428FE53F877}" dt="2026-03-10T06:13:37.707" v="134" actId="1076"/>
        <pc:sldMkLst>
          <pc:docMk/>
          <pc:sldMk cId="3811169343" sldId="426"/>
        </pc:sldMkLst>
        <pc:spChg chg="add mod">
          <ac:chgData name="Avinash Arun Chauhan" userId="S::avinash.chauhan@mahindrauniversity.edu.in::241b5f3e-36f4-4c61-9553-90e6a1c1b8a6" providerId="AD" clId="Web-{A505E660-75FF-1113-D9F4-0428FE53F877}" dt="2026-03-10T06:13:37.707" v="134" actId="1076"/>
          <ac:spMkLst>
            <pc:docMk/>
            <pc:sldMk cId="3811169343" sldId="426"/>
            <ac:spMk id="4" creationId="{43CE31B5-DBF7-B25D-66CD-5776F58A94CE}"/>
          </ac:spMkLst>
        </pc:spChg>
      </pc:sldChg>
      <pc:sldChg chg="modSp">
        <pc:chgData name="Avinash Arun Chauhan" userId="S::avinash.chauhan@mahindrauniversity.edu.in::241b5f3e-36f4-4c61-9553-90e6a1c1b8a6" providerId="AD" clId="Web-{A505E660-75FF-1113-D9F4-0428FE53F877}" dt="2026-03-10T06:16:25.213" v="205" actId="20577"/>
        <pc:sldMkLst>
          <pc:docMk/>
          <pc:sldMk cId="1425644229" sldId="446"/>
        </pc:sldMkLst>
        <pc:spChg chg="mod">
          <ac:chgData name="Avinash Arun Chauhan" userId="S::avinash.chauhan@mahindrauniversity.edu.in::241b5f3e-36f4-4c61-9553-90e6a1c1b8a6" providerId="AD" clId="Web-{A505E660-75FF-1113-D9F4-0428FE53F877}" dt="2026-03-10T06:16:25.213" v="205" actId="20577"/>
          <ac:spMkLst>
            <pc:docMk/>
            <pc:sldMk cId="1425644229" sldId="446"/>
            <ac:spMk id="3" creationId="{BB1998E0-72CB-339E-B9FC-7C9E76D9C740}"/>
          </ac:spMkLst>
        </pc:spChg>
      </pc:sldChg>
      <pc:sldChg chg="modSp">
        <pc:chgData name="Avinash Arun Chauhan" userId="S::avinash.chauhan@mahindrauniversity.edu.in::241b5f3e-36f4-4c61-9553-90e6a1c1b8a6" providerId="AD" clId="Web-{A505E660-75FF-1113-D9F4-0428FE53F877}" dt="2026-03-10T06:29:43.400" v="228" actId="20577"/>
        <pc:sldMkLst>
          <pc:docMk/>
          <pc:sldMk cId="3774960452" sldId="498"/>
        </pc:sldMkLst>
        <pc:spChg chg="mod">
          <ac:chgData name="Avinash Arun Chauhan" userId="S::avinash.chauhan@mahindrauniversity.edu.in::241b5f3e-36f4-4c61-9553-90e6a1c1b8a6" providerId="AD" clId="Web-{A505E660-75FF-1113-D9F4-0428FE53F877}" dt="2026-03-10T06:29:43.400" v="228" actId="20577"/>
          <ac:spMkLst>
            <pc:docMk/>
            <pc:sldMk cId="3774960452" sldId="498"/>
            <ac:spMk id="3" creationId="{3B1597D1-3162-6966-C889-150E5E86D526}"/>
          </ac:spMkLst>
        </pc:spChg>
      </pc:sldChg>
      <pc:sldChg chg="modSp">
        <pc:chgData name="Avinash Arun Chauhan" userId="S::avinash.chauhan@mahindrauniversity.edu.in::241b5f3e-36f4-4c61-9553-90e6a1c1b8a6" providerId="AD" clId="Web-{A505E660-75FF-1113-D9F4-0428FE53F877}" dt="2026-03-10T06:34:32.785" v="279" actId="20577"/>
        <pc:sldMkLst>
          <pc:docMk/>
          <pc:sldMk cId="1241132870" sldId="502"/>
        </pc:sldMkLst>
        <pc:spChg chg="mod">
          <ac:chgData name="Avinash Arun Chauhan" userId="S::avinash.chauhan@mahindrauniversity.edu.in::241b5f3e-36f4-4c61-9553-90e6a1c1b8a6" providerId="AD" clId="Web-{A505E660-75FF-1113-D9F4-0428FE53F877}" dt="2026-03-10T06:34:32.785" v="279" actId="20577"/>
          <ac:spMkLst>
            <pc:docMk/>
            <pc:sldMk cId="1241132870" sldId="502"/>
            <ac:spMk id="3" creationId="{B59F9376-EE9E-CCCE-7757-AA9EA4AF748A}"/>
          </ac:spMkLst>
        </pc:spChg>
      </pc:sldChg>
      <pc:sldChg chg="modSp">
        <pc:chgData name="Avinash Arun Chauhan" userId="S::avinash.chauhan@mahindrauniversity.edu.in::241b5f3e-36f4-4c61-9553-90e6a1c1b8a6" providerId="AD" clId="Web-{A505E660-75FF-1113-D9F4-0428FE53F877}" dt="2026-03-10T06:37:19.991" v="294" actId="20577"/>
        <pc:sldMkLst>
          <pc:docMk/>
          <pc:sldMk cId="1483657768" sldId="509"/>
        </pc:sldMkLst>
        <pc:spChg chg="mod">
          <ac:chgData name="Avinash Arun Chauhan" userId="S::avinash.chauhan@mahindrauniversity.edu.in::241b5f3e-36f4-4c61-9553-90e6a1c1b8a6" providerId="AD" clId="Web-{A505E660-75FF-1113-D9F4-0428FE53F877}" dt="2026-03-10T06:37:19.991" v="294" actId="20577"/>
          <ac:spMkLst>
            <pc:docMk/>
            <pc:sldMk cId="1483657768" sldId="509"/>
            <ac:spMk id="3" creationId="{6CFAA783-38CB-1271-45BA-70A9340EDA8C}"/>
          </ac:spMkLst>
        </pc:spChg>
      </pc:sldChg>
    </pc:docChg>
  </pc:docChgLst>
  <pc:docChgLst>
    <pc:chgData name="Avinash Arun Chauhan" userId="S::avinash.chauhan@mahindrauniversity.edu.in::241b5f3e-36f4-4c61-9553-90e6a1c1b8a6" providerId="AD" clId="Web-{7AC51389-6659-5B19-FF7E-7C39460FF68C}"/>
    <pc:docChg chg="modSld">
      <pc:chgData name="Avinash Arun Chauhan" userId="S::avinash.chauhan@mahindrauniversity.edu.in::241b5f3e-36f4-4c61-9553-90e6a1c1b8a6" providerId="AD" clId="Web-{7AC51389-6659-5B19-FF7E-7C39460FF68C}" dt="2026-03-10T09:20:38.518" v="63" actId="1076"/>
      <pc:docMkLst>
        <pc:docMk/>
      </pc:docMkLst>
      <pc:sldChg chg="addSp modSp">
        <pc:chgData name="Avinash Arun Chauhan" userId="S::avinash.chauhan@mahindrauniversity.edu.in::241b5f3e-36f4-4c61-9553-90e6a1c1b8a6" providerId="AD" clId="Web-{7AC51389-6659-5B19-FF7E-7C39460FF68C}" dt="2026-03-10T09:20:38.518" v="63" actId="1076"/>
        <pc:sldMkLst>
          <pc:docMk/>
          <pc:sldMk cId="1733655669" sldId="518"/>
        </pc:sldMkLst>
        <pc:spChg chg="add mod">
          <ac:chgData name="Avinash Arun Chauhan" userId="S::avinash.chauhan@mahindrauniversity.edu.in::241b5f3e-36f4-4c61-9553-90e6a1c1b8a6" providerId="AD" clId="Web-{7AC51389-6659-5B19-FF7E-7C39460FF68C}" dt="2026-03-10T09:20:38.518" v="63" actId="1076"/>
          <ac:spMkLst>
            <pc:docMk/>
            <pc:sldMk cId="1733655669" sldId="518"/>
            <ac:spMk id="4" creationId="{2397AD1E-47FC-A70E-53CA-41AC6CCA538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28A5F4-8A54-40B7-994C-7C13036E170D}" type="datetimeFigureOut">
              <a:rPr lang="en-US" smtClean="0"/>
              <a:t>3/10/2026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5A36BE-6307-4311-8670-04B167AD63B7}" type="slidenum">
              <a:rPr lang="en-US" smtClean="0"/>
              <a:t>‹#›</a:t>
            </a:fld>
            <a:endParaRPr lang="en-US"/>
          </a:p>
        </p:txBody>
      </p:sp>
    </p:spTree>
    <p:extLst>
      <p:ext uri="{BB962C8B-B14F-4D97-AF65-F5344CB8AC3E}">
        <p14:creationId xmlns:p14="http://schemas.microsoft.com/office/powerpoint/2010/main" val="2101858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8EC4F-CE24-7037-D3E0-E6B58204EB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85646-4BF4-C513-2DFA-864F0C6166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FFC7B3-8FE4-72F6-F45F-5DEFB6175C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27C7271-B4BC-B00B-3018-11D6403CB820}"/>
              </a:ext>
            </a:extLst>
          </p:cNvPr>
          <p:cNvSpPr>
            <a:spLocks noGrp="1"/>
          </p:cNvSpPr>
          <p:nvPr>
            <p:ph type="sldNum" sz="quarter" idx="5"/>
          </p:nvPr>
        </p:nvSpPr>
        <p:spPr/>
        <p:txBody>
          <a:bodyPr/>
          <a:lstStyle/>
          <a:p>
            <a:fld id="{2E5A36BE-6307-4311-8670-04B167AD63B7}" type="slidenum">
              <a:rPr lang="en-US" smtClean="0"/>
              <a:t>2</a:t>
            </a:fld>
            <a:endParaRPr lang="en-US"/>
          </a:p>
        </p:txBody>
      </p:sp>
    </p:spTree>
    <p:extLst>
      <p:ext uri="{BB962C8B-B14F-4D97-AF65-F5344CB8AC3E}">
        <p14:creationId xmlns:p14="http://schemas.microsoft.com/office/powerpoint/2010/main" val="2037932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347B8-6047-F690-3391-B31B17E1D6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480AD-EBF4-A183-201A-351DE332D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60C49A-C78C-234E-221D-B12F4B96112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ECD145E-3EC6-CFA1-B19D-EA470B7AA6DC}"/>
              </a:ext>
            </a:extLst>
          </p:cNvPr>
          <p:cNvSpPr>
            <a:spLocks noGrp="1"/>
          </p:cNvSpPr>
          <p:nvPr>
            <p:ph type="sldNum" sz="quarter" idx="5"/>
          </p:nvPr>
        </p:nvSpPr>
        <p:spPr/>
        <p:txBody>
          <a:bodyPr/>
          <a:lstStyle/>
          <a:p>
            <a:fld id="{2E5A36BE-6307-4311-8670-04B167AD63B7}" type="slidenum">
              <a:rPr lang="en-US" smtClean="0"/>
              <a:t>3</a:t>
            </a:fld>
            <a:endParaRPr lang="en-US"/>
          </a:p>
        </p:txBody>
      </p:sp>
    </p:spTree>
    <p:extLst>
      <p:ext uri="{BB962C8B-B14F-4D97-AF65-F5344CB8AC3E}">
        <p14:creationId xmlns:p14="http://schemas.microsoft.com/office/powerpoint/2010/main" val="7622349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2DED52-F232-E39A-F219-305705F39E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28F00-5054-A0FA-6744-CD5CCF0AA7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17ADD5-E3F6-C02A-86F8-D0ED464ABB0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D66204-49D7-6172-0C77-6978FFBC844C}"/>
              </a:ext>
            </a:extLst>
          </p:cNvPr>
          <p:cNvSpPr>
            <a:spLocks noGrp="1"/>
          </p:cNvSpPr>
          <p:nvPr>
            <p:ph type="sldNum" sz="quarter" idx="5"/>
          </p:nvPr>
        </p:nvSpPr>
        <p:spPr/>
        <p:txBody>
          <a:bodyPr/>
          <a:lstStyle/>
          <a:p>
            <a:fld id="{2E5A36BE-6307-4311-8670-04B167AD63B7}" type="slidenum">
              <a:rPr lang="en-US" smtClean="0"/>
              <a:t>4</a:t>
            </a:fld>
            <a:endParaRPr lang="en-US"/>
          </a:p>
        </p:txBody>
      </p:sp>
    </p:spTree>
    <p:extLst>
      <p:ext uri="{BB962C8B-B14F-4D97-AF65-F5344CB8AC3E}">
        <p14:creationId xmlns:p14="http://schemas.microsoft.com/office/powerpoint/2010/main" val="150770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63899-5FCB-DAF5-C922-289F11C69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293412-EB2B-B93F-44B7-1767E4F73F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6D6500-AEB9-1D60-A8EF-5EF8FC5DBEA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C51C28F-A68D-D833-88DA-54CC177B2A37}"/>
              </a:ext>
            </a:extLst>
          </p:cNvPr>
          <p:cNvSpPr>
            <a:spLocks noGrp="1"/>
          </p:cNvSpPr>
          <p:nvPr>
            <p:ph type="sldNum" sz="quarter" idx="5"/>
          </p:nvPr>
        </p:nvSpPr>
        <p:spPr/>
        <p:txBody>
          <a:bodyPr/>
          <a:lstStyle/>
          <a:p>
            <a:fld id="{2E5A36BE-6307-4311-8670-04B167AD63B7}" type="slidenum">
              <a:rPr lang="en-US" smtClean="0"/>
              <a:t>5</a:t>
            </a:fld>
            <a:endParaRPr lang="en-US"/>
          </a:p>
        </p:txBody>
      </p:sp>
    </p:spTree>
    <p:extLst>
      <p:ext uri="{BB962C8B-B14F-4D97-AF65-F5344CB8AC3E}">
        <p14:creationId xmlns:p14="http://schemas.microsoft.com/office/powerpoint/2010/main" val="21525301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C9F8D-3C67-1132-5414-1F4F009609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25DBD2-3EE9-AB8B-BC7E-1A25402A27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9CEFBD-2AD2-52EC-252C-FDB7D3FACF5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0C942BE-1CB8-12DD-EA31-2957E6D1D00B}"/>
              </a:ext>
            </a:extLst>
          </p:cNvPr>
          <p:cNvSpPr>
            <a:spLocks noGrp="1"/>
          </p:cNvSpPr>
          <p:nvPr>
            <p:ph type="sldNum" sz="quarter" idx="5"/>
          </p:nvPr>
        </p:nvSpPr>
        <p:spPr/>
        <p:txBody>
          <a:bodyPr/>
          <a:lstStyle/>
          <a:p>
            <a:fld id="{2E5A36BE-6307-4311-8670-04B167AD63B7}" type="slidenum">
              <a:rPr lang="en-US" smtClean="0"/>
              <a:t>6</a:t>
            </a:fld>
            <a:endParaRPr lang="en-US"/>
          </a:p>
        </p:txBody>
      </p:sp>
    </p:spTree>
    <p:extLst>
      <p:ext uri="{BB962C8B-B14F-4D97-AF65-F5344CB8AC3E}">
        <p14:creationId xmlns:p14="http://schemas.microsoft.com/office/powerpoint/2010/main" val="9103677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70F1B-D7A0-1296-398A-6EC499ED4B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92DA7F-6F3F-51B9-D329-BCAAB34C13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3C40B-C983-54CB-0425-2072B9100AFD}"/>
              </a:ext>
            </a:extLst>
          </p:cNvPr>
          <p:cNvSpPr>
            <a:spLocks noGrp="1"/>
          </p:cNvSpPr>
          <p:nvPr>
            <p:ph type="body" idx="1"/>
          </p:nvPr>
        </p:nvSpPr>
        <p:spPr/>
        <p:txBody>
          <a:bodyPr/>
          <a:lstStyle/>
          <a:p>
            <a:r>
              <a:rPr lang="en-US"/>
              <a:t>We model existing systems to:</a:t>
            </a:r>
            <a:endParaRPr lang="en-US" dirty="0">
              <a:ea typeface="Calibri"/>
              <a:cs typeface="Calibri"/>
            </a:endParaRPr>
          </a:p>
          <a:p>
            <a:pPr marL="171450" indent="-171450">
              <a:buFont typeface="Arial"/>
              <a:buChar char="•"/>
            </a:pPr>
            <a:r>
              <a:rPr lang="en-US"/>
              <a:t>Make hidden processes visible</a:t>
            </a:r>
            <a:endParaRPr lang="en-US" dirty="0">
              <a:ea typeface="Calibri"/>
              <a:cs typeface="Calibri"/>
            </a:endParaRPr>
          </a:p>
          <a:p>
            <a:pPr marL="171450" indent="-171450">
              <a:buFont typeface="Arial"/>
              <a:buChar char="•"/>
            </a:pPr>
            <a:r>
              <a:rPr lang="en-US"/>
              <a:t>Resolve conflicting stakeholder views</a:t>
            </a:r>
            <a:endParaRPr lang="en-US" dirty="0">
              <a:ea typeface="Calibri"/>
              <a:cs typeface="Calibri"/>
            </a:endParaRPr>
          </a:p>
          <a:p>
            <a:pPr marL="171450" indent="-171450">
              <a:buFont typeface="Arial"/>
              <a:buChar char="•"/>
            </a:pPr>
            <a:r>
              <a:rPr lang="en-US" dirty="0"/>
              <a:t>Identify inefficiencies</a:t>
            </a:r>
            <a:endParaRPr lang="en-US" dirty="0">
              <a:ea typeface="Calibri"/>
              <a:cs typeface="Calibri"/>
            </a:endParaRPr>
          </a:p>
          <a:p>
            <a:pPr marL="171450" indent="-171450">
              <a:buFont typeface="Arial"/>
              <a:buChar char="•"/>
            </a:pPr>
            <a:r>
              <a:rPr lang="en-US"/>
              <a:t>Understand before improving</a:t>
            </a:r>
            <a:endParaRPr lang="en-US" dirty="0">
              <a:ea typeface="Calibri"/>
              <a:cs typeface="Calibri"/>
            </a:endParaRPr>
          </a:p>
          <a:p>
            <a:pPr marL="171450" indent="-171450">
              <a:buFont typeface="Arial"/>
              <a:buChar char="•"/>
            </a:pPr>
            <a:r>
              <a:rPr lang="en-US"/>
              <a:t>Document knowledge that exists only in people’s heads</a:t>
            </a:r>
            <a:endParaRPr lang="en-US" dirty="0">
              <a:ea typeface="Calibri"/>
              <a:cs typeface="Calibri"/>
            </a:endParaRPr>
          </a:p>
          <a:p>
            <a:endParaRPr lang="en-US" dirty="0">
              <a:ea typeface="Calibri"/>
              <a:cs typeface="Calibri"/>
            </a:endParaRPr>
          </a:p>
        </p:txBody>
      </p:sp>
      <p:sp>
        <p:nvSpPr>
          <p:cNvPr id="4" name="Slide Number Placeholder 3">
            <a:extLst>
              <a:ext uri="{FF2B5EF4-FFF2-40B4-BE49-F238E27FC236}">
                <a16:creationId xmlns:a16="http://schemas.microsoft.com/office/drawing/2014/main" id="{178B9ECD-3336-3E30-B32E-DDA81B5921B4}"/>
              </a:ext>
            </a:extLst>
          </p:cNvPr>
          <p:cNvSpPr>
            <a:spLocks noGrp="1"/>
          </p:cNvSpPr>
          <p:nvPr>
            <p:ph type="sldNum" sz="quarter" idx="5"/>
          </p:nvPr>
        </p:nvSpPr>
        <p:spPr/>
        <p:txBody>
          <a:bodyPr/>
          <a:lstStyle/>
          <a:p>
            <a:fld id="{2E5A36BE-6307-4311-8670-04B167AD63B7}" type="slidenum">
              <a:rPr lang="en-US" smtClean="0"/>
              <a:t>7</a:t>
            </a:fld>
            <a:endParaRPr lang="en-US"/>
          </a:p>
        </p:txBody>
      </p:sp>
    </p:spTree>
    <p:extLst>
      <p:ext uri="{BB962C8B-B14F-4D97-AF65-F5344CB8AC3E}">
        <p14:creationId xmlns:p14="http://schemas.microsoft.com/office/powerpoint/2010/main" val="27246867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ED9BF-6376-A831-F7E7-DB0E5FDFC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EF383D-FC61-D752-626A-BD8E71B30C0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A69C2D-8322-2EF5-F342-EC20763E48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72E5CB3-CAE9-F308-649B-65DEA1192EDD}"/>
              </a:ext>
            </a:extLst>
          </p:cNvPr>
          <p:cNvSpPr>
            <a:spLocks noGrp="1"/>
          </p:cNvSpPr>
          <p:nvPr>
            <p:ph type="sldNum" sz="quarter" idx="5"/>
          </p:nvPr>
        </p:nvSpPr>
        <p:spPr/>
        <p:txBody>
          <a:bodyPr/>
          <a:lstStyle/>
          <a:p>
            <a:fld id="{2E5A36BE-6307-4311-8670-04B167AD63B7}" type="slidenum">
              <a:rPr lang="en-US" smtClean="0"/>
              <a:t>8</a:t>
            </a:fld>
            <a:endParaRPr lang="en-US"/>
          </a:p>
        </p:txBody>
      </p:sp>
    </p:spTree>
    <p:extLst>
      <p:ext uri="{BB962C8B-B14F-4D97-AF65-F5344CB8AC3E}">
        <p14:creationId xmlns:p14="http://schemas.microsoft.com/office/powerpoint/2010/main" val="1050988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554D7-DAC9-F8FD-145E-7B9172F00B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3995E-C40F-1AF6-DF43-3CAAF2DD99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75C5AD-6837-4D60-36A8-7F01F6C768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10CD6F-080E-C483-F673-E6EE4157719B}"/>
              </a:ext>
            </a:extLst>
          </p:cNvPr>
          <p:cNvSpPr>
            <a:spLocks noGrp="1"/>
          </p:cNvSpPr>
          <p:nvPr>
            <p:ph type="sldNum" sz="quarter" idx="5"/>
          </p:nvPr>
        </p:nvSpPr>
        <p:spPr/>
        <p:txBody>
          <a:bodyPr/>
          <a:lstStyle/>
          <a:p>
            <a:fld id="{2E5A36BE-6307-4311-8670-04B167AD63B7}" type="slidenum">
              <a:rPr lang="en-US" smtClean="0"/>
              <a:t>9</a:t>
            </a:fld>
            <a:endParaRPr lang="en-US"/>
          </a:p>
        </p:txBody>
      </p:sp>
    </p:spTree>
    <p:extLst>
      <p:ext uri="{BB962C8B-B14F-4D97-AF65-F5344CB8AC3E}">
        <p14:creationId xmlns:p14="http://schemas.microsoft.com/office/powerpoint/2010/main" val="1240454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A773D-06B3-37E1-5E5E-F3FCD8619F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F83F1-3C52-1FA2-79A8-1179E2BDBA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F6C529-F4DE-E977-05FF-32C33FCD007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F9889EB-DE9D-D851-167A-F141E5E5A1E4}"/>
              </a:ext>
            </a:extLst>
          </p:cNvPr>
          <p:cNvSpPr>
            <a:spLocks noGrp="1"/>
          </p:cNvSpPr>
          <p:nvPr>
            <p:ph type="sldNum" sz="quarter" idx="5"/>
          </p:nvPr>
        </p:nvSpPr>
        <p:spPr/>
        <p:txBody>
          <a:bodyPr/>
          <a:lstStyle/>
          <a:p>
            <a:fld id="{2E5A36BE-6307-4311-8670-04B167AD63B7}" type="slidenum">
              <a:rPr lang="en-US" smtClean="0"/>
              <a:t>10</a:t>
            </a:fld>
            <a:endParaRPr lang="en-US"/>
          </a:p>
        </p:txBody>
      </p:sp>
    </p:spTree>
    <p:extLst>
      <p:ext uri="{BB962C8B-B14F-4D97-AF65-F5344CB8AC3E}">
        <p14:creationId xmlns:p14="http://schemas.microsoft.com/office/powerpoint/2010/main" val="2612157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468AA-9925-43AB-A3FD-CF509F33A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66F56-FDC0-E493-9577-85CF232732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DA4B81-8B3E-7D5D-CE74-2E154DE5FF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BFCA6BE-0337-7593-273D-B6F6B777E3B0}"/>
              </a:ext>
            </a:extLst>
          </p:cNvPr>
          <p:cNvSpPr>
            <a:spLocks noGrp="1"/>
          </p:cNvSpPr>
          <p:nvPr>
            <p:ph type="sldNum" sz="quarter" idx="5"/>
          </p:nvPr>
        </p:nvSpPr>
        <p:spPr/>
        <p:txBody>
          <a:bodyPr/>
          <a:lstStyle/>
          <a:p>
            <a:fld id="{2E5A36BE-6307-4311-8670-04B167AD63B7}" type="slidenum">
              <a:rPr lang="en-US" smtClean="0"/>
              <a:t>11</a:t>
            </a:fld>
            <a:endParaRPr lang="en-US"/>
          </a:p>
        </p:txBody>
      </p:sp>
    </p:spTree>
    <p:extLst>
      <p:ext uri="{BB962C8B-B14F-4D97-AF65-F5344CB8AC3E}">
        <p14:creationId xmlns:p14="http://schemas.microsoft.com/office/powerpoint/2010/main" val="3281177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59418-856A-7904-74AD-CC826E042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983295-A536-683F-3A8D-91BFC3A852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1FA3A7-515B-40A7-7E56-F869D000FA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0147153-92B1-5A41-F2B9-761E48FCA4F6}"/>
              </a:ext>
            </a:extLst>
          </p:cNvPr>
          <p:cNvSpPr>
            <a:spLocks noGrp="1"/>
          </p:cNvSpPr>
          <p:nvPr>
            <p:ph type="sldNum" sz="quarter" idx="5"/>
          </p:nvPr>
        </p:nvSpPr>
        <p:spPr/>
        <p:txBody>
          <a:bodyPr/>
          <a:lstStyle/>
          <a:p>
            <a:fld id="{2E5A36BE-6307-4311-8670-04B167AD63B7}" type="slidenum">
              <a:rPr lang="en-US" smtClean="0"/>
              <a:t>12</a:t>
            </a:fld>
            <a:endParaRPr lang="en-US"/>
          </a:p>
        </p:txBody>
      </p:sp>
    </p:spTree>
    <p:extLst>
      <p:ext uri="{BB962C8B-B14F-4D97-AF65-F5344CB8AC3E}">
        <p14:creationId xmlns:p14="http://schemas.microsoft.com/office/powerpoint/2010/main" val="8960406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5CE37-4634-B3BF-E0F9-59144EF805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E6487F-0E4A-3B99-88FD-7BE6A5D9F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48EE2-3BD7-1BF8-25A6-2B888F0E2B8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52D5C3C-57AB-3F5A-ADA4-18E50C4965D1}"/>
              </a:ext>
            </a:extLst>
          </p:cNvPr>
          <p:cNvSpPr>
            <a:spLocks noGrp="1"/>
          </p:cNvSpPr>
          <p:nvPr>
            <p:ph type="sldNum" sz="quarter" idx="5"/>
          </p:nvPr>
        </p:nvSpPr>
        <p:spPr/>
        <p:txBody>
          <a:bodyPr/>
          <a:lstStyle/>
          <a:p>
            <a:fld id="{2E5A36BE-6307-4311-8670-04B167AD63B7}" type="slidenum">
              <a:rPr lang="en-US" smtClean="0"/>
              <a:t>13</a:t>
            </a:fld>
            <a:endParaRPr lang="en-US"/>
          </a:p>
        </p:txBody>
      </p:sp>
    </p:spTree>
    <p:extLst>
      <p:ext uri="{BB962C8B-B14F-4D97-AF65-F5344CB8AC3E}">
        <p14:creationId xmlns:p14="http://schemas.microsoft.com/office/powerpoint/2010/main" val="32098196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8FA203-9E29-91BC-F8D0-6A36F45B9B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66AA58-0D55-5429-8645-37DCC20E60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FFA866-15A5-41C3-6DC1-E73E95B998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F7D4C90-7918-57FF-D03D-C520CF1B36CE}"/>
              </a:ext>
            </a:extLst>
          </p:cNvPr>
          <p:cNvSpPr>
            <a:spLocks noGrp="1"/>
          </p:cNvSpPr>
          <p:nvPr>
            <p:ph type="sldNum" sz="quarter" idx="5"/>
          </p:nvPr>
        </p:nvSpPr>
        <p:spPr/>
        <p:txBody>
          <a:bodyPr/>
          <a:lstStyle/>
          <a:p>
            <a:fld id="{2E5A36BE-6307-4311-8670-04B167AD63B7}" type="slidenum">
              <a:rPr lang="en-US" smtClean="0"/>
              <a:t>14</a:t>
            </a:fld>
            <a:endParaRPr lang="en-US"/>
          </a:p>
        </p:txBody>
      </p:sp>
    </p:spTree>
    <p:extLst>
      <p:ext uri="{BB962C8B-B14F-4D97-AF65-F5344CB8AC3E}">
        <p14:creationId xmlns:p14="http://schemas.microsoft.com/office/powerpoint/2010/main" val="26745169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EDEBCA-C0B9-AA00-3087-4F41A54AF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7C2B4B-D655-6A68-D7E2-BA39564A8F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B03C3D-2488-45F6-651E-A74B4F9FF01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2D46C48-AE03-6764-3BBE-7D2A6F6EB66B}"/>
              </a:ext>
            </a:extLst>
          </p:cNvPr>
          <p:cNvSpPr>
            <a:spLocks noGrp="1"/>
          </p:cNvSpPr>
          <p:nvPr>
            <p:ph type="sldNum" sz="quarter" idx="5"/>
          </p:nvPr>
        </p:nvSpPr>
        <p:spPr/>
        <p:txBody>
          <a:bodyPr/>
          <a:lstStyle/>
          <a:p>
            <a:fld id="{2E5A36BE-6307-4311-8670-04B167AD63B7}" type="slidenum">
              <a:rPr lang="en-US" smtClean="0"/>
              <a:t>15</a:t>
            </a:fld>
            <a:endParaRPr lang="en-US"/>
          </a:p>
        </p:txBody>
      </p:sp>
    </p:spTree>
    <p:extLst>
      <p:ext uri="{BB962C8B-B14F-4D97-AF65-F5344CB8AC3E}">
        <p14:creationId xmlns:p14="http://schemas.microsoft.com/office/powerpoint/2010/main" val="30549979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F1CE5F-7825-1694-7E4E-DD61E6CD5B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0196FF-D1E6-65E9-6A9D-5E3E603575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11C436-D1F1-7FB5-26B6-F19BE0D47F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1E288C6-F2EA-692E-8634-B3B640AB9569}"/>
              </a:ext>
            </a:extLst>
          </p:cNvPr>
          <p:cNvSpPr>
            <a:spLocks noGrp="1"/>
          </p:cNvSpPr>
          <p:nvPr>
            <p:ph type="sldNum" sz="quarter" idx="5"/>
          </p:nvPr>
        </p:nvSpPr>
        <p:spPr/>
        <p:txBody>
          <a:bodyPr/>
          <a:lstStyle/>
          <a:p>
            <a:fld id="{2E5A36BE-6307-4311-8670-04B167AD63B7}" type="slidenum">
              <a:rPr lang="en-US" smtClean="0"/>
              <a:t>16</a:t>
            </a:fld>
            <a:endParaRPr lang="en-US"/>
          </a:p>
        </p:txBody>
      </p:sp>
    </p:spTree>
    <p:extLst>
      <p:ext uri="{BB962C8B-B14F-4D97-AF65-F5344CB8AC3E}">
        <p14:creationId xmlns:p14="http://schemas.microsoft.com/office/powerpoint/2010/main" val="12455411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2645-61BE-5770-8C9D-919CCDE5D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0A2FFB-37EA-E638-A551-3292FEDA4E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63D045-1410-C534-B651-CCC101E7BC1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3011EB2-F67E-33CB-642C-8DC277438217}"/>
              </a:ext>
            </a:extLst>
          </p:cNvPr>
          <p:cNvSpPr>
            <a:spLocks noGrp="1"/>
          </p:cNvSpPr>
          <p:nvPr>
            <p:ph type="sldNum" sz="quarter" idx="5"/>
          </p:nvPr>
        </p:nvSpPr>
        <p:spPr/>
        <p:txBody>
          <a:bodyPr/>
          <a:lstStyle/>
          <a:p>
            <a:fld id="{2E5A36BE-6307-4311-8670-04B167AD63B7}" type="slidenum">
              <a:rPr lang="en-US" smtClean="0"/>
              <a:t>17</a:t>
            </a:fld>
            <a:endParaRPr lang="en-US"/>
          </a:p>
        </p:txBody>
      </p:sp>
    </p:spTree>
    <p:extLst>
      <p:ext uri="{BB962C8B-B14F-4D97-AF65-F5344CB8AC3E}">
        <p14:creationId xmlns:p14="http://schemas.microsoft.com/office/powerpoint/2010/main" val="33733044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6C89A-9FD9-6100-15B2-BE27152407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F02A1C-1BCD-5F8D-1D7E-F733CE8FC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873ED4-EB90-5EC5-F756-6DD3FC54DE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4E8FDA4-0369-C0D5-580E-137CBCADD97C}"/>
              </a:ext>
            </a:extLst>
          </p:cNvPr>
          <p:cNvSpPr>
            <a:spLocks noGrp="1"/>
          </p:cNvSpPr>
          <p:nvPr>
            <p:ph type="sldNum" sz="quarter" idx="5"/>
          </p:nvPr>
        </p:nvSpPr>
        <p:spPr/>
        <p:txBody>
          <a:bodyPr/>
          <a:lstStyle/>
          <a:p>
            <a:fld id="{2E5A36BE-6307-4311-8670-04B167AD63B7}" type="slidenum">
              <a:rPr lang="en-US" smtClean="0"/>
              <a:t>18</a:t>
            </a:fld>
            <a:endParaRPr lang="en-US"/>
          </a:p>
        </p:txBody>
      </p:sp>
    </p:spTree>
    <p:extLst>
      <p:ext uri="{BB962C8B-B14F-4D97-AF65-F5344CB8AC3E}">
        <p14:creationId xmlns:p14="http://schemas.microsoft.com/office/powerpoint/2010/main" val="7465933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882F-B441-6A1A-1295-B7E31DA71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422DF8-3EB8-576D-83C1-D22F165FC3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1E3B3-8FE7-B6F0-D133-E96E5DCAADE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BCAAD2-CE86-756D-9FB0-8CCB9AC5DE41}"/>
              </a:ext>
            </a:extLst>
          </p:cNvPr>
          <p:cNvSpPr>
            <a:spLocks noGrp="1"/>
          </p:cNvSpPr>
          <p:nvPr>
            <p:ph type="sldNum" sz="quarter" idx="5"/>
          </p:nvPr>
        </p:nvSpPr>
        <p:spPr/>
        <p:txBody>
          <a:bodyPr/>
          <a:lstStyle/>
          <a:p>
            <a:fld id="{2E5A36BE-6307-4311-8670-04B167AD63B7}" type="slidenum">
              <a:rPr lang="en-US" smtClean="0"/>
              <a:t>19</a:t>
            </a:fld>
            <a:endParaRPr lang="en-US"/>
          </a:p>
        </p:txBody>
      </p:sp>
    </p:spTree>
    <p:extLst>
      <p:ext uri="{BB962C8B-B14F-4D97-AF65-F5344CB8AC3E}">
        <p14:creationId xmlns:p14="http://schemas.microsoft.com/office/powerpoint/2010/main" val="41222347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840D0-AAF9-CBA8-3D96-13023B4638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59D721-32A0-A464-BA1E-588CBA7275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E4061-A5C8-351A-B5A4-84BAE094C9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AFE328F-6E3A-E6C8-470D-78BA2BB642DA}"/>
              </a:ext>
            </a:extLst>
          </p:cNvPr>
          <p:cNvSpPr>
            <a:spLocks noGrp="1"/>
          </p:cNvSpPr>
          <p:nvPr>
            <p:ph type="sldNum" sz="quarter" idx="5"/>
          </p:nvPr>
        </p:nvSpPr>
        <p:spPr/>
        <p:txBody>
          <a:bodyPr/>
          <a:lstStyle/>
          <a:p>
            <a:fld id="{2E5A36BE-6307-4311-8670-04B167AD63B7}" type="slidenum">
              <a:rPr lang="en-US" smtClean="0"/>
              <a:t>20</a:t>
            </a:fld>
            <a:endParaRPr lang="en-US"/>
          </a:p>
        </p:txBody>
      </p:sp>
    </p:spTree>
    <p:extLst>
      <p:ext uri="{BB962C8B-B14F-4D97-AF65-F5344CB8AC3E}">
        <p14:creationId xmlns:p14="http://schemas.microsoft.com/office/powerpoint/2010/main" val="28759027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226279-D071-5D17-F378-E7D85DD21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6E3A6C-B42F-9F8E-8F20-2E8AE377D8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AC4E6C-E248-EA32-617B-8E88DBE1869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872FF4D-8BEB-B390-5978-9F4468D143FB}"/>
              </a:ext>
            </a:extLst>
          </p:cNvPr>
          <p:cNvSpPr>
            <a:spLocks noGrp="1"/>
          </p:cNvSpPr>
          <p:nvPr>
            <p:ph type="sldNum" sz="quarter" idx="5"/>
          </p:nvPr>
        </p:nvSpPr>
        <p:spPr/>
        <p:txBody>
          <a:bodyPr/>
          <a:lstStyle/>
          <a:p>
            <a:fld id="{2E5A36BE-6307-4311-8670-04B167AD63B7}" type="slidenum">
              <a:rPr lang="en-US" smtClean="0"/>
              <a:t>21</a:t>
            </a:fld>
            <a:endParaRPr lang="en-US"/>
          </a:p>
        </p:txBody>
      </p:sp>
    </p:spTree>
    <p:extLst>
      <p:ext uri="{BB962C8B-B14F-4D97-AF65-F5344CB8AC3E}">
        <p14:creationId xmlns:p14="http://schemas.microsoft.com/office/powerpoint/2010/main" val="181280204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1134F-66F8-1B7F-019A-36A8056A42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55DC13-9169-65C7-FE3A-97E06C8123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94CA61-050C-5C1C-988F-BA86174B5ED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FDED7E-185D-A987-CFAD-73042A8A0EE0}"/>
              </a:ext>
            </a:extLst>
          </p:cNvPr>
          <p:cNvSpPr>
            <a:spLocks noGrp="1"/>
          </p:cNvSpPr>
          <p:nvPr>
            <p:ph type="sldNum" sz="quarter" idx="5"/>
          </p:nvPr>
        </p:nvSpPr>
        <p:spPr/>
        <p:txBody>
          <a:bodyPr/>
          <a:lstStyle/>
          <a:p>
            <a:fld id="{2E5A36BE-6307-4311-8670-04B167AD63B7}" type="slidenum">
              <a:rPr lang="en-US" smtClean="0"/>
              <a:t>22</a:t>
            </a:fld>
            <a:endParaRPr lang="en-US"/>
          </a:p>
        </p:txBody>
      </p:sp>
    </p:spTree>
    <p:extLst>
      <p:ext uri="{BB962C8B-B14F-4D97-AF65-F5344CB8AC3E}">
        <p14:creationId xmlns:p14="http://schemas.microsoft.com/office/powerpoint/2010/main" val="26962828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BBC07-3BBD-7514-6B15-DF46AE067A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8C2C8F-BDEE-31E7-C1FC-CEC0ED72E0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F93873-46C6-1DE2-D71B-4F242C2331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84EF60-5BB8-6F66-19F0-15C9C8908999}"/>
              </a:ext>
            </a:extLst>
          </p:cNvPr>
          <p:cNvSpPr>
            <a:spLocks noGrp="1"/>
          </p:cNvSpPr>
          <p:nvPr>
            <p:ph type="sldNum" sz="quarter" idx="5"/>
          </p:nvPr>
        </p:nvSpPr>
        <p:spPr/>
        <p:txBody>
          <a:bodyPr/>
          <a:lstStyle/>
          <a:p>
            <a:fld id="{2E5A36BE-6307-4311-8670-04B167AD63B7}" type="slidenum">
              <a:rPr lang="en-US" smtClean="0"/>
              <a:t>23</a:t>
            </a:fld>
            <a:endParaRPr lang="en-US"/>
          </a:p>
        </p:txBody>
      </p:sp>
    </p:spTree>
    <p:extLst>
      <p:ext uri="{BB962C8B-B14F-4D97-AF65-F5344CB8AC3E}">
        <p14:creationId xmlns:p14="http://schemas.microsoft.com/office/powerpoint/2010/main" val="2717536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72FC3-8F36-84A9-8141-7308B841BE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5FC5CD-8BDD-D2B4-AD10-4C0828EE67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DE710A-4A73-7FEB-2641-DE980F8A408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40C2A3-91E3-8D5C-A4CF-CA489BE9F2AB}"/>
              </a:ext>
            </a:extLst>
          </p:cNvPr>
          <p:cNvSpPr>
            <a:spLocks noGrp="1"/>
          </p:cNvSpPr>
          <p:nvPr>
            <p:ph type="sldNum" sz="quarter" idx="5"/>
          </p:nvPr>
        </p:nvSpPr>
        <p:spPr/>
        <p:txBody>
          <a:bodyPr/>
          <a:lstStyle/>
          <a:p>
            <a:fld id="{2E5A36BE-6307-4311-8670-04B167AD63B7}" type="slidenum">
              <a:rPr lang="en-US" smtClean="0"/>
              <a:t>24</a:t>
            </a:fld>
            <a:endParaRPr lang="en-US"/>
          </a:p>
        </p:txBody>
      </p:sp>
    </p:spTree>
    <p:extLst>
      <p:ext uri="{BB962C8B-B14F-4D97-AF65-F5344CB8AC3E}">
        <p14:creationId xmlns:p14="http://schemas.microsoft.com/office/powerpoint/2010/main" val="9631335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097698-900E-9A79-49E8-46776AA00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D2846F-B32A-3C85-477F-306503F937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CC509C-F95D-B323-ADED-86BCA61712D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0B48443-7C0B-726A-1932-D15243063C37}"/>
              </a:ext>
            </a:extLst>
          </p:cNvPr>
          <p:cNvSpPr>
            <a:spLocks noGrp="1"/>
          </p:cNvSpPr>
          <p:nvPr>
            <p:ph type="sldNum" sz="quarter" idx="5"/>
          </p:nvPr>
        </p:nvSpPr>
        <p:spPr/>
        <p:txBody>
          <a:bodyPr/>
          <a:lstStyle/>
          <a:p>
            <a:fld id="{2E5A36BE-6307-4311-8670-04B167AD63B7}" type="slidenum">
              <a:rPr lang="en-US" smtClean="0"/>
              <a:t>25</a:t>
            </a:fld>
            <a:endParaRPr lang="en-US"/>
          </a:p>
        </p:txBody>
      </p:sp>
    </p:spTree>
    <p:extLst>
      <p:ext uri="{BB962C8B-B14F-4D97-AF65-F5344CB8AC3E}">
        <p14:creationId xmlns:p14="http://schemas.microsoft.com/office/powerpoint/2010/main" val="16210487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98117-B926-38FC-7100-93BF4BFE6C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09AFD-9332-CC6C-5CA6-7FDD98B90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8D598-7D63-54F9-9572-6AFC1EB3CD6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B67D7CD-9058-4800-76BB-3DBEED0F19C5}"/>
              </a:ext>
            </a:extLst>
          </p:cNvPr>
          <p:cNvSpPr>
            <a:spLocks noGrp="1"/>
          </p:cNvSpPr>
          <p:nvPr>
            <p:ph type="sldNum" sz="quarter" idx="5"/>
          </p:nvPr>
        </p:nvSpPr>
        <p:spPr/>
        <p:txBody>
          <a:bodyPr/>
          <a:lstStyle/>
          <a:p>
            <a:fld id="{2E5A36BE-6307-4311-8670-04B167AD63B7}" type="slidenum">
              <a:rPr lang="en-US" smtClean="0"/>
              <a:t>26</a:t>
            </a:fld>
            <a:endParaRPr lang="en-US"/>
          </a:p>
        </p:txBody>
      </p:sp>
    </p:spTree>
    <p:extLst>
      <p:ext uri="{BB962C8B-B14F-4D97-AF65-F5344CB8AC3E}">
        <p14:creationId xmlns:p14="http://schemas.microsoft.com/office/powerpoint/2010/main" val="3360145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A39BB-B4A8-9AF4-84EB-5079B8FC7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4BD3E3-72FD-8EA9-B67C-6B52453AB5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1CF95D-6929-B982-DB0B-D4EB45F4215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ADDA88F-4A55-5226-8388-3AA38B7A5B23}"/>
              </a:ext>
            </a:extLst>
          </p:cNvPr>
          <p:cNvSpPr>
            <a:spLocks noGrp="1"/>
          </p:cNvSpPr>
          <p:nvPr>
            <p:ph type="sldNum" sz="quarter" idx="5"/>
          </p:nvPr>
        </p:nvSpPr>
        <p:spPr/>
        <p:txBody>
          <a:bodyPr/>
          <a:lstStyle/>
          <a:p>
            <a:fld id="{2E5A36BE-6307-4311-8670-04B167AD63B7}" type="slidenum">
              <a:rPr lang="en-US" smtClean="0"/>
              <a:t>27</a:t>
            </a:fld>
            <a:endParaRPr lang="en-US"/>
          </a:p>
        </p:txBody>
      </p:sp>
    </p:spTree>
    <p:extLst>
      <p:ext uri="{BB962C8B-B14F-4D97-AF65-F5344CB8AC3E}">
        <p14:creationId xmlns:p14="http://schemas.microsoft.com/office/powerpoint/2010/main" val="1862111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159E9-470B-4B8D-A9EB-CE8AF5FBB5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9AB98EB-266D-4DF3-A1C8-8FFFE704546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C3AD7FD-8146-4C92-B9C4-ABE3EDEB16D9}"/>
              </a:ext>
            </a:extLst>
          </p:cNvPr>
          <p:cNvSpPr>
            <a:spLocks noGrp="1"/>
          </p:cNvSpPr>
          <p:nvPr>
            <p:ph type="dt" sz="half" idx="10"/>
          </p:nvPr>
        </p:nvSpPr>
        <p:spPr/>
        <p:txBody>
          <a:bodyPr/>
          <a:lstStyle/>
          <a:p>
            <a:fld id="{9C4DCD19-635A-4F0C-A4D6-DCB11EE4711D}" type="datetime1">
              <a:rPr lang="en-US" smtClean="0"/>
              <a:t>3/10/2026</a:t>
            </a:fld>
            <a:endParaRPr lang="en-US"/>
          </a:p>
        </p:txBody>
      </p:sp>
      <p:sp>
        <p:nvSpPr>
          <p:cNvPr id="5" name="Footer Placeholder 4">
            <a:extLst>
              <a:ext uri="{FF2B5EF4-FFF2-40B4-BE49-F238E27FC236}">
                <a16:creationId xmlns:a16="http://schemas.microsoft.com/office/drawing/2014/main" id="{559E42B6-D644-4AA7-B4E2-53DBAD7EFAFB}"/>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C07AC68A-C2CE-47FA-BD3B-6AD5EDA234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8795934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50891-51D6-4C6E-8AB0-50690D5D439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D3F29A5-AEEE-446F-B62D-BD46C6B0CC46}"/>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43C36-C898-4C6E-97BC-0AE2998EBA25}"/>
              </a:ext>
            </a:extLst>
          </p:cNvPr>
          <p:cNvSpPr>
            <a:spLocks noGrp="1"/>
          </p:cNvSpPr>
          <p:nvPr>
            <p:ph type="dt" sz="half" idx="10"/>
          </p:nvPr>
        </p:nvSpPr>
        <p:spPr/>
        <p:txBody>
          <a:bodyPr/>
          <a:lstStyle/>
          <a:p>
            <a:fld id="{645470BA-D41E-437D-A225-B0D8986DE2C4}" type="datetime1">
              <a:rPr lang="en-US" smtClean="0"/>
              <a:t>3/10/2026</a:t>
            </a:fld>
            <a:endParaRPr lang="en-US"/>
          </a:p>
        </p:txBody>
      </p:sp>
      <p:sp>
        <p:nvSpPr>
          <p:cNvPr id="5" name="Footer Placeholder 4">
            <a:extLst>
              <a:ext uri="{FF2B5EF4-FFF2-40B4-BE49-F238E27FC236}">
                <a16:creationId xmlns:a16="http://schemas.microsoft.com/office/drawing/2014/main" id="{44AE89BF-AA6A-4CD1-AA42-45937EB05802}"/>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ECB5DC2B-9622-4D9B-A836-9C9CE22A7DB9}"/>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537992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0BC1F-CD2C-49A7-870C-07CC9176058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99C7702-4100-4CC3-A19F-474F035648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C59C34D-B46E-470D-AD50-B9B038ABFFAD}"/>
              </a:ext>
            </a:extLst>
          </p:cNvPr>
          <p:cNvSpPr>
            <a:spLocks noGrp="1"/>
          </p:cNvSpPr>
          <p:nvPr>
            <p:ph type="dt" sz="half" idx="10"/>
          </p:nvPr>
        </p:nvSpPr>
        <p:spPr/>
        <p:txBody>
          <a:bodyPr/>
          <a:lstStyle/>
          <a:p>
            <a:fld id="{20878E2B-208F-4B34-9A15-6955A3621029}" type="datetime1">
              <a:rPr lang="en-US" smtClean="0"/>
              <a:t>3/10/2026</a:t>
            </a:fld>
            <a:endParaRPr lang="en-US"/>
          </a:p>
        </p:txBody>
      </p:sp>
      <p:sp>
        <p:nvSpPr>
          <p:cNvPr id="5" name="Footer Placeholder 4">
            <a:extLst>
              <a:ext uri="{FF2B5EF4-FFF2-40B4-BE49-F238E27FC236}">
                <a16:creationId xmlns:a16="http://schemas.microsoft.com/office/drawing/2014/main" id="{8D0D28AE-EBFC-4649-8128-2B57674BC3DC}"/>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852C87D2-79FD-40C2-B5D3-73BEFDD63BD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0032853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F8DF4-CC57-4331-BAB2-274B7F4FD13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D4484E-6336-4F19-9BD1-3B91D85B75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D92305B-61F6-40D5-8511-22A203F9B232}"/>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4A3351C-4BD8-4A76-A84D-D27D42D70EB2}"/>
              </a:ext>
            </a:extLst>
          </p:cNvPr>
          <p:cNvSpPr>
            <a:spLocks noGrp="1"/>
          </p:cNvSpPr>
          <p:nvPr>
            <p:ph type="dt" sz="half" idx="10"/>
          </p:nvPr>
        </p:nvSpPr>
        <p:spPr/>
        <p:txBody>
          <a:bodyPr/>
          <a:lstStyle/>
          <a:p>
            <a:fld id="{A35B34A0-0F7C-4A42-A80B-69A32453D234}" type="datetime1">
              <a:rPr lang="en-US" smtClean="0"/>
              <a:t>3/10/2026</a:t>
            </a:fld>
            <a:endParaRPr lang="en-US"/>
          </a:p>
        </p:txBody>
      </p:sp>
      <p:sp>
        <p:nvSpPr>
          <p:cNvPr id="6" name="Footer Placeholder 5">
            <a:extLst>
              <a:ext uri="{FF2B5EF4-FFF2-40B4-BE49-F238E27FC236}">
                <a16:creationId xmlns:a16="http://schemas.microsoft.com/office/drawing/2014/main" id="{4456FA23-7C56-4373-97A9-C1E426909D83}"/>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7FB55C23-B74E-4564-83EB-E0801197213B}"/>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2182851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CEF3C4-0090-4478-811F-9CEEEDF30C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5F55BC3-728A-4215-938B-9F1E55DDA7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F39E5F37-172D-4DDD-8695-70423D07916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96C32F7-387C-48A9-8ED2-88A2E7CD455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53A15BBF-7552-4D05-B395-22949E22337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9303D83-2EA3-43C4-8C34-C2EEB16DB25B}"/>
              </a:ext>
            </a:extLst>
          </p:cNvPr>
          <p:cNvSpPr>
            <a:spLocks noGrp="1"/>
          </p:cNvSpPr>
          <p:nvPr>
            <p:ph type="dt" sz="half" idx="10"/>
          </p:nvPr>
        </p:nvSpPr>
        <p:spPr/>
        <p:txBody>
          <a:bodyPr/>
          <a:lstStyle/>
          <a:p>
            <a:fld id="{9C05126E-3B88-4036-9F2D-FB7969B45F4A}" type="datetime1">
              <a:rPr lang="en-US" smtClean="0"/>
              <a:t>3/10/2026</a:t>
            </a:fld>
            <a:endParaRPr lang="en-US"/>
          </a:p>
        </p:txBody>
      </p:sp>
      <p:sp>
        <p:nvSpPr>
          <p:cNvPr id="8" name="Footer Placeholder 7">
            <a:extLst>
              <a:ext uri="{FF2B5EF4-FFF2-40B4-BE49-F238E27FC236}">
                <a16:creationId xmlns:a16="http://schemas.microsoft.com/office/drawing/2014/main" id="{7AED1FE8-F889-4A72-BCC1-50806FA11DFF}"/>
              </a:ext>
            </a:extLst>
          </p:cNvPr>
          <p:cNvSpPr>
            <a:spLocks noGrp="1"/>
          </p:cNvSpPr>
          <p:nvPr>
            <p:ph type="ftr" sz="quarter" idx="11"/>
          </p:nvPr>
        </p:nvSpPr>
        <p:spPr/>
        <p:txBody>
          <a:bodyPr/>
          <a:lstStyle/>
          <a:p>
            <a:r>
              <a:rPr lang="en-US"/>
              <a:t>Operating Systems</a:t>
            </a:r>
          </a:p>
        </p:txBody>
      </p:sp>
      <p:sp>
        <p:nvSpPr>
          <p:cNvPr id="9" name="Slide Number Placeholder 8">
            <a:extLst>
              <a:ext uri="{FF2B5EF4-FFF2-40B4-BE49-F238E27FC236}">
                <a16:creationId xmlns:a16="http://schemas.microsoft.com/office/drawing/2014/main" id="{7C3B86BC-226A-4A98-951A-01BC13DB05CA}"/>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146176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1E2B-54B4-4FD9-BC1F-9E86C9F08C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BDDD7E-C2A1-425A-9C02-69453F7A5E87}"/>
              </a:ext>
            </a:extLst>
          </p:cNvPr>
          <p:cNvSpPr>
            <a:spLocks noGrp="1"/>
          </p:cNvSpPr>
          <p:nvPr>
            <p:ph type="dt" sz="half" idx="10"/>
          </p:nvPr>
        </p:nvSpPr>
        <p:spPr/>
        <p:txBody>
          <a:bodyPr/>
          <a:lstStyle/>
          <a:p>
            <a:fld id="{046584BB-C434-4F3E-BD0C-56FCD0B24816}" type="datetime1">
              <a:rPr lang="en-US" smtClean="0"/>
              <a:t>3/10/2026</a:t>
            </a:fld>
            <a:endParaRPr lang="en-US"/>
          </a:p>
        </p:txBody>
      </p:sp>
      <p:sp>
        <p:nvSpPr>
          <p:cNvPr id="4" name="Footer Placeholder 3">
            <a:extLst>
              <a:ext uri="{FF2B5EF4-FFF2-40B4-BE49-F238E27FC236}">
                <a16:creationId xmlns:a16="http://schemas.microsoft.com/office/drawing/2014/main" id="{A32E4A64-28DA-4BCB-903B-0C2AB5DD43F0}"/>
              </a:ext>
            </a:extLst>
          </p:cNvPr>
          <p:cNvSpPr>
            <a:spLocks noGrp="1"/>
          </p:cNvSpPr>
          <p:nvPr>
            <p:ph type="ftr" sz="quarter" idx="11"/>
          </p:nvPr>
        </p:nvSpPr>
        <p:spPr/>
        <p:txBody>
          <a:bodyPr/>
          <a:lstStyle/>
          <a:p>
            <a:r>
              <a:rPr lang="en-US"/>
              <a:t>Operating Systems</a:t>
            </a:r>
          </a:p>
        </p:txBody>
      </p:sp>
      <p:sp>
        <p:nvSpPr>
          <p:cNvPr id="5" name="Slide Number Placeholder 4">
            <a:extLst>
              <a:ext uri="{FF2B5EF4-FFF2-40B4-BE49-F238E27FC236}">
                <a16:creationId xmlns:a16="http://schemas.microsoft.com/office/drawing/2014/main" id="{1362EF47-4BAF-438E-BFF8-6C806F186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29767900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442DD21-4658-405D-B2C3-9B85D3D77813}"/>
              </a:ext>
            </a:extLst>
          </p:cNvPr>
          <p:cNvSpPr>
            <a:spLocks noGrp="1"/>
          </p:cNvSpPr>
          <p:nvPr>
            <p:ph type="dt" sz="half" idx="10"/>
          </p:nvPr>
        </p:nvSpPr>
        <p:spPr/>
        <p:txBody>
          <a:bodyPr/>
          <a:lstStyle/>
          <a:p>
            <a:fld id="{E76BBA68-3361-4BBC-8467-F2FA7738ABD3}" type="datetime1">
              <a:rPr lang="en-US" smtClean="0"/>
              <a:t>3/10/2026</a:t>
            </a:fld>
            <a:endParaRPr lang="en-US"/>
          </a:p>
        </p:txBody>
      </p:sp>
      <p:sp>
        <p:nvSpPr>
          <p:cNvPr id="3" name="Footer Placeholder 2">
            <a:extLst>
              <a:ext uri="{FF2B5EF4-FFF2-40B4-BE49-F238E27FC236}">
                <a16:creationId xmlns:a16="http://schemas.microsoft.com/office/drawing/2014/main" id="{0B8F90DF-D196-4982-9379-A12FD1999FB9}"/>
              </a:ext>
            </a:extLst>
          </p:cNvPr>
          <p:cNvSpPr>
            <a:spLocks noGrp="1"/>
          </p:cNvSpPr>
          <p:nvPr>
            <p:ph type="ftr" sz="quarter" idx="11"/>
          </p:nvPr>
        </p:nvSpPr>
        <p:spPr/>
        <p:txBody>
          <a:bodyPr/>
          <a:lstStyle/>
          <a:p>
            <a:r>
              <a:rPr lang="en-US"/>
              <a:t>Operating Systems</a:t>
            </a:r>
          </a:p>
        </p:txBody>
      </p:sp>
      <p:sp>
        <p:nvSpPr>
          <p:cNvPr id="4" name="Slide Number Placeholder 3">
            <a:extLst>
              <a:ext uri="{FF2B5EF4-FFF2-40B4-BE49-F238E27FC236}">
                <a16:creationId xmlns:a16="http://schemas.microsoft.com/office/drawing/2014/main" id="{D9CC7654-80F7-4116-966D-2D3D2BC2ACFC}"/>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42791588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429B0E-9BD9-44D9-9399-CB449D112C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64051D0-651F-4845-8890-5B610674DD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582CB8-8E30-4092-BCE6-75EE6CE5673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D78DC2B3-BBD0-4E62-99CD-DCB9D3F5E479}"/>
              </a:ext>
            </a:extLst>
          </p:cNvPr>
          <p:cNvSpPr>
            <a:spLocks noGrp="1"/>
          </p:cNvSpPr>
          <p:nvPr>
            <p:ph type="dt" sz="half" idx="10"/>
          </p:nvPr>
        </p:nvSpPr>
        <p:spPr/>
        <p:txBody>
          <a:bodyPr/>
          <a:lstStyle/>
          <a:p>
            <a:fld id="{91E3D98D-6704-4670-8FDC-09111D656BD4}" type="datetime1">
              <a:rPr lang="en-US" smtClean="0"/>
              <a:t>3/10/2026</a:t>
            </a:fld>
            <a:endParaRPr lang="en-US"/>
          </a:p>
        </p:txBody>
      </p:sp>
      <p:sp>
        <p:nvSpPr>
          <p:cNvPr id="6" name="Footer Placeholder 5">
            <a:extLst>
              <a:ext uri="{FF2B5EF4-FFF2-40B4-BE49-F238E27FC236}">
                <a16:creationId xmlns:a16="http://schemas.microsoft.com/office/drawing/2014/main" id="{D21A16E1-26F2-4022-9090-75A0FEB23F99}"/>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99AF83AA-1CE6-4EEA-8163-A440E285C78D}"/>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314790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22C12-A56B-46B7-9523-4E7765EBAF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6818F4B-7FBD-449C-9D81-7D29213753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D3098B-08EB-4860-ACC2-E8D7BEB693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3AAD0008-6CA4-4B93-8BDC-7B7AA42F6380}"/>
              </a:ext>
            </a:extLst>
          </p:cNvPr>
          <p:cNvSpPr>
            <a:spLocks noGrp="1"/>
          </p:cNvSpPr>
          <p:nvPr>
            <p:ph type="dt" sz="half" idx="10"/>
          </p:nvPr>
        </p:nvSpPr>
        <p:spPr/>
        <p:txBody>
          <a:bodyPr/>
          <a:lstStyle/>
          <a:p>
            <a:fld id="{04EA7458-5FA4-458B-AACF-1E599ACFA24A}" type="datetime1">
              <a:rPr lang="en-US" smtClean="0"/>
              <a:t>3/10/2026</a:t>
            </a:fld>
            <a:endParaRPr lang="en-US"/>
          </a:p>
        </p:txBody>
      </p:sp>
      <p:sp>
        <p:nvSpPr>
          <p:cNvPr id="6" name="Footer Placeholder 5">
            <a:extLst>
              <a:ext uri="{FF2B5EF4-FFF2-40B4-BE49-F238E27FC236}">
                <a16:creationId xmlns:a16="http://schemas.microsoft.com/office/drawing/2014/main" id="{19E3AF11-361E-4FC8-B142-5CFE9169A0FA}"/>
              </a:ext>
            </a:extLst>
          </p:cNvPr>
          <p:cNvSpPr>
            <a:spLocks noGrp="1"/>
          </p:cNvSpPr>
          <p:nvPr>
            <p:ph type="ftr" sz="quarter" idx="11"/>
          </p:nvPr>
        </p:nvSpPr>
        <p:spPr/>
        <p:txBody>
          <a:bodyPr/>
          <a:lstStyle/>
          <a:p>
            <a:r>
              <a:rPr lang="en-US"/>
              <a:t>Operating Systems</a:t>
            </a:r>
          </a:p>
        </p:txBody>
      </p:sp>
      <p:sp>
        <p:nvSpPr>
          <p:cNvPr id="7" name="Slide Number Placeholder 6">
            <a:extLst>
              <a:ext uri="{FF2B5EF4-FFF2-40B4-BE49-F238E27FC236}">
                <a16:creationId xmlns:a16="http://schemas.microsoft.com/office/drawing/2014/main" id="{4BA3C41B-7EB8-4600-BEBB-0A45CF654E57}"/>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5401280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447D78-2A6F-4D0E-822D-7539139C559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3D071C0-3DC6-4B14-9F13-2FB2DD4268F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AB5082-8A34-496B-8055-45C8486F18A9}"/>
              </a:ext>
            </a:extLst>
          </p:cNvPr>
          <p:cNvSpPr>
            <a:spLocks noGrp="1"/>
          </p:cNvSpPr>
          <p:nvPr>
            <p:ph type="dt" sz="half" idx="10"/>
          </p:nvPr>
        </p:nvSpPr>
        <p:spPr/>
        <p:txBody>
          <a:bodyPr/>
          <a:lstStyle/>
          <a:p>
            <a:fld id="{99A94FA3-AC9C-4633-82C6-62F4B42E9A78}" type="datetime1">
              <a:rPr lang="en-US" smtClean="0"/>
              <a:t>3/10/2026</a:t>
            </a:fld>
            <a:endParaRPr lang="en-US"/>
          </a:p>
        </p:txBody>
      </p:sp>
      <p:sp>
        <p:nvSpPr>
          <p:cNvPr id="5" name="Footer Placeholder 4">
            <a:extLst>
              <a:ext uri="{FF2B5EF4-FFF2-40B4-BE49-F238E27FC236}">
                <a16:creationId xmlns:a16="http://schemas.microsoft.com/office/drawing/2014/main" id="{B2FC4C49-FC80-44C6-AC99-7EF245F8F8A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344B58D9-582A-4781-9C1A-4D75E5074D26}"/>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12416421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AB2E5F-7BB4-42F5-B4AA-7F999C225F6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4130C69-8C0C-4E02-AB30-8518634C9F90}"/>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E9A658-BB07-4BF1-B2A6-B1BA2897B3F9}"/>
              </a:ext>
            </a:extLst>
          </p:cNvPr>
          <p:cNvSpPr>
            <a:spLocks noGrp="1"/>
          </p:cNvSpPr>
          <p:nvPr>
            <p:ph type="dt" sz="half" idx="10"/>
          </p:nvPr>
        </p:nvSpPr>
        <p:spPr/>
        <p:txBody>
          <a:bodyPr/>
          <a:lstStyle/>
          <a:p>
            <a:fld id="{91274142-9EFA-4C85-84A3-BE41724A2D18}" type="datetime1">
              <a:rPr lang="en-US" smtClean="0"/>
              <a:t>3/10/2026</a:t>
            </a:fld>
            <a:endParaRPr lang="en-US"/>
          </a:p>
        </p:txBody>
      </p:sp>
      <p:sp>
        <p:nvSpPr>
          <p:cNvPr id="5" name="Footer Placeholder 4">
            <a:extLst>
              <a:ext uri="{FF2B5EF4-FFF2-40B4-BE49-F238E27FC236}">
                <a16:creationId xmlns:a16="http://schemas.microsoft.com/office/drawing/2014/main" id="{6F6DF58F-2272-487B-A973-40A781C314D5}"/>
              </a:ext>
            </a:extLst>
          </p:cNvPr>
          <p:cNvSpPr>
            <a:spLocks noGrp="1"/>
          </p:cNvSpPr>
          <p:nvPr>
            <p:ph type="ftr" sz="quarter" idx="11"/>
          </p:nvPr>
        </p:nvSpPr>
        <p:spPr/>
        <p:txBody>
          <a:bodyPr/>
          <a:lstStyle/>
          <a:p>
            <a:r>
              <a:rPr lang="en-US"/>
              <a:t>Operating Systems</a:t>
            </a:r>
          </a:p>
        </p:txBody>
      </p:sp>
      <p:sp>
        <p:nvSpPr>
          <p:cNvPr id="6" name="Slide Number Placeholder 5">
            <a:extLst>
              <a:ext uri="{FF2B5EF4-FFF2-40B4-BE49-F238E27FC236}">
                <a16:creationId xmlns:a16="http://schemas.microsoft.com/office/drawing/2014/main" id="{73302C37-591F-410C-B5AA-8C515F26CE14}"/>
              </a:ext>
            </a:extLst>
          </p:cNvPr>
          <p:cNvSpPr>
            <a:spLocks noGrp="1"/>
          </p:cNvSpPr>
          <p:nvPr>
            <p:ph type="sldNum" sz="quarter" idx="12"/>
          </p:nvPr>
        </p:nvSpPr>
        <p:spPr/>
        <p:txBody>
          <a:bodyPr/>
          <a:lstStyle/>
          <a:p>
            <a:fld id="{008559AE-1842-40A5-A2A9-0518F39FD1A9}" type="slidenum">
              <a:rPr lang="en-US" smtClean="0"/>
              <a:t>‹#›</a:t>
            </a:fld>
            <a:endParaRPr lang="en-US"/>
          </a:p>
        </p:txBody>
      </p:sp>
    </p:spTree>
    <p:extLst>
      <p:ext uri="{BB962C8B-B14F-4D97-AF65-F5344CB8AC3E}">
        <p14:creationId xmlns:p14="http://schemas.microsoft.com/office/powerpoint/2010/main" val="3919061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1D8EC-B3EC-45B8-80A9-EB2955321E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1BE5CB1-9A52-407D-9714-6B719FE978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E07748-238B-4EDD-8118-BD7336FFF0C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5EB07D-1FD2-40D5-B059-0935C37A919D}" type="datetime1">
              <a:rPr lang="en-US" smtClean="0"/>
              <a:t>3/10/2026</a:t>
            </a:fld>
            <a:endParaRPr lang="en-US"/>
          </a:p>
        </p:txBody>
      </p:sp>
      <p:sp>
        <p:nvSpPr>
          <p:cNvPr id="5" name="Footer Placeholder 4">
            <a:extLst>
              <a:ext uri="{FF2B5EF4-FFF2-40B4-BE49-F238E27FC236}">
                <a16:creationId xmlns:a16="http://schemas.microsoft.com/office/drawing/2014/main" id="{109277D7-910E-4130-B9EE-C5EFBB05E5C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Operating Systems</a:t>
            </a:r>
          </a:p>
        </p:txBody>
      </p:sp>
      <p:sp>
        <p:nvSpPr>
          <p:cNvPr id="6" name="Slide Number Placeholder 5">
            <a:extLst>
              <a:ext uri="{FF2B5EF4-FFF2-40B4-BE49-F238E27FC236}">
                <a16:creationId xmlns:a16="http://schemas.microsoft.com/office/drawing/2014/main" id="{62CDCC63-9F16-4EEB-858E-FC2CFC17CF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8559AE-1842-40A5-A2A9-0518F39FD1A9}" type="slidenum">
              <a:rPr lang="en-US" smtClean="0"/>
              <a:t>‹#›</a:t>
            </a:fld>
            <a:endParaRPr lang="en-US"/>
          </a:p>
        </p:txBody>
      </p:sp>
    </p:spTree>
    <p:extLst>
      <p:ext uri="{BB962C8B-B14F-4D97-AF65-F5344CB8AC3E}">
        <p14:creationId xmlns:p14="http://schemas.microsoft.com/office/powerpoint/2010/main" val="34217283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7870F2-A17E-4535-8ECE-F608007055B7}"/>
              </a:ext>
            </a:extLst>
          </p:cNvPr>
          <p:cNvSpPr>
            <a:spLocks noGrp="1"/>
          </p:cNvSpPr>
          <p:nvPr>
            <p:ph type="ctrTitle"/>
          </p:nvPr>
        </p:nvSpPr>
        <p:spPr>
          <a:xfrm>
            <a:off x="1524000" y="1711835"/>
            <a:ext cx="9144000" cy="2387600"/>
          </a:xfrm>
        </p:spPr>
        <p:txBody>
          <a:bodyPr>
            <a:normAutofit/>
          </a:bodyPr>
          <a:lstStyle/>
          <a:p>
            <a:r>
              <a:rPr lang="en-US"/>
              <a:t>Software Engineering</a:t>
            </a:r>
            <a:br>
              <a:rPr lang="en-US"/>
            </a:br>
            <a:r>
              <a:rPr lang="en-US" sz="4000"/>
              <a:t>(CS3201)</a:t>
            </a:r>
            <a:br>
              <a:rPr lang="en-US" sz="4000">
                <a:ea typeface="Calibri Light"/>
                <a:cs typeface="Calibri Light"/>
              </a:rPr>
            </a:br>
            <a:r>
              <a:rPr lang="en-US" sz="2400">
                <a:ea typeface="Calibri Light"/>
                <a:cs typeface="Calibri Light"/>
              </a:rPr>
              <a:t>System Models</a:t>
            </a:r>
            <a:br>
              <a:rPr lang="en-US"/>
            </a:br>
            <a:endParaRPr lang="en-US" sz="4000">
              <a:cs typeface="Calibri Light"/>
            </a:endParaRPr>
          </a:p>
        </p:txBody>
      </p:sp>
      <p:sp>
        <p:nvSpPr>
          <p:cNvPr id="3" name="Subtitle 2">
            <a:extLst>
              <a:ext uri="{FF2B5EF4-FFF2-40B4-BE49-F238E27FC236}">
                <a16:creationId xmlns:a16="http://schemas.microsoft.com/office/drawing/2014/main" id="{445A8E92-73AA-4E3A-9516-63C46A8A4304}"/>
              </a:ext>
            </a:extLst>
          </p:cNvPr>
          <p:cNvSpPr>
            <a:spLocks noGrp="1"/>
          </p:cNvSpPr>
          <p:nvPr>
            <p:ph type="subTitle" idx="1"/>
          </p:nvPr>
        </p:nvSpPr>
        <p:spPr>
          <a:xfrm>
            <a:off x="1524000" y="3960626"/>
            <a:ext cx="9144000" cy="1655762"/>
          </a:xfrm>
        </p:spPr>
        <p:txBody>
          <a:bodyPr/>
          <a:lstStyle/>
          <a:p>
            <a:r>
              <a:rPr lang="en-US"/>
              <a:t>Avinash</a:t>
            </a:r>
          </a:p>
        </p:txBody>
      </p:sp>
      <p:pic>
        <p:nvPicPr>
          <p:cNvPr id="5" name="Picture 4">
            <a:extLst>
              <a:ext uri="{FF2B5EF4-FFF2-40B4-BE49-F238E27FC236}">
                <a16:creationId xmlns:a16="http://schemas.microsoft.com/office/drawing/2014/main" id="{ED6C0CC1-7E7A-46BB-AEDF-E956EA6F045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7575" y="5235388"/>
            <a:ext cx="5276850" cy="762000"/>
          </a:xfrm>
          <a:prstGeom prst="rect">
            <a:avLst/>
          </a:prstGeom>
        </p:spPr>
      </p:pic>
    </p:spTree>
    <p:extLst>
      <p:ext uri="{BB962C8B-B14F-4D97-AF65-F5344CB8AC3E}">
        <p14:creationId xmlns:p14="http://schemas.microsoft.com/office/powerpoint/2010/main" val="1540275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A06E37-87F1-AC20-72FB-2A2C17D140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82DAEA-B1E4-AF1D-9DCC-AEB20C430C47}"/>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3CD8EBB5-37D0-C01C-F305-06E1A81FA5D6}"/>
              </a:ext>
            </a:extLst>
          </p:cNvPr>
          <p:cNvSpPr>
            <a:spLocks noGrp="1"/>
          </p:cNvSpPr>
          <p:nvPr>
            <p:ph idx="1"/>
          </p:nvPr>
        </p:nvSpPr>
        <p:spPr>
          <a:xfrm>
            <a:off x="838200" y="1690328"/>
            <a:ext cx="10515600" cy="4633173"/>
          </a:xfrm>
        </p:spPr>
        <p:txBody>
          <a:bodyPr vert="horz" lIns="91440" tIns="45720" rIns="91440" bIns="45720" rtlCol="0" anchor="t">
            <a:normAutofit/>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System Modelling</a:t>
            </a:r>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27A97DE-5F11-E65F-1CAE-A09954943D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BB87A94-F1F3-59E2-55A9-C6F5D1367073}"/>
              </a:ext>
            </a:extLst>
          </p:cNvPr>
          <p:cNvSpPr>
            <a:spLocks noGrp="1"/>
          </p:cNvSpPr>
          <p:nvPr>
            <p:ph type="sldNum" sz="quarter" idx="12"/>
          </p:nvPr>
        </p:nvSpPr>
        <p:spPr/>
        <p:txBody>
          <a:bodyPr/>
          <a:lstStyle/>
          <a:p>
            <a:fld id="{008559AE-1842-40A5-A2A9-0518F39FD1A9}" type="slidenum">
              <a:rPr lang="en-US" smtClean="0"/>
              <a:t>2</a:t>
            </a:fld>
            <a:endParaRPr lang="en-GB"/>
          </a:p>
        </p:txBody>
      </p:sp>
      <p:sp>
        <p:nvSpPr>
          <p:cNvPr id="7" name="Footer Placeholder 6">
            <a:extLst>
              <a:ext uri="{FF2B5EF4-FFF2-40B4-BE49-F238E27FC236}">
                <a16:creationId xmlns:a16="http://schemas.microsoft.com/office/drawing/2014/main" id="{26D720D2-929C-9827-AFD1-1A7322C969B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9245057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DDFA2-0F4C-0EA2-798F-D6A5311D5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A47B4-E3C2-3296-7380-E7CEADD60F53}"/>
              </a:ext>
            </a:extLst>
          </p:cNvPr>
          <p:cNvSpPr>
            <a:spLocks noGrp="1"/>
          </p:cNvSpPr>
          <p:nvPr>
            <p:ph type="title"/>
          </p:nvPr>
        </p:nvSpPr>
        <p:spPr/>
        <p:txBody>
          <a:bodyPr/>
          <a:lstStyle/>
          <a:p>
            <a:r>
              <a:rPr lang="en-GB">
                <a:ea typeface="Calibri Light"/>
                <a:cs typeface="Calibri Light"/>
              </a:rPr>
              <a:t>Introduction</a:t>
            </a:r>
            <a:endParaRPr lang="en-US"/>
          </a:p>
        </p:txBody>
      </p:sp>
      <p:sp>
        <p:nvSpPr>
          <p:cNvPr id="3" name="Content Placeholder 2">
            <a:extLst>
              <a:ext uri="{FF2B5EF4-FFF2-40B4-BE49-F238E27FC236}">
                <a16:creationId xmlns:a16="http://schemas.microsoft.com/office/drawing/2014/main" id="{31932857-BFC7-D9FE-C8F3-E1C975AD4542}"/>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dirty="0">
                <a:ea typeface="Calibri" panose="020F0502020204030204"/>
                <a:cs typeface="Calibri"/>
              </a:rPr>
              <a:t>System Models are something that may be developed as part of Requirements Engineering (though they may also be used in other processes, especially in design phase)</a:t>
            </a:r>
          </a:p>
          <a:p>
            <a:r>
              <a:rPr lang="en-US" dirty="0">
                <a:ea typeface="Calibri" panose="020F0502020204030204"/>
                <a:cs typeface="Calibri"/>
              </a:rPr>
              <a:t>System Models: </a:t>
            </a:r>
            <a:r>
              <a:rPr lang="en-US" dirty="0">
                <a:highlight>
                  <a:srgbClr val="FFFF00"/>
                </a:highlight>
                <a:ea typeface="Calibri" panose="020F0502020204030204"/>
                <a:cs typeface="Calibri"/>
              </a:rPr>
              <a:t>Graphical models (diagrams)</a:t>
            </a:r>
            <a:r>
              <a:rPr lang="en-US" dirty="0">
                <a:ea typeface="Calibri" panose="020F0502020204030204"/>
                <a:cs typeface="Calibri"/>
              </a:rPr>
              <a:t>, which can be used to </a:t>
            </a:r>
            <a:r>
              <a:rPr lang="en-US" dirty="0">
                <a:highlight>
                  <a:srgbClr val="FFFF00"/>
                </a:highlight>
                <a:ea typeface="Calibri" panose="020F0502020204030204"/>
                <a:cs typeface="Calibri"/>
              </a:rPr>
              <a:t>represent Software systems</a:t>
            </a:r>
          </a:p>
          <a:p>
            <a:r>
              <a:rPr lang="en-US" dirty="0">
                <a:ea typeface="Calibri" panose="020F0502020204030204"/>
                <a:cs typeface="Calibri"/>
              </a:rPr>
              <a:t>System Modelling Perspectives (how you want to view system):</a:t>
            </a:r>
          </a:p>
          <a:p>
            <a:pPr lvl="1"/>
            <a:r>
              <a:rPr lang="en-US" dirty="0">
                <a:ea typeface="Calibri" panose="020F0502020204030204"/>
                <a:cs typeface="Calibri"/>
              </a:rPr>
              <a:t>Context</a:t>
            </a:r>
          </a:p>
          <a:p>
            <a:pPr lvl="1"/>
            <a:r>
              <a:rPr lang="en-US" dirty="0">
                <a:ea typeface="Calibri" panose="020F0502020204030204"/>
                <a:cs typeface="Calibri"/>
              </a:rPr>
              <a:t>Interaction</a:t>
            </a:r>
          </a:p>
          <a:p>
            <a:pPr lvl="1"/>
            <a:r>
              <a:rPr lang="en-US" dirty="0">
                <a:ea typeface="Calibri" panose="020F0502020204030204"/>
                <a:cs typeface="Calibri"/>
              </a:rPr>
              <a:t>Structure</a:t>
            </a:r>
          </a:p>
          <a:p>
            <a:pPr lvl="1"/>
            <a:r>
              <a:rPr lang="en-US" dirty="0">
                <a:ea typeface="Calibri" panose="020F0502020204030204"/>
                <a:cs typeface="Calibri"/>
              </a:rPr>
              <a:t>Behavior</a:t>
            </a:r>
          </a:p>
          <a:p>
            <a:r>
              <a:rPr lang="en-US" dirty="0">
                <a:ea typeface="Calibri" panose="020F0502020204030204"/>
                <a:cs typeface="Calibri"/>
              </a:rPr>
              <a:t>UML provides a set of diagrams that can be used to represent system models</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194D6C0C-ECEF-4AD0-EAFC-A8CB3D65F35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4B2F9D8-B663-DF0A-85E9-E59838CF14AA}"/>
              </a:ext>
            </a:extLst>
          </p:cNvPr>
          <p:cNvSpPr>
            <a:spLocks noGrp="1"/>
          </p:cNvSpPr>
          <p:nvPr>
            <p:ph type="sldNum" sz="quarter" idx="12"/>
          </p:nvPr>
        </p:nvSpPr>
        <p:spPr/>
        <p:txBody>
          <a:bodyPr/>
          <a:lstStyle/>
          <a:p>
            <a:fld id="{008559AE-1842-40A5-A2A9-0518F39FD1A9}" type="slidenum">
              <a:rPr lang="en-US" smtClean="0"/>
              <a:t>3</a:t>
            </a:fld>
            <a:endParaRPr lang="en-GB"/>
          </a:p>
        </p:txBody>
      </p:sp>
      <p:sp>
        <p:nvSpPr>
          <p:cNvPr id="7" name="Footer Placeholder 6">
            <a:extLst>
              <a:ext uri="{FF2B5EF4-FFF2-40B4-BE49-F238E27FC236}">
                <a16:creationId xmlns:a16="http://schemas.microsoft.com/office/drawing/2014/main" id="{7257817C-3D36-9987-7EA5-CA8E3617F915}"/>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43CE31B5-DBF7-B25D-66CD-5776F58A94CE}"/>
              </a:ext>
            </a:extLst>
          </p:cNvPr>
          <p:cNvSpPr txBox="1"/>
          <p:nvPr/>
        </p:nvSpPr>
        <p:spPr>
          <a:xfrm>
            <a:off x="3428955" y="4097529"/>
            <a:ext cx="868414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Different people want to view a system (or anything) from different points of view. End user might be interested in how he/ she/ they interact with the system, an architect might be interested in class organization, a developer might be interested in </a:t>
            </a:r>
            <a:r>
              <a:rPr lang="en-US" err="1">
                <a:ea typeface="Calibri"/>
                <a:cs typeface="Calibri"/>
              </a:rPr>
              <a:t>behavi</a:t>
            </a:r>
            <a:r>
              <a:rPr lang="en-US">
                <a:ea typeface="Calibri"/>
                <a:cs typeface="Calibri"/>
              </a:rPr>
              <a:t>or (message passing between classes).</a:t>
            </a:r>
            <a:endParaRPr lang="en-US" dirty="0">
              <a:ea typeface="Calibri"/>
              <a:cs typeface="Calibri"/>
            </a:endParaRPr>
          </a:p>
        </p:txBody>
      </p:sp>
    </p:spTree>
    <p:extLst>
      <p:ext uri="{BB962C8B-B14F-4D97-AF65-F5344CB8AC3E}">
        <p14:creationId xmlns:p14="http://schemas.microsoft.com/office/powerpoint/2010/main" val="3811169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B3288-B33F-B6DD-49CB-03C1A59E6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3CF2B-854C-CC48-9680-45A162759D65}"/>
              </a:ext>
            </a:extLst>
          </p:cNvPr>
          <p:cNvSpPr>
            <a:spLocks noGrp="1"/>
          </p:cNvSpPr>
          <p:nvPr>
            <p:ph type="title"/>
          </p:nvPr>
        </p:nvSpPr>
        <p:spPr/>
        <p:txBody>
          <a:bodyPr/>
          <a:lstStyle/>
          <a:p>
            <a:r>
              <a:rPr lang="en-GB">
                <a:ea typeface="Calibri Light"/>
                <a:cs typeface="Calibri Light"/>
              </a:rPr>
              <a:t>Introduction</a:t>
            </a:r>
            <a:endParaRPr lang="en-US"/>
          </a:p>
        </p:txBody>
      </p:sp>
      <p:sp>
        <p:nvSpPr>
          <p:cNvPr id="3" name="Content Placeholder 2">
            <a:extLst>
              <a:ext uri="{FF2B5EF4-FFF2-40B4-BE49-F238E27FC236}">
                <a16:creationId xmlns:a16="http://schemas.microsoft.com/office/drawing/2014/main" id="{BB1998E0-72CB-339E-B9FC-7C9E76D9C74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One more facet to System Modelling – Model driven engineering</a:t>
            </a:r>
          </a:p>
          <a:p>
            <a:r>
              <a:rPr lang="en-US" dirty="0">
                <a:ea typeface="+mn-lt"/>
                <a:cs typeface="+mn-lt"/>
              </a:rPr>
              <a:t>Model driven engineering: Executable system is generated from </a:t>
            </a:r>
            <a:r>
              <a:rPr lang="en-US">
                <a:ea typeface="+mn-lt"/>
                <a:cs typeface="+mn-lt"/>
              </a:rPr>
              <a:t>structural and behavioral models</a:t>
            </a:r>
            <a:endParaRPr lang="en-US" dirty="0">
              <a:ea typeface="Calibri" panose="020F0502020204030204"/>
              <a:cs typeface="Calibri" panose="020F0502020204030204"/>
            </a:endParaRPr>
          </a:p>
          <a:p>
            <a:r>
              <a:rPr lang="en-US" dirty="0">
                <a:ea typeface="Calibri" panose="020F0502020204030204"/>
                <a:cs typeface="Calibri" panose="020F0502020204030204"/>
              </a:rPr>
              <a:t>Example tools (to convert System Models into </a:t>
            </a:r>
            <a:r>
              <a:rPr lang="en-US">
                <a:ea typeface="Calibri" panose="020F0502020204030204"/>
                <a:cs typeface="Calibri" panose="020F0502020204030204"/>
              </a:rPr>
              <a:t>executable code, configuration files, etc.):</a:t>
            </a:r>
          </a:p>
          <a:p>
            <a:pPr lvl="1"/>
            <a:r>
              <a:rPr lang="en-US">
                <a:ea typeface="Calibri" panose="020F0502020204030204"/>
                <a:cs typeface="Calibri" panose="020F0502020204030204"/>
              </a:rPr>
              <a:t>Eclipse Modelling Framework</a:t>
            </a:r>
            <a:endParaRPr lang="en-US" dirty="0">
              <a:ea typeface="Calibri" panose="020F0502020204030204"/>
              <a:cs typeface="Calibri"/>
            </a:endParaRPr>
          </a:p>
          <a:p>
            <a:pPr lvl="1"/>
            <a:r>
              <a:rPr lang="en-US">
                <a:ea typeface="Calibri" panose="020F0502020204030204"/>
                <a:cs typeface="Calibri"/>
              </a:rPr>
              <a:t>Papyrus</a:t>
            </a:r>
            <a:endParaRPr lang="en-US" dirty="0">
              <a:ea typeface="Calibri" panose="020F0502020204030204"/>
              <a:cs typeface="Calibri"/>
            </a:endParaRPr>
          </a:p>
          <a:p>
            <a:pPr lvl="1"/>
            <a:r>
              <a:rPr lang="en-US">
                <a:ea typeface="Calibri" panose="020F0502020204030204"/>
                <a:cs typeface="Calibri"/>
              </a:rPr>
              <a:t>IBM Rational Rhapsody</a:t>
            </a:r>
            <a:endParaRPr lang="en-US" dirty="0">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E159651-2745-78FD-9633-CF9DFA58B02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B9DF0F1-FAB3-944B-3874-384FFCDD4A29}"/>
              </a:ext>
            </a:extLst>
          </p:cNvPr>
          <p:cNvSpPr>
            <a:spLocks noGrp="1"/>
          </p:cNvSpPr>
          <p:nvPr>
            <p:ph type="sldNum" sz="quarter" idx="12"/>
          </p:nvPr>
        </p:nvSpPr>
        <p:spPr/>
        <p:txBody>
          <a:bodyPr/>
          <a:lstStyle/>
          <a:p>
            <a:fld id="{008559AE-1842-40A5-A2A9-0518F39FD1A9}" type="slidenum">
              <a:rPr lang="en-US" smtClean="0"/>
              <a:t>4</a:t>
            </a:fld>
            <a:endParaRPr lang="en-GB"/>
          </a:p>
        </p:txBody>
      </p:sp>
      <p:sp>
        <p:nvSpPr>
          <p:cNvPr id="7" name="Footer Placeholder 6">
            <a:extLst>
              <a:ext uri="{FF2B5EF4-FFF2-40B4-BE49-F238E27FC236}">
                <a16:creationId xmlns:a16="http://schemas.microsoft.com/office/drawing/2014/main" id="{30F48C76-C90E-AAA7-3029-795B1010E84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4256442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4AAC7-E47D-C5D4-A383-9D731272B3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7201E-C66D-DEA7-A188-AE19240AB636}"/>
              </a:ext>
            </a:extLst>
          </p:cNvPr>
          <p:cNvSpPr>
            <a:spLocks noGrp="1"/>
          </p:cNvSpPr>
          <p:nvPr>
            <p:ph type="title"/>
          </p:nvPr>
        </p:nvSpPr>
        <p:spPr/>
        <p:txBody>
          <a:bodyPr/>
          <a:lstStyle/>
          <a:p>
            <a:r>
              <a:rPr lang="en-GB">
                <a:ea typeface="Calibri Light"/>
                <a:cs typeface="Calibri Light"/>
              </a:rPr>
              <a:t>System Modelling</a:t>
            </a:r>
            <a:endParaRPr lang="en-US" err="1"/>
          </a:p>
        </p:txBody>
      </p:sp>
      <p:sp>
        <p:nvSpPr>
          <p:cNvPr id="3" name="Content Placeholder 2">
            <a:extLst>
              <a:ext uri="{FF2B5EF4-FFF2-40B4-BE49-F238E27FC236}">
                <a16:creationId xmlns:a16="http://schemas.microsoft.com/office/drawing/2014/main" id="{3B1597D1-3162-6966-C889-150E5E86D526}"/>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System modeling: Process of developing </a:t>
            </a:r>
            <a:r>
              <a:rPr lang="en-US">
                <a:highlight>
                  <a:srgbClr val="FFFF00"/>
                </a:highlight>
                <a:ea typeface="+mn-lt"/>
                <a:cs typeface="+mn-lt"/>
              </a:rPr>
              <a:t>abstract models</a:t>
            </a:r>
            <a:r>
              <a:rPr lang="en-US">
                <a:ea typeface="+mn-lt"/>
                <a:cs typeface="+mn-lt"/>
              </a:rPr>
              <a:t> of a system</a:t>
            </a:r>
            <a:endParaRPr lang="en-US">
              <a:ea typeface="Calibri" panose="020F0502020204030204"/>
              <a:cs typeface="Calibri" panose="020F0502020204030204"/>
            </a:endParaRPr>
          </a:p>
          <a:p>
            <a:r>
              <a:rPr lang="en-US" dirty="0">
                <a:ea typeface="Calibri" panose="020F0502020204030204"/>
                <a:cs typeface="Calibri" panose="020F0502020204030204"/>
              </a:rPr>
              <a:t>"abstract model": Simplified representation of the system, process (actions, activities) or data (data stored, processed, exchanged)</a:t>
            </a:r>
          </a:p>
          <a:p>
            <a:r>
              <a:rPr lang="en-US" dirty="0">
                <a:ea typeface="Calibri" panose="020F0502020204030204"/>
                <a:cs typeface="Calibri" panose="020F0502020204030204"/>
              </a:rPr>
              <a:t>There are </a:t>
            </a:r>
            <a:r>
              <a:rPr lang="en-US" u="sng" dirty="0">
                <a:highlight>
                  <a:srgbClr val="FFFF00"/>
                </a:highlight>
                <a:ea typeface="Calibri" panose="020F0502020204030204"/>
                <a:cs typeface="Calibri"/>
              </a:rPr>
              <a:t>different kinds of abstract models</a:t>
            </a:r>
            <a:r>
              <a:rPr lang="en-US" dirty="0">
                <a:ea typeface="Calibri" panose="020F0502020204030204"/>
                <a:cs typeface="Calibri"/>
              </a:rPr>
              <a:t>, each differ in the kind of view or perspective it presents</a:t>
            </a:r>
          </a:p>
          <a:p>
            <a:r>
              <a:rPr lang="en-US" dirty="0">
                <a:ea typeface="Calibri" panose="020F0502020204030204"/>
                <a:cs typeface="Calibri"/>
              </a:rPr>
              <a:t>System modelling, in common usage, means representing the system in graphical notation based on diagram types in the UML (however, there can be formal mathematical models as well – not covered at this point in the course)</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9D254FDA-5946-C0DF-62C3-475C76C9B1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59E1942-3508-186F-6079-B1AE8BD771D9}"/>
              </a:ext>
            </a:extLst>
          </p:cNvPr>
          <p:cNvSpPr>
            <a:spLocks noGrp="1"/>
          </p:cNvSpPr>
          <p:nvPr>
            <p:ph type="sldNum" sz="quarter" idx="12"/>
          </p:nvPr>
        </p:nvSpPr>
        <p:spPr/>
        <p:txBody>
          <a:bodyPr/>
          <a:lstStyle/>
          <a:p>
            <a:fld id="{008559AE-1842-40A5-A2A9-0518F39FD1A9}" type="slidenum">
              <a:rPr lang="en-US" smtClean="0"/>
              <a:t>5</a:t>
            </a:fld>
            <a:endParaRPr lang="en-GB"/>
          </a:p>
        </p:txBody>
      </p:sp>
      <p:sp>
        <p:nvSpPr>
          <p:cNvPr id="7" name="Footer Placeholder 6">
            <a:extLst>
              <a:ext uri="{FF2B5EF4-FFF2-40B4-BE49-F238E27FC236}">
                <a16:creationId xmlns:a16="http://schemas.microsoft.com/office/drawing/2014/main" id="{8AEF1591-2C2D-7354-0C2E-59954C3FCAC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77496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14F4F-7D65-3E8E-A7CD-1B02352D95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9AE8C-982F-9A44-EDAC-D8FE60F6A06E}"/>
              </a:ext>
            </a:extLst>
          </p:cNvPr>
          <p:cNvSpPr>
            <a:spLocks noGrp="1"/>
          </p:cNvSpPr>
          <p:nvPr>
            <p:ph type="title"/>
          </p:nvPr>
        </p:nvSpPr>
        <p:spPr/>
        <p:txBody>
          <a:bodyPr/>
          <a:lstStyle/>
          <a:p>
            <a:r>
              <a:rPr lang="en-GB">
                <a:ea typeface="Calibri Light"/>
                <a:cs typeface="Calibri Light"/>
              </a:rPr>
              <a:t>Why (and where to) use models?</a:t>
            </a:r>
          </a:p>
        </p:txBody>
      </p:sp>
      <p:sp>
        <p:nvSpPr>
          <p:cNvPr id="3" name="Content Placeholder 2">
            <a:extLst>
              <a:ext uri="{FF2B5EF4-FFF2-40B4-BE49-F238E27FC236}">
                <a16:creationId xmlns:a16="http://schemas.microsoft.com/office/drawing/2014/main" id="{F7C92C6F-F4A0-ADED-694C-AC659DE392AF}"/>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In</a:t>
            </a:r>
            <a:r>
              <a:rPr lang="en-US">
                <a:ea typeface="Calibri" panose="020F0502020204030204"/>
                <a:cs typeface="Calibri"/>
              </a:rPr>
              <a:t> Requirements Engineering: To help find/ understand detailed requirements for a system</a:t>
            </a:r>
          </a:p>
          <a:p>
            <a:r>
              <a:rPr lang="en-US">
                <a:ea typeface="Calibri" panose="020F0502020204030204"/>
                <a:cs typeface="Calibri"/>
              </a:rPr>
              <a:t>In Design Process: Describe the system to engineers implementing the system</a:t>
            </a:r>
          </a:p>
          <a:p>
            <a:r>
              <a:rPr lang="en-US">
                <a:ea typeface="Calibri" panose="020F0502020204030204"/>
                <a:cs typeface="Calibri"/>
              </a:rPr>
              <a:t>After Implementation: To document the system structure and operation</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039F725-8A84-E70D-61ED-28C36180EA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3DDCC61-CCD9-4505-1983-66FDADB003B2}"/>
              </a:ext>
            </a:extLst>
          </p:cNvPr>
          <p:cNvSpPr>
            <a:spLocks noGrp="1"/>
          </p:cNvSpPr>
          <p:nvPr>
            <p:ph type="sldNum" sz="quarter" idx="12"/>
          </p:nvPr>
        </p:nvSpPr>
        <p:spPr/>
        <p:txBody>
          <a:bodyPr/>
          <a:lstStyle/>
          <a:p>
            <a:fld id="{008559AE-1842-40A5-A2A9-0518F39FD1A9}" type="slidenum">
              <a:rPr lang="en-US" smtClean="0"/>
              <a:t>6</a:t>
            </a:fld>
            <a:endParaRPr lang="en-GB"/>
          </a:p>
        </p:txBody>
      </p:sp>
      <p:sp>
        <p:nvSpPr>
          <p:cNvPr id="7" name="Footer Placeholder 6">
            <a:extLst>
              <a:ext uri="{FF2B5EF4-FFF2-40B4-BE49-F238E27FC236}">
                <a16:creationId xmlns:a16="http://schemas.microsoft.com/office/drawing/2014/main" id="{E97DD78A-1794-6A06-6733-C2F6BDC63BB3}"/>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07648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97FF52-0771-F2C2-32A8-2EC39F00E2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199280-12D3-DA95-BA06-764722DDA917}"/>
              </a:ext>
            </a:extLst>
          </p:cNvPr>
          <p:cNvSpPr>
            <a:spLocks noGrp="1"/>
          </p:cNvSpPr>
          <p:nvPr>
            <p:ph type="title"/>
          </p:nvPr>
        </p:nvSpPr>
        <p:spPr/>
        <p:txBody>
          <a:bodyPr/>
          <a:lstStyle/>
          <a:p>
            <a:r>
              <a:rPr lang="en-GB">
                <a:ea typeface="Calibri Light"/>
                <a:cs typeface="Calibri Light"/>
              </a:rPr>
              <a:t>What do you usually model?</a:t>
            </a:r>
          </a:p>
        </p:txBody>
      </p:sp>
      <p:sp>
        <p:nvSpPr>
          <p:cNvPr id="3" name="Content Placeholder 2">
            <a:extLst>
              <a:ext uri="{FF2B5EF4-FFF2-40B4-BE49-F238E27FC236}">
                <a16:creationId xmlns:a16="http://schemas.microsoft.com/office/drawing/2014/main" id="{F257AE3C-3CE1-C352-20B3-1B63D532BA1A}"/>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a:ea typeface="+mn-lt"/>
                <a:cs typeface="+mn-lt"/>
              </a:rPr>
              <a:t>Existing Systems</a:t>
            </a:r>
            <a:endParaRPr lang="en-US"/>
          </a:p>
          <a:p>
            <a:r>
              <a:rPr lang="en-US">
                <a:ea typeface="Calibri" panose="020F0502020204030204"/>
                <a:cs typeface="Calibri"/>
              </a:rPr>
              <a:t>Systems to be developed</a:t>
            </a:r>
          </a:p>
          <a:p>
            <a:endParaRPr lang="en-US">
              <a:ea typeface="Calibri" panose="020F0502020204030204"/>
              <a:cs typeface="Calibri"/>
            </a:endParaRPr>
          </a:p>
          <a:p>
            <a:r>
              <a:rPr lang="en-US">
                <a:ea typeface="Calibri" panose="020F0502020204030204"/>
                <a:cs typeface="Calibri"/>
              </a:rPr>
              <a:t>Existing systems models:</a:t>
            </a:r>
          </a:p>
          <a:p>
            <a:pPr lvl="1"/>
            <a:r>
              <a:rPr lang="en-US">
                <a:ea typeface="Calibri" panose="020F0502020204030204"/>
                <a:cs typeface="Calibri"/>
              </a:rPr>
              <a:t>Used in Requirements Engineering to clarify what existing system does</a:t>
            </a:r>
          </a:p>
          <a:p>
            <a:pPr lvl="1"/>
            <a:r>
              <a:rPr lang="en-US">
                <a:ea typeface="Calibri" panose="020F0502020204030204"/>
                <a:cs typeface="Calibri"/>
              </a:rPr>
              <a:t>Focus stakeholder discussion on strengths and weaknesses</a:t>
            </a:r>
          </a:p>
          <a:p>
            <a:r>
              <a:rPr lang="en-US">
                <a:ea typeface="Calibri" panose="020F0502020204030204"/>
                <a:cs typeface="Calibri"/>
              </a:rPr>
              <a:t>Models of systems to be developed:</a:t>
            </a:r>
          </a:p>
          <a:p>
            <a:pPr lvl="1"/>
            <a:r>
              <a:rPr lang="en-US">
                <a:ea typeface="Calibri" panose="020F0502020204030204"/>
                <a:cs typeface="Calibri"/>
              </a:rPr>
              <a:t>Explain the proposed requirements to the stakeholders</a:t>
            </a:r>
          </a:p>
          <a:p>
            <a:pPr lvl="1"/>
            <a:r>
              <a:rPr lang="en-US">
                <a:ea typeface="Calibri" panose="020F0502020204030204"/>
                <a:cs typeface="Calibri"/>
              </a:rPr>
              <a:t>Engineers use these models to discuss design and document for implementation</a:t>
            </a:r>
          </a:p>
          <a:p>
            <a:pPr lvl="1"/>
            <a:r>
              <a:rPr lang="en-US">
                <a:ea typeface="Calibri" panose="020F0502020204030204"/>
                <a:cs typeface="Calibri"/>
              </a:rPr>
              <a:t>Model driven Engineering process: Generate complete or partial system from models</a:t>
            </a: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0845F5E-38CD-50B9-D1C7-C284E80E6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3A343DB7-9D5A-6BBB-83AB-7C4B09A3C07D}"/>
              </a:ext>
            </a:extLst>
          </p:cNvPr>
          <p:cNvSpPr>
            <a:spLocks noGrp="1"/>
          </p:cNvSpPr>
          <p:nvPr>
            <p:ph type="sldNum" sz="quarter" idx="12"/>
          </p:nvPr>
        </p:nvSpPr>
        <p:spPr/>
        <p:txBody>
          <a:bodyPr/>
          <a:lstStyle/>
          <a:p>
            <a:fld id="{008559AE-1842-40A5-A2A9-0518F39FD1A9}" type="slidenum">
              <a:rPr lang="en-US" smtClean="0"/>
              <a:t>7</a:t>
            </a:fld>
            <a:endParaRPr lang="en-GB"/>
          </a:p>
        </p:txBody>
      </p:sp>
      <p:sp>
        <p:nvSpPr>
          <p:cNvPr id="7" name="Footer Placeholder 6">
            <a:extLst>
              <a:ext uri="{FF2B5EF4-FFF2-40B4-BE49-F238E27FC236}">
                <a16:creationId xmlns:a16="http://schemas.microsoft.com/office/drawing/2014/main" id="{15738A7E-B846-B85B-EF04-950DE7F2F27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926182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9256B5-C6C6-9FA8-C876-37570BC021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56474-6139-1ECD-ECB3-CD7EEB82AF03}"/>
              </a:ext>
            </a:extLst>
          </p:cNvPr>
          <p:cNvSpPr>
            <a:spLocks noGrp="1"/>
          </p:cNvSpPr>
          <p:nvPr>
            <p:ph type="title"/>
          </p:nvPr>
        </p:nvSpPr>
        <p:spPr/>
        <p:txBody>
          <a:bodyPr/>
          <a:lstStyle/>
          <a:p>
            <a:r>
              <a:rPr lang="en-GB">
                <a:ea typeface="Calibri Light"/>
                <a:cs typeface="Calibri Light"/>
              </a:rPr>
              <a:t>What is / is NOT a system model</a:t>
            </a:r>
            <a:endParaRPr lang="en-US"/>
          </a:p>
        </p:txBody>
      </p:sp>
      <p:sp>
        <p:nvSpPr>
          <p:cNvPr id="3" name="Content Placeholder 2">
            <a:extLst>
              <a:ext uri="{FF2B5EF4-FFF2-40B4-BE49-F238E27FC236}">
                <a16:creationId xmlns:a16="http://schemas.microsoft.com/office/drawing/2014/main" id="{8059C256-71C2-490F-C60E-2F4571622DBC}"/>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System Model is NOT a complete representation of the system</a:t>
            </a:r>
          </a:p>
          <a:p>
            <a:r>
              <a:rPr lang="en-US">
                <a:ea typeface="Calibri" panose="020F0502020204030204"/>
                <a:cs typeface="Calibri"/>
              </a:rPr>
              <a:t>Purposely leaves out detail making it easier to understand</a:t>
            </a:r>
          </a:p>
          <a:p>
            <a:r>
              <a:rPr lang="en-US">
                <a:ea typeface="Calibri" panose="020F0502020204030204"/>
                <a:cs typeface="Calibri"/>
              </a:rPr>
              <a:t>It is an </a:t>
            </a:r>
            <a:r>
              <a:rPr lang="en-US" b="1">
                <a:ea typeface="Calibri" panose="020F0502020204030204"/>
                <a:cs typeface="Calibri"/>
              </a:rPr>
              <a:t>abstraction of the system</a:t>
            </a:r>
            <a:r>
              <a:rPr lang="en-US">
                <a:ea typeface="Calibri" panose="020F0502020204030204"/>
                <a:cs typeface="Calibri"/>
              </a:rPr>
              <a:t>, rather than a representation of the system</a:t>
            </a:r>
          </a:p>
          <a:p>
            <a:r>
              <a:rPr lang="en-US">
                <a:ea typeface="Calibri" panose="020F0502020204030204"/>
                <a:cs typeface="Calibri"/>
              </a:rPr>
              <a:t>An abstraction is a deliberate simplification of the system, picking up the most salient features</a:t>
            </a:r>
          </a:p>
          <a:p>
            <a:r>
              <a:rPr lang="en-US">
                <a:ea typeface="Calibri" panose="020F0502020204030204"/>
                <a:cs typeface="Calibri"/>
              </a:rPr>
              <a:t>Sommerville: "Slides are an abstraction of the textbook. An English to Italian translation of the book is an alternate representation"</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DE594D6E-DC5E-9445-92D3-AF1B4FD852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9F76AC74-F54B-E864-764B-6F0BCD576D9F}"/>
              </a:ext>
            </a:extLst>
          </p:cNvPr>
          <p:cNvSpPr>
            <a:spLocks noGrp="1"/>
          </p:cNvSpPr>
          <p:nvPr>
            <p:ph type="sldNum" sz="quarter" idx="12"/>
          </p:nvPr>
        </p:nvSpPr>
        <p:spPr/>
        <p:txBody>
          <a:bodyPr/>
          <a:lstStyle/>
          <a:p>
            <a:fld id="{008559AE-1842-40A5-A2A9-0518F39FD1A9}" type="slidenum">
              <a:rPr lang="en-US" smtClean="0"/>
              <a:t>8</a:t>
            </a:fld>
            <a:endParaRPr lang="en-GB"/>
          </a:p>
        </p:txBody>
      </p:sp>
      <p:sp>
        <p:nvSpPr>
          <p:cNvPr id="7" name="Footer Placeholder 6">
            <a:extLst>
              <a:ext uri="{FF2B5EF4-FFF2-40B4-BE49-F238E27FC236}">
                <a16:creationId xmlns:a16="http://schemas.microsoft.com/office/drawing/2014/main" id="{8113A6A5-1CAF-F2FD-7FEB-FEA3D4785DD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2341103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104ED-3038-33D6-192F-66061121B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B78759-615F-DA27-0EC8-F9B3E6A92115}"/>
              </a:ext>
            </a:extLst>
          </p:cNvPr>
          <p:cNvSpPr>
            <a:spLocks noGrp="1"/>
          </p:cNvSpPr>
          <p:nvPr>
            <p:ph type="title"/>
          </p:nvPr>
        </p:nvSpPr>
        <p:spPr/>
        <p:txBody>
          <a:bodyPr/>
          <a:lstStyle/>
          <a:p>
            <a:r>
              <a:rPr lang="en-GB">
                <a:ea typeface="Calibri Light"/>
                <a:cs typeface="Calibri Light"/>
              </a:rPr>
              <a:t>Models and Perspectives</a:t>
            </a:r>
          </a:p>
        </p:txBody>
      </p:sp>
      <p:sp>
        <p:nvSpPr>
          <p:cNvPr id="3" name="Content Placeholder 2">
            <a:extLst>
              <a:ext uri="{FF2B5EF4-FFF2-40B4-BE49-F238E27FC236}">
                <a16:creationId xmlns:a16="http://schemas.microsoft.com/office/drawing/2014/main" id="{B59F9376-EE9E-CCCE-7757-AA9EA4AF748A}"/>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Calibri" panose="020F0502020204030204"/>
                <a:cs typeface="Calibri"/>
              </a:rPr>
              <a:t>You may make different models of the system to represent different perspectives:</a:t>
            </a:r>
            <a:endParaRPr lang="en-US" dirty="0"/>
          </a:p>
          <a:p>
            <a:pPr marL="0" indent="0">
              <a:buNone/>
            </a:pPr>
            <a:endParaRPr lang="en-US">
              <a:ea typeface="+mn-lt"/>
              <a:cs typeface="+mn-lt"/>
            </a:endParaRPr>
          </a:p>
          <a:p>
            <a:pPr lvl="1"/>
            <a:r>
              <a:rPr lang="en-US" dirty="0">
                <a:ea typeface="+mn-lt"/>
                <a:cs typeface="+mn-lt"/>
              </a:rPr>
              <a:t>External perspective: Models the </a:t>
            </a:r>
            <a:r>
              <a:rPr lang="en-US" dirty="0">
                <a:highlight>
                  <a:srgbClr val="FFFF00"/>
                </a:highlight>
                <a:ea typeface="+mn-lt"/>
                <a:cs typeface="+mn-lt"/>
              </a:rPr>
              <a:t>context or environment</a:t>
            </a:r>
            <a:r>
              <a:rPr lang="en-US" dirty="0">
                <a:ea typeface="+mn-lt"/>
                <a:cs typeface="+mn-lt"/>
              </a:rPr>
              <a:t> of the system (</a:t>
            </a:r>
            <a:r>
              <a:rPr lang="en-US" dirty="0" err="1">
                <a:ea typeface="+mn-lt"/>
                <a:cs typeface="+mn-lt"/>
              </a:rPr>
              <a:t>eg</a:t>
            </a:r>
            <a:r>
              <a:rPr lang="en-US" dirty="0">
                <a:ea typeface="+mn-lt"/>
                <a:cs typeface="+mn-lt"/>
              </a:rPr>
              <a:t>: context diagram)</a:t>
            </a:r>
            <a:endParaRPr lang="en-US" dirty="0"/>
          </a:p>
          <a:p>
            <a:pPr lvl="1"/>
            <a:r>
              <a:rPr lang="en-US" dirty="0">
                <a:ea typeface="+mn-lt"/>
                <a:cs typeface="+mn-lt"/>
              </a:rPr>
              <a:t>Interaction perspective: Models the </a:t>
            </a:r>
            <a:r>
              <a:rPr lang="en-US" dirty="0">
                <a:highlight>
                  <a:srgbClr val="FFFF00"/>
                </a:highlight>
                <a:ea typeface="+mn-lt"/>
                <a:cs typeface="+mn-lt"/>
              </a:rPr>
              <a:t>interactions between a system and its environment</a:t>
            </a:r>
            <a:r>
              <a:rPr lang="en-US" dirty="0">
                <a:ea typeface="+mn-lt"/>
                <a:cs typeface="+mn-lt"/>
              </a:rPr>
              <a:t>, or </a:t>
            </a:r>
            <a:r>
              <a:rPr lang="en-US" dirty="0">
                <a:highlight>
                  <a:srgbClr val="FFFF00"/>
                </a:highlight>
                <a:ea typeface="+mn-lt"/>
                <a:cs typeface="+mn-lt"/>
              </a:rPr>
              <a:t>between the components</a:t>
            </a:r>
            <a:r>
              <a:rPr lang="en-US" dirty="0">
                <a:ea typeface="+mn-lt"/>
                <a:cs typeface="+mn-lt"/>
              </a:rPr>
              <a:t> of system (</a:t>
            </a:r>
            <a:r>
              <a:rPr lang="en-US" dirty="0" err="1">
                <a:ea typeface="+mn-lt"/>
                <a:cs typeface="+mn-lt"/>
              </a:rPr>
              <a:t>eg</a:t>
            </a:r>
            <a:r>
              <a:rPr lang="en-US" dirty="0">
                <a:ea typeface="+mn-lt"/>
                <a:cs typeface="+mn-lt"/>
              </a:rPr>
              <a:t>: sequence diagram)</a:t>
            </a:r>
            <a:endParaRPr lang="en-US" dirty="0">
              <a:ea typeface="Calibri" panose="020F0502020204030204"/>
              <a:cs typeface="Calibri" panose="020F0502020204030204"/>
            </a:endParaRPr>
          </a:p>
          <a:p>
            <a:pPr lvl="1"/>
            <a:r>
              <a:rPr lang="en-US" dirty="0">
                <a:ea typeface="+mn-lt"/>
                <a:cs typeface="+mn-lt"/>
              </a:rPr>
              <a:t>Structural perspective: Models the </a:t>
            </a:r>
            <a:r>
              <a:rPr lang="en-US" dirty="0">
                <a:highlight>
                  <a:srgbClr val="FFFF00"/>
                </a:highlight>
                <a:ea typeface="+mn-lt"/>
                <a:cs typeface="+mn-lt"/>
              </a:rPr>
              <a:t>organization of a system</a:t>
            </a:r>
            <a:r>
              <a:rPr lang="en-US" dirty="0">
                <a:ea typeface="+mn-lt"/>
                <a:cs typeface="+mn-lt"/>
              </a:rPr>
              <a:t> or the structure of the data processed by the system (</a:t>
            </a:r>
            <a:r>
              <a:rPr lang="en-US" dirty="0" err="1">
                <a:ea typeface="+mn-lt"/>
                <a:cs typeface="+mn-lt"/>
              </a:rPr>
              <a:t>eg</a:t>
            </a:r>
            <a:r>
              <a:rPr lang="en-US" dirty="0">
                <a:ea typeface="+mn-lt"/>
                <a:cs typeface="+mn-lt"/>
              </a:rPr>
              <a:t>: class diagrams)</a:t>
            </a:r>
            <a:endParaRPr lang="en-US" dirty="0">
              <a:ea typeface="Calibri" panose="020F0502020204030204"/>
              <a:cs typeface="Calibri" panose="020F0502020204030204"/>
            </a:endParaRPr>
          </a:p>
          <a:p>
            <a:pPr lvl="1"/>
            <a:r>
              <a:rPr lang="en-US" dirty="0">
                <a:ea typeface="+mn-lt"/>
                <a:cs typeface="+mn-lt"/>
              </a:rPr>
              <a:t>Behavioral perspective: Models the dynamic behavior of the system and </a:t>
            </a:r>
            <a:r>
              <a:rPr lang="en-US" dirty="0">
                <a:highlight>
                  <a:srgbClr val="FFFF00"/>
                </a:highlight>
                <a:ea typeface="+mn-lt"/>
                <a:cs typeface="+mn-lt"/>
              </a:rPr>
              <a:t>how it responds to events</a:t>
            </a:r>
            <a:r>
              <a:rPr lang="en-US" dirty="0">
                <a:ea typeface="+mn-lt"/>
                <a:cs typeface="+mn-lt"/>
              </a:rPr>
              <a:t> (</a:t>
            </a:r>
            <a:r>
              <a:rPr lang="en-US" dirty="0" err="1">
                <a:ea typeface="+mn-lt"/>
                <a:cs typeface="+mn-lt"/>
              </a:rPr>
              <a:t>eg</a:t>
            </a:r>
            <a:r>
              <a:rPr lang="en-US" dirty="0">
                <a:ea typeface="+mn-lt"/>
                <a:cs typeface="+mn-lt"/>
              </a:rPr>
              <a:t>: state diagrams)</a:t>
            </a:r>
            <a:endParaRPr lang="en-US" dirty="0">
              <a:ea typeface="Calibri" panose="020F0502020204030204"/>
              <a:cs typeface="Calibri"/>
            </a:endParaRPr>
          </a:p>
          <a:p>
            <a:endParaRPr lang="en-US" dirty="0">
              <a:highlight>
                <a:srgbClr val="FFFF00"/>
              </a:highlight>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FFFF917-3067-8BE7-6C62-84D9843B3E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C18B5C1-2E5A-154C-D0F5-AC790BDAEF6D}"/>
              </a:ext>
            </a:extLst>
          </p:cNvPr>
          <p:cNvSpPr>
            <a:spLocks noGrp="1"/>
          </p:cNvSpPr>
          <p:nvPr>
            <p:ph type="sldNum" sz="quarter" idx="12"/>
          </p:nvPr>
        </p:nvSpPr>
        <p:spPr/>
        <p:txBody>
          <a:bodyPr/>
          <a:lstStyle/>
          <a:p>
            <a:fld id="{008559AE-1842-40A5-A2A9-0518F39FD1A9}" type="slidenum">
              <a:rPr lang="en-US" smtClean="0"/>
              <a:t>9</a:t>
            </a:fld>
            <a:endParaRPr lang="en-GB"/>
          </a:p>
        </p:txBody>
      </p:sp>
      <p:sp>
        <p:nvSpPr>
          <p:cNvPr id="7" name="Footer Placeholder 6">
            <a:extLst>
              <a:ext uri="{FF2B5EF4-FFF2-40B4-BE49-F238E27FC236}">
                <a16:creationId xmlns:a16="http://schemas.microsoft.com/office/drawing/2014/main" id="{48C6FF61-85E8-ADF6-C6D8-86AFFA1EFE2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2411328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DB4BE-C0E8-1E55-832D-20CB19146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5E231-B8D6-5AA2-D762-8F9FFD07A664}"/>
              </a:ext>
            </a:extLst>
          </p:cNvPr>
          <p:cNvSpPr>
            <a:spLocks noGrp="1"/>
          </p:cNvSpPr>
          <p:nvPr>
            <p:ph type="title"/>
          </p:nvPr>
        </p:nvSpPr>
        <p:spPr/>
        <p:txBody>
          <a:bodyPr/>
          <a:lstStyle/>
          <a:p>
            <a:r>
              <a:rPr lang="en-GB">
                <a:ea typeface="Calibri Light"/>
                <a:cs typeface="Calibri Light"/>
              </a:rPr>
              <a:t>Three common usages of graphical models</a:t>
            </a:r>
            <a:endParaRPr lang="en-US"/>
          </a:p>
        </p:txBody>
      </p:sp>
      <p:sp>
        <p:nvSpPr>
          <p:cNvPr id="3" name="Content Placeholder 2">
            <a:extLst>
              <a:ext uri="{FF2B5EF4-FFF2-40B4-BE49-F238E27FC236}">
                <a16:creationId xmlns:a16="http://schemas.microsoft.com/office/drawing/2014/main" id="{02DD9936-D6A8-BE5B-67E9-97FDB091E7CF}"/>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To stimulate and focus discussion about an existing or proposed system</a:t>
            </a:r>
            <a:endParaRPr lang="en-US">
              <a:ea typeface="Calibri" panose="020F0502020204030204"/>
              <a:cs typeface="Calibri"/>
            </a:endParaRPr>
          </a:p>
          <a:p>
            <a:r>
              <a:rPr lang="en-US">
                <a:ea typeface="+mn-lt"/>
                <a:cs typeface="+mn-lt"/>
              </a:rPr>
              <a:t>As a way of documenting an existing system</a:t>
            </a:r>
            <a:endParaRPr lang="en-US">
              <a:ea typeface="Calibri" panose="020F0502020204030204"/>
              <a:cs typeface="Calibri"/>
            </a:endParaRPr>
          </a:p>
          <a:p>
            <a:r>
              <a:rPr lang="en-US">
                <a:ea typeface="+mn-lt"/>
                <a:cs typeface="+mn-lt"/>
              </a:rPr>
              <a:t>In model-based engineering processes, as a detailed system description that can be used to generate a system implementation (here the models have to be complete)</a:t>
            </a:r>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8615B297-F0E8-2369-C2C4-AF60961F5E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84A334D-541D-56FB-CE1D-A58665D22866}"/>
              </a:ext>
            </a:extLst>
          </p:cNvPr>
          <p:cNvSpPr>
            <a:spLocks noGrp="1"/>
          </p:cNvSpPr>
          <p:nvPr>
            <p:ph type="sldNum" sz="quarter" idx="12"/>
          </p:nvPr>
        </p:nvSpPr>
        <p:spPr/>
        <p:txBody>
          <a:bodyPr/>
          <a:lstStyle/>
          <a:p>
            <a:fld id="{008559AE-1842-40A5-A2A9-0518F39FD1A9}" type="slidenum">
              <a:rPr lang="en-US" smtClean="0"/>
              <a:t>10</a:t>
            </a:fld>
            <a:endParaRPr lang="en-GB"/>
          </a:p>
        </p:txBody>
      </p:sp>
      <p:sp>
        <p:nvSpPr>
          <p:cNvPr id="7" name="Footer Placeholder 6">
            <a:extLst>
              <a:ext uri="{FF2B5EF4-FFF2-40B4-BE49-F238E27FC236}">
                <a16:creationId xmlns:a16="http://schemas.microsoft.com/office/drawing/2014/main" id="{F38DD06D-CC91-C421-0336-F49C4A58FF3E}"/>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930186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C8684-C493-9344-EEF0-57CF3A33CB8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31B6F2-A594-76CF-79CF-326D452C6389}"/>
              </a:ext>
            </a:extLst>
          </p:cNvPr>
          <p:cNvSpPr>
            <a:spLocks noGrp="1"/>
          </p:cNvSpPr>
          <p:nvPr>
            <p:ph type="title"/>
          </p:nvPr>
        </p:nvSpPr>
        <p:spPr/>
        <p:txBody>
          <a:bodyPr/>
          <a:lstStyle/>
          <a:p>
            <a:r>
              <a:rPr lang="en-GB">
                <a:ea typeface="Calibri Light"/>
                <a:cs typeface="Calibri Light"/>
              </a:rPr>
              <a:t>Modelling and UML</a:t>
            </a:r>
          </a:p>
        </p:txBody>
      </p:sp>
      <p:sp>
        <p:nvSpPr>
          <p:cNvPr id="3" name="Content Placeholder 2">
            <a:extLst>
              <a:ext uri="{FF2B5EF4-FFF2-40B4-BE49-F238E27FC236}">
                <a16:creationId xmlns:a16="http://schemas.microsoft.com/office/drawing/2014/main" id="{34E8DAE5-BF17-8945-6748-9F17DA4E9E56}"/>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UML has 13 different types of diagrams to support creation of different kinds of system models</a:t>
            </a:r>
          </a:p>
          <a:p>
            <a:r>
              <a:rPr lang="en-US">
                <a:ea typeface="Calibri" panose="020F0502020204030204"/>
                <a:cs typeface="Calibri"/>
              </a:rPr>
              <a:t>Class diagrams: Shows the system structure (by showing the classes/ objects in the system and their association/ dependency)</a:t>
            </a:r>
          </a:p>
          <a:p>
            <a:r>
              <a:rPr lang="en-US">
                <a:ea typeface="Calibri" panose="020F0502020204030204"/>
                <a:cs typeface="Calibri"/>
              </a:rPr>
              <a:t>Use case diagrams: Interaction between system and environment</a:t>
            </a:r>
          </a:p>
          <a:p>
            <a:r>
              <a:rPr lang="en-US">
                <a:ea typeface="Calibri" panose="020F0502020204030204"/>
                <a:cs typeface="Calibri"/>
              </a:rPr>
              <a:t>Sequence diagrams: Interaction between actors and system and system components</a:t>
            </a:r>
          </a:p>
          <a:p>
            <a:r>
              <a:rPr lang="en-US">
                <a:ea typeface="Calibri" panose="020F0502020204030204"/>
                <a:cs typeface="Calibri"/>
              </a:rPr>
              <a:t>Activity diagrams: </a:t>
            </a:r>
            <a:r>
              <a:rPr lang="en-US">
                <a:ea typeface="+mn-lt"/>
                <a:cs typeface="+mn-lt"/>
              </a:rPr>
              <a:t>Activities involved in a process or in data processing</a:t>
            </a:r>
            <a:endParaRPr lang="en-US">
              <a:ea typeface="Calibri" panose="020F0502020204030204"/>
              <a:cs typeface="Calibri" panose="020F0502020204030204"/>
            </a:endParaRPr>
          </a:p>
          <a:p>
            <a:r>
              <a:rPr lang="en-US">
                <a:ea typeface="Calibri" panose="020F0502020204030204"/>
                <a:cs typeface="Calibri" panose="020F0502020204030204"/>
              </a:rPr>
              <a:t>State diagrams: System response to internal and external events</a:t>
            </a:r>
          </a:p>
          <a:p>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25C1642-9AC7-EA4B-5539-5337558083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3136FF2-0FC1-321D-0C32-53848871F414}"/>
              </a:ext>
            </a:extLst>
          </p:cNvPr>
          <p:cNvSpPr>
            <a:spLocks noGrp="1"/>
          </p:cNvSpPr>
          <p:nvPr>
            <p:ph type="sldNum" sz="quarter" idx="12"/>
          </p:nvPr>
        </p:nvSpPr>
        <p:spPr/>
        <p:txBody>
          <a:bodyPr/>
          <a:lstStyle/>
          <a:p>
            <a:fld id="{008559AE-1842-40A5-A2A9-0518F39FD1A9}" type="slidenum">
              <a:rPr lang="en-US" smtClean="0"/>
              <a:t>11</a:t>
            </a:fld>
            <a:endParaRPr lang="en-GB"/>
          </a:p>
        </p:txBody>
      </p:sp>
      <p:sp>
        <p:nvSpPr>
          <p:cNvPr id="7" name="Footer Placeholder 6">
            <a:extLst>
              <a:ext uri="{FF2B5EF4-FFF2-40B4-BE49-F238E27FC236}">
                <a16:creationId xmlns:a16="http://schemas.microsoft.com/office/drawing/2014/main" id="{A936672D-613B-B396-19AB-96B9A4DBBE22}"/>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0499789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CA91A-26FF-7479-9D95-ABFD5F4DD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432CB-8EEB-212A-37CE-13EEEEAD8DAF}"/>
              </a:ext>
            </a:extLst>
          </p:cNvPr>
          <p:cNvSpPr>
            <a:spLocks noGrp="1"/>
          </p:cNvSpPr>
          <p:nvPr>
            <p:ph type="title"/>
          </p:nvPr>
        </p:nvSpPr>
        <p:spPr/>
        <p:txBody>
          <a:bodyPr/>
          <a:lstStyle/>
          <a:p>
            <a:r>
              <a:rPr lang="en-US"/>
              <a:t> </a:t>
            </a:r>
          </a:p>
        </p:txBody>
      </p:sp>
      <p:sp>
        <p:nvSpPr>
          <p:cNvPr id="3" name="Content Placeholder 2">
            <a:extLst>
              <a:ext uri="{FF2B5EF4-FFF2-40B4-BE49-F238E27FC236}">
                <a16:creationId xmlns:a16="http://schemas.microsoft.com/office/drawing/2014/main" id="{96E9C779-DF31-3741-3B77-D003BD44266C}"/>
              </a:ext>
            </a:extLst>
          </p:cNvPr>
          <p:cNvSpPr>
            <a:spLocks noGrp="1"/>
          </p:cNvSpPr>
          <p:nvPr>
            <p:ph idx="1"/>
          </p:nvPr>
        </p:nvSpPr>
        <p:spPr>
          <a:xfrm>
            <a:off x="838200" y="1690328"/>
            <a:ext cx="10515600" cy="4633173"/>
          </a:xfrm>
        </p:spPr>
        <p:txBody>
          <a:bodyPr vert="horz" lIns="91440" tIns="45720" rIns="91440" bIns="45720" rtlCol="0" anchor="t">
            <a:normAutofit lnSpcReduction="10000"/>
          </a:bodyPr>
          <a:lstStyle/>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endParaRPr lang="en-US">
              <a:ea typeface="Calibri" panose="020F0502020204030204"/>
              <a:cs typeface="Calibri"/>
            </a:endParaRPr>
          </a:p>
          <a:p>
            <a:pPr marL="0" indent="0">
              <a:buNone/>
            </a:pPr>
            <a:r>
              <a:rPr lang="en-US" sz="4000">
                <a:ea typeface="Calibri"/>
                <a:cs typeface="Calibri"/>
              </a:rPr>
              <a:t>Various System Models – Context, Interaction, et al.</a:t>
            </a:r>
            <a:endParaRPr lang="en-US"/>
          </a:p>
          <a:p>
            <a:pPr marL="0" indent="0">
              <a:buNone/>
            </a:pPr>
            <a:endParaRPr lang="en-US">
              <a:ea typeface="Calibri" panose="020F0502020204030204"/>
              <a:cs typeface="Calibri"/>
            </a:endParaRPr>
          </a:p>
          <a:p>
            <a:endParaRPr lang="en-GB">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FE5B61B7-1E3A-26A3-8BAF-21276D72B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551A60A3-6232-A32F-85ED-8C6CFAADF69A}"/>
              </a:ext>
            </a:extLst>
          </p:cNvPr>
          <p:cNvSpPr>
            <a:spLocks noGrp="1"/>
          </p:cNvSpPr>
          <p:nvPr>
            <p:ph type="sldNum" sz="quarter" idx="12"/>
          </p:nvPr>
        </p:nvSpPr>
        <p:spPr/>
        <p:txBody>
          <a:bodyPr/>
          <a:lstStyle/>
          <a:p>
            <a:fld id="{008559AE-1842-40A5-A2A9-0518F39FD1A9}" type="slidenum">
              <a:rPr lang="en-US" smtClean="0"/>
              <a:t>12</a:t>
            </a:fld>
            <a:endParaRPr lang="en-GB"/>
          </a:p>
        </p:txBody>
      </p:sp>
      <p:sp>
        <p:nvSpPr>
          <p:cNvPr id="7" name="Footer Placeholder 6">
            <a:extLst>
              <a:ext uri="{FF2B5EF4-FFF2-40B4-BE49-F238E27FC236}">
                <a16:creationId xmlns:a16="http://schemas.microsoft.com/office/drawing/2014/main" id="{495DC561-4971-43EF-A66B-151AC6DF05B1}"/>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012470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D444F7-BDCB-95FE-E590-28879ABE31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ED248E-235C-2C9F-86E6-FFE7D5586919}"/>
              </a:ext>
            </a:extLst>
          </p:cNvPr>
          <p:cNvSpPr>
            <a:spLocks noGrp="1"/>
          </p:cNvSpPr>
          <p:nvPr>
            <p:ph type="title"/>
          </p:nvPr>
        </p:nvSpPr>
        <p:spPr/>
        <p:txBody>
          <a:bodyPr/>
          <a:lstStyle/>
          <a:p>
            <a:r>
              <a:rPr lang="en-GB">
                <a:ea typeface="Calibri Light"/>
                <a:cs typeface="Calibri Light"/>
              </a:rPr>
              <a:t>Context Models</a:t>
            </a:r>
            <a:endParaRPr lang="en-US"/>
          </a:p>
        </p:txBody>
      </p:sp>
      <p:sp>
        <p:nvSpPr>
          <p:cNvPr id="3" name="Content Placeholder 2">
            <a:extLst>
              <a:ext uri="{FF2B5EF4-FFF2-40B4-BE49-F238E27FC236}">
                <a16:creationId xmlns:a16="http://schemas.microsoft.com/office/drawing/2014/main" id="{29BD426B-01FE-6A79-FB41-404DC71E5937}"/>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a:rPr>
              <a:t>At early stage of system specification, you need to decide on system boundaries</a:t>
            </a:r>
            <a:endParaRPr lang="en-US"/>
          </a:p>
          <a:p>
            <a:r>
              <a:rPr lang="en-US">
                <a:ea typeface="Calibri" panose="020F0502020204030204"/>
                <a:cs typeface="Calibri" panose="020F0502020204030204"/>
              </a:rPr>
              <a:t>System boundaries? What is, and is not, part of the system</a:t>
            </a:r>
          </a:p>
          <a:p>
            <a:r>
              <a:rPr lang="en-US">
                <a:ea typeface="Calibri" panose="020F0502020204030204"/>
                <a:cs typeface="Calibri" panose="020F0502020204030204"/>
              </a:rPr>
              <a:t>Involves working with stakeholders to decide what functionality should be included within a system, and what processing and operations should be carried out by the system's environment</a:t>
            </a:r>
          </a:p>
          <a:p>
            <a:endParaRPr lang="en-US">
              <a:ea typeface="Calibri" panose="020F0502020204030204"/>
              <a:cs typeface="Calibri" panose="020F0502020204030204"/>
            </a:endParaRPr>
          </a:p>
          <a:p>
            <a:r>
              <a:rPr lang="en-US">
                <a:ea typeface="Calibri" panose="020F0502020204030204"/>
                <a:cs typeface="Calibri" panose="020F0502020204030204"/>
              </a:rPr>
              <a:t>This decision should be made early in the process to limit system cost and time needed to understand the system requirements and design</a:t>
            </a:r>
          </a:p>
          <a:p>
            <a:endParaRPr lang="en-US">
              <a:ea typeface="Calibri" panose="020F0502020204030204"/>
              <a:cs typeface="Calibri" panose="020F0502020204030204"/>
            </a:endParaRPr>
          </a:p>
          <a:p>
            <a:endParaRPr lang="en-US">
              <a:ea typeface="Calibri" panose="020F0502020204030204"/>
              <a:cs typeface="Calibri" panose="020F0502020204030204"/>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BB3DAC13-0D16-2DB1-080D-657CDE2AA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18580A80-2CDB-8E1D-57C4-DC8463447B7C}"/>
              </a:ext>
            </a:extLst>
          </p:cNvPr>
          <p:cNvSpPr>
            <a:spLocks noGrp="1"/>
          </p:cNvSpPr>
          <p:nvPr>
            <p:ph type="sldNum" sz="quarter" idx="12"/>
          </p:nvPr>
        </p:nvSpPr>
        <p:spPr/>
        <p:txBody>
          <a:bodyPr/>
          <a:lstStyle/>
          <a:p>
            <a:fld id="{008559AE-1842-40A5-A2A9-0518F39FD1A9}" type="slidenum">
              <a:rPr lang="en-US" smtClean="0"/>
              <a:t>13</a:t>
            </a:fld>
            <a:endParaRPr lang="en-GB"/>
          </a:p>
        </p:txBody>
      </p:sp>
      <p:sp>
        <p:nvSpPr>
          <p:cNvPr id="7" name="Footer Placeholder 6">
            <a:extLst>
              <a:ext uri="{FF2B5EF4-FFF2-40B4-BE49-F238E27FC236}">
                <a16:creationId xmlns:a16="http://schemas.microsoft.com/office/drawing/2014/main" id="{0F69DF3E-4B37-1F1C-A5C7-C91D3B04D31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883900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0EBF0B-E7FC-D9DF-E665-5A93C83B72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138044-B61E-3C71-9CA0-14F0125F9DF7}"/>
              </a:ext>
            </a:extLst>
          </p:cNvPr>
          <p:cNvSpPr>
            <a:spLocks noGrp="1"/>
          </p:cNvSpPr>
          <p:nvPr>
            <p:ph type="title"/>
          </p:nvPr>
        </p:nvSpPr>
        <p:spPr/>
        <p:txBody>
          <a:bodyPr/>
          <a:lstStyle/>
          <a:p>
            <a:r>
              <a:rPr lang="en-GB">
                <a:ea typeface="Calibri Light"/>
                <a:cs typeface="Calibri Light"/>
              </a:rPr>
              <a:t>System Boundary?!</a:t>
            </a:r>
            <a:endParaRPr lang="en-US"/>
          </a:p>
        </p:txBody>
      </p:sp>
      <p:sp>
        <p:nvSpPr>
          <p:cNvPr id="3" name="Content Placeholder 2">
            <a:extLst>
              <a:ext uri="{FF2B5EF4-FFF2-40B4-BE49-F238E27FC236}">
                <a16:creationId xmlns:a16="http://schemas.microsoft.com/office/drawing/2014/main" id="{6CFAA783-38CB-1271-45BA-70A9340EDA8C}"/>
              </a:ext>
            </a:extLst>
          </p:cNvPr>
          <p:cNvSpPr>
            <a:spLocks noGrp="1"/>
          </p:cNvSpPr>
          <p:nvPr>
            <p:ph idx="1"/>
          </p:nvPr>
        </p:nvSpPr>
        <p:spPr>
          <a:xfrm>
            <a:off x="838200" y="1517800"/>
            <a:ext cx="10515600" cy="5031147"/>
          </a:xfrm>
        </p:spPr>
        <p:txBody>
          <a:bodyPr vert="horz" lIns="91440" tIns="45720" rIns="91440" bIns="45720" rtlCol="0" anchor="t">
            <a:normAutofit lnSpcReduction="10000"/>
          </a:bodyPr>
          <a:lstStyle/>
          <a:p>
            <a:r>
              <a:rPr lang="en-US">
                <a:ea typeface="Calibri" panose="020F0502020204030204"/>
                <a:cs typeface="Calibri" panose="020F0502020204030204"/>
              </a:rPr>
              <a:t>In simple terms, </a:t>
            </a:r>
            <a:r>
              <a:rPr lang="en-US">
                <a:ea typeface="+mn-lt"/>
                <a:cs typeface="+mn-lt"/>
              </a:rPr>
              <a:t>A </a:t>
            </a:r>
            <a:r>
              <a:rPr lang="en-US" b="1">
                <a:ea typeface="+mn-lt"/>
                <a:cs typeface="+mn-lt"/>
              </a:rPr>
              <a:t>system boundary</a:t>
            </a:r>
            <a:r>
              <a:rPr lang="en-US">
                <a:ea typeface="+mn-lt"/>
                <a:cs typeface="+mn-lt"/>
              </a:rPr>
              <a:t> in a context model defines what is </a:t>
            </a:r>
            <a:r>
              <a:rPr lang="en-US" b="1">
                <a:ea typeface="+mn-lt"/>
                <a:cs typeface="+mn-lt"/>
              </a:rPr>
              <a:t>inside</a:t>
            </a:r>
            <a:r>
              <a:rPr lang="en-US">
                <a:ea typeface="+mn-lt"/>
                <a:cs typeface="+mn-lt"/>
              </a:rPr>
              <a:t> and </a:t>
            </a:r>
            <a:r>
              <a:rPr lang="en-US" b="1">
                <a:ea typeface="+mn-lt"/>
                <a:cs typeface="+mn-lt"/>
              </a:rPr>
              <a:t>outside</a:t>
            </a:r>
            <a:r>
              <a:rPr lang="en-US">
                <a:ea typeface="+mn-lt"/>
                <a:cs typeface="+mn-lt"/>
              </a:rPr>
              <a:t> the system you are designing. It separates the system from external elements (environment) like users, other systems, and hardware that interact with it</a:t>
            </a:r>
            <a:endParaRPr lang="en-US">
              <a:ea typeface="Calibri" panose="020F0502020204030204"/>
              <a:cs typeface="Calibri"/>
            </a:endParaRPr>
          </a:p>
          <a:p>
            <a:r>
              <a:rPr lang="en-US" dirty="0">
                <a:ea typeface="+mn-lt"/>
                <a:cs typeface="+mn-lt"/>
              </a:rPr>
              <a:t>Basically, the system boundary helps </a:t>
            </a:r>
            <a:r>
              <a:rPr lang="en-US" b="1" dirty="0">
                <a:highlight>
                  <a:srgbClr val="FFFF00"/>
                </a:highlight>
                <a:ea typeface="+mn-lt"/>
                <a:cs typeface="+mn-lt"/>
              </a:rPr>
              <a:t>clearly define what the system is responsible for</a:t>
            </a:r>
            <a:r>
              <a:rPr lang="en-US" dirty="0">
                <a:ea typeface="+mn-lt"/>
                <a:cs typeface="+mn-lt"/>
              </a:rPr>
              <a:t> and </a:t>
            </a:r>
            <a:r>
              <a:rPr lang="en-US" dirty="0">
                <a:highlight>
                  <a:srgbClr val="FFFF00"/>
                </a:highlight>
                <a:ea typeface="+mn-lt"/>
                <a:cs typeface="+mn-lt"/>
              </a:rPr>
              <a:t>what it depends on from the outside</a:t>
            </a:r>
            <a:endParaRPr lang="en-US">
              <a:highlight>
                <a:srgbClr val="FFFF00"/>
              </a:highlight>
              <a:ea typeface="Calibri" panose="020F0502020204030204"/>
              <a:cs typeface="Calibri"/>
            </a:endParaRPr>
          </a:p>
          <a:p>
            <a:r>
              <a:rPr lang="en-US">
                <a:ea typeface="Calibri" panose="020F0502020204030204"/>
                <a:cs typeface="Calibri"/>
              </a:rPr>
              <a:t>Example 1: Food delivery app</a:t>
            </a:r>
          </a:p>
          <a:p>
            <a:pPr lvl="1"/>
            <a:r>
              <a:rPr lang="en-US">
                <a:ea typeface="Calibri" panose="020F0502020204030204"/>
                <a:cs typeface="Calibri"/>
              </a:rPr>
              <a:t>System boundary includes:</a:t>
            </a:r>
          </a:p>
          <a:p>
            <a:pPr lvl="2"/>
            <a:r>
              <a:rPr lang="en-US">
                <a:ea typeface="+mn-lt"/>
                <a:cs typeface="+mn-lt"/>
              </a:rPr>
              <a:t>The app itself (ordering, payments, tracking)</a:t>
            </a:r>
          </a:p>
          <a:p>
            <a:pPr lvl="2"/>
            <a:r>
              <a:rPr lang="en-US">
                <a:ea typeface="+mn-lt"/>
                <a:cs typeface="+mn-lt"/>
              </a:rPr>
              <a:t>The database storing restaurant and user information (it is being developed/ controlled by the system developers)</a:t>
            </a:r>
            <a:endParaRPr lang="en-US">
              <a:ea typeface="Calibri" panose="020F0502020204030204"/>
              <a:cs typeface="Calibri"/>
            </a:endParaRPr>
          </a:p>
          <a:p>
            <a:pPr lvl="1"/>
            <a:r>
              <a:rPr lang="en-US">
                <a:ea typeface="Calibri" panose="020F0502020204030204"/>
                <a:cs typeface="Calibri"/>
              </a:rPr>
              <a:t>Outside system boundary:</a:t>
            </a:r>
          </a:p>
          <a:p>
            <a:pPr lvl="2"/>
            <a:r>
              <a:rPr lang="en-US">
                <a:ea typeface="+mn-lt"/>
                <a:cs typeface="+mn-lt"/>
              </a:rPr>
              <a:t>External services like Google Maps (though the app may interact with it)</a:t>
            </a:r>
          </a:p>
          <a:p>
            <a:pPr lvl="2"/>
            <a:r>
              <a:rPr lang="en-US">
                <a:ea typeface="+mn-lt"/>
                <a:cs typeface="+mn-lt"/>
              </a:rPr>
              <a:t>Delivery drivers (they are external users)</a:t>
            </a:r>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5F376A6C-13C2-4552-7DE7-BD8ADEBBFD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690FC26B-B9CD-DC53-4C19-D2AF8F2773B0}"/>
              </a:ext>
            </a:extLst>
          </p:cNvPr>
          <p:cNvSpPr>
            <a:spLocks noGrp="1"/>
          </p:cNvSpPr>
          <p:nvPr>
            <p:ph type="sldNum" sz="quarter" idx="12"/>
          </p:nvPr>
        </p:nvSpPr>
        <p:spPr/>
        <p:txBody>
          <a:bodyPr/>
          <a:lstStyle/>
          <a:p>
            <a:fld id="{008559AE-1842-40A5-A2A9-0518F39FD1A9}" type="slidenum">
              <a:rPr lang="en-US" smtClean="0"/>
              <a:t>14</a:t>
            </a:fld>
            <a:endParaRPr lang="en-GB"/>
          </a:p>
        </p:txBody>
      </p:sp>
      <p:sp>
        <p:nvSpPr>
          <p:cNvPr id="7" name="Footer Placeholder 6">
            <a:extLst>
              <a:ext uri="{FF2B5EF4-FFF2-40B4-BE49-F238E27FC236}">
                <a16:creationId xmlns:a16="http://schemas.microsoft.com/office/drawing/2014/main" id="{E48BEE38-2A42-5B3D-5CDB-052EA832A9A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483657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1F697-AA1F-6CAB-2945-59F16A8AA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633A2-EC24-521F-A37C-BA4DFAEB7307}"/>
              </a:ext>
            </a:extLst>
          </p:cNvPr>
          <p:cNvSpPr>
            <a:spLocks noGrp="1"/>
          </p:cNvSpPr>
          <p:nvPr>
            <p:ph type="title"/>
          </p:nvPr>
        </p:nvSpPr>
        <p:spPr/>
        <p:txBody>
          <a:bodyPr/>
          <a:lstStyle/>
          <a:p>
            <a:r>
              <a:rPr lang="en-GB">
                <a:ea typeface="Calibri Light"/>
                <a:cs typeface="Calibri Light"/>
              </a:rPr>
              <a:t>System Boundary (boundaries are important)</a:t>
            </a:r>
            <a:endParaRPr lang="en-US"/>
          </a:p>
        </p:txBody>
      </p:sp>
      <p:sp>
        <p:nvSpPr>
          <p:cNvPr id="3" name="Content Placeholder 2">
            <a:extLst>
              <a:ext uri="{FF2B5EF4-FFF2-40B4-BE49-F238E27FC236}">
                <a16:creationId xmlns:a16="http://schemas.microsoft.com/office/drawing/2014/main" id="{4D53A488-23F5-F1A1-6CA9-673709155BAC}"/>
              </a:ext>
            </a:extLst>
          </p:cNvPr>
          <p:cNvSpPr>
            <a:spLocks noGrp="1"/>
          </p:cNvSpPr>
          <p:nvPr>
            <p:ph idx="1"/>
          </p:nvPr>
        </p:nvSpPr>
        <p:spPr>
          <a:xfrm>
            <a:off x="838200" y="1690328"/>
            <a:ext cx="10515600" cy="5031147"/>
          </a:xfrm>
        </p:spPr>
        <p:txBody>
          <a:bodyPr vert="horz" lIns="91440" tIns="45720" rIns="91440" bIns="45720" rtlCol="0" anchor="t">
            <a:normAutofit lnSpcReduction="10000"/>
          </a:bodyPr>
          <a:lstStyle/>
          <a:p>
            <a:r>
              <a:rPr lang="en-US">
                <a:ea typeface="Calibri" panose="020F0502020204030204"/>
                <a:cs typeface="Calibri" panose="020F0502020204030204"/>
              </a:rPr>
              <a:t>Example 2: Student portal</a:t>
            </a:r>
          </a:p>
          <a:p>
            <a:r>
              <a:rPr lang="en-US" b="1">
                <a:ea typeface="+mn-lt"/>
                <a:cs typeface="+mn-lt"/>
              </a:rPr>
              <a:t>System boundary</a:t>
            </a:r>
            <a:r>
              <a:rPr lang="en-US">
                <a:ea typeface="+mn-lt"/>
                <a:cs typeface="+mn-lt"/>
              </a:rPr>
              <a:t> defines what is </a:t>
            </a:r>
            <a:r>
              <a:rPr lang="en-US" b="1">
                <a:ea typeface="+mn-lt"/>
                <a:cs typeface="+mn-lt"/>
              </a:rPr>
              <a:t>inside</a:t>
            </a:r>
            <a:r>
              <a:rPr lang="en-US">
                <a:ea typeface="+mn-lt"/>
                <a:cs typeface="+mn-lt"/>
              </a:rPr>
              <a:t> the portal (what the system controls) and what is </a:t>
            </a:r>
            <a:r>
              <a:rPr lang="en-US" b="1">
                <a:ea typeface="+mn-lt"/>
                <a:cs typeface="+mn-lt"/>
              </a:rPr>
              <a:t>outside</a:t>
            </a:r>
            <a:r>
              <a:rPr lang="en-US">
                <a:ea typeface="+mn-lt"/>
                <a:cs typeface="+mn-lt"/>
              </a:rPr>
              <a:t> (external systems it interacts with)</a:t>
            </a:r>
            <a:endParaRPr lang="en-US">
              <a:ea typeface="Calibri" panose="020F0502020204030204"/>
              <a:cs typeface="Calibri"/>
            </a:endParaRPr>
          </a:p>
          <a:p>
            <a:pPr lvl="1"/>
            <a:r>
              <a:rPr lang="en-US">
                <a:ea typeface="Calibri" panose="020F0502020204030204"/>
                <a:cs typeface="Calibri"/>
              </a:rPr>
              <a:t>Inside boundary (what system controls)</a:t>
            </a:r>
          </a:p>
          <a:p>
            <a:pPr lvl="2"/>
            <a:r>
              <a:rPr lang="en-US">
                <a:ea typeface="+mn-lt"/>
                <a:cs typeface="+mn-lt"/>
              </a:rPr>
              <a:t>Student login &amp; authentication</a:t>
            </a:r>
          </a:p>
          <a:p>
            <a:pPr lvl="2"/>
            <a:r>
              <a:rPr lang="en-US">
                <a:ea typeface="+mn-lt"/>
                <a:cs typeface="+mn-lt"/>
              </a:rPr>
              <a:t>Course registration &amp; schedules</a:t>
            </a:r>
          </a:p>
          <a:p>
            <a:pPr lvl="2"/>
            <a:r>
              <a:rPr lang="en-US">
                <a:ea typeface="+mn-lt"/>
                <a:cs typeface="+mn-lt"/>
              </a:rPr>
              <a:t>Viewing grades &amp; transcripts</a:t>
            </a:r>
          </a:p>
          <a:p>
            <a:pPr lvl="2"/>
            <a:r>
              <a:rPr lang="en-US">
                <a:ea typeface="+mn-lt"/>
                <a:cs typeface="+mn-lt"/>
              </a:rPr>
              <a:t>Fee payment system</a:t>
            </a:r>
            <a:endParaRPr lang="en-US">
              <a:ea typeface="Calibri" panose="020F0502020204030204"/>
              <a:cs typeface="Calibri"/>
            </a:endParaRPr>
          </a:p>
          <a:p>
            <a:pPr lvl="1"/>
            <a:r>
              <a:rPr lang="en-US">
                <a:ea typeface="Calibri" panose="020F0502020204030204"/>
                <a:cs typeface="Calibri"/>
              </a:rPr>
              <a:t>Outside boundary (external to system / outside system responsibility)</a:t>
            </a:r>
          </a:p>
          <a:p>
            <a:pPr lvl="2"/>
            <a:r>
              <a:rPr lang="en-US">
                <a:ea typeface="Calibri" panose="020F0502020204030204"/>
                <a:cs typeface="Calibri"/>
              </a:rPr>
              <a:t>Email system (separately managed – by Microsoft outlook)</a:t>
            </a:r>
          </a:p>
          <a:p>
            <a:pPr lvl="2"/>
            <a:r>
              <a:rPr lang="en-US">
                <a:ea typeface="+mn-lt"/>
                <a:cs typeface="+mn-lt"/>
              </a:rPr>
              <a:t>External payment gateways (e.g., UPI, bank systems)</a:t>
            </a:r>
            <a:endParaRPr lang="en-US">
              <a:ea typeface="Calibri" panose="020F0502020204030204"/>
              <a:cs typeface="Calibri"/>
            </a:endParaRPr>
          </a:p>
          <a:p>
            <a:r>
              <a:rPr lang="en-US" dirty="0">
                <a:ea typeface="+mn-lt"/>
                <a:cs typeface="+mn-lt"/>
              </a:rPr>
              <a:t>The system boundary helps </a:t>
            </a:r>
            <a:r>
              <a:rPr lang="en-US" u="sng" dirty="0">
                <a:ea typeface="+mn-lt"/>
                <a:cs typeface="+mn-lt"/>
              </a:rPr>
              <a:t>define what the university portal is responsible for</a:t>
            </a:r>
            <a:r>
              <a:rPr lang="en-US" dirty="0">
                <a:ea typeface="+mn-lt"/>
                <a:cs typeface="+mn-lt"/>
              </a:rPr>
              <a:t> versus what it just connects with but doesn’t control</a:t>
            </a:r>
            <a:endParaRPr lang="en-US" dirty="0">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8A5BD6E6-C6E6-2E5F-2896-FE37BDC173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C7616C3E-2522-C53B-B7EC-A7340AA20491}"/>
              </a:ext>
            </a:extLst>
          </p:cNvPr>
          <p:cNvSpPr>
            <a:spLocks noGrp="1"/>
          </p:cNvSpPr>
          <p:nvPr>
            <p:ph type="sldNum" sz="quarter" idx="12"/>
          </p:nvPr>
        </p:nvSpPr>
        <p:spPr/>
        <p:txBody>
          <a:bodyPr/>
          <a:lstStyle/>
          <a:p>
            <a:fld id="{008559AE-1842-40A5-A2A9-0518F39FD1A9}" type="slidenum">
              <a:rPr lang="en-US" smtClean="0"/>
              <a:t>15</a:t>
            </a:fld>
            <a:endParaRPr lang="en-GB"/>
          </a:p>
        </p:txBody>
      </p:sp>
      <p:sp>
        <p:nvSpPr>
          <p:cNvPr id="7" name="Footer Placeholder 6">
            <a:extLst>
              <a:ext uri="{FF2B5EF4-FFF2-40B4-BE49-F238E27FC236}">
                <a16:creationId xmlns:a16="http://schemas.microsoft.com/office/drawing/2014/main" id="{7E82EDFD-D240-18C4-EC6F-21EAD7FF1B3D}"/>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4597370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DBFC6-1393-30D2-2872-AC8AB9B14E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039734-22A8-09E5-1B8C-991BD04819B2}"/>
              </a:ext>
            </a:extLst>
          </p:cNvPr>
          <p:cNvSpPr>
            <a:spLocks noGrp="1"/>
          </p:cNvSpPr>
          <p:nvPr>
            <p:ph type="title"/>
          </p:nvPr>
        </p:nvSpPr>
        <p:spPr/>
        <p:txBody>
          <a:bodyPr/>
          <a:lstStyle/>
          <a:p>
            <a:r>
              <a:rPr lang="en-GB">
                <a:ea typeface="Calibri Light"/>
                <a:cs typeface="Calibri Light"/>
              </a:rPr>
              <a:t>Context Models</a:t>
            </a:r>
            <a:endParaRPr lang="en-US"/>
          </a:p>
        </p:txBody>
      </p:sp>
      <p:sp>
        <p:nvSpPr>
          <p:cNvPr id="3" name="Content Placeholder 2">
            <a:extLst>
              <a:ext uri="{FF2B5EF4-FFF2-40B4-BE49-F238E27FC236}">
                <a16:creationId xmlns:a16="http://schemas.microsoft.com/office/drawing/2014/main" id="{809CF7B8-748D-228A-3C04-DF71B33408D3}"/>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panose="020F0502020204030204"/>
              </a:rPr>
              <a:t>In some cases, the boundaries between system and environment are clear</a:t>
            </a:r>
          </a:p>
          <a:p>
            <a:r>
              <a:rPr lang="en-US">
                <a:ea typeface="Calibri" panose="020F0502020204030204"/>
                <a:cs typeface="Calibri" panose="020F0502020204030204"/>
              </a:rPr>
              <a:t>Sometimes, the system boundaries are not made explicit (and can be configured to have different boundaries for different users) **</a:t>
            </a:r>
          </a:p>
          <a:p>
            <a:r>
              <a:rPr lang="en-US">
                <a:ea typeface="Calibri" panose="020F0502020204030204"/>
                <a:cs typeface="Calibri" panose="020F0502020204030204"/>
              </a:rPr>
              <a:t>Sometimes, system boundaries maybe defined by non-technical factors (social and organizational factors) ***</a:t>
            </a:r>
          </a:p>
          <a:p>
            <a:r>
              <a:rPr lang="en-US">
                <a:ea typeface="+mn-lt"/>
                <a:cs typeface="+mn-lt"/>
              </a:rPr>
              <a:t>Context models normally show the system and the environment (which may contain other systems). However, they do not show the types of relationships between the systems in the environment and the system that is being specified</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CF88CABA-E013-C9E1-3E4E-B4B4C97B71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6FA0ED0-165E-D4CC-C02D-7CC7E31F48AB}"/>
              </a:ext>
            </a:extLst>
          </p:cNvPr>
          <p:cNvSpPr>
            <a:spLocks noGrp="1"/>
          </p:cNvSpPr>
          <p:nvPr>
            <p:ph type="sldNum" sz="quarter" idx="12"/>
          </p:nvPr>
        </p:nvSpPr>
        <p:spPr/>
        <p:txBody>
          <a:bodyPr/>
          <a:lstStyle/>
          <a:p>
            <a:fld id="{008559AE-1842-40A5-A2A9-0518F39FD1A9}" type="slidenum">
              <a:rPr lang="en-US" smtClean="0"/>
              <a:t>16</a:t>
            </a:fld>
            <a:endParaRPr lang="en-GB"/>
          </a:p>
        </p:txBody>
      </p:sp>
      <p:sp>
        <p:nvSpPr>
          <p:cNvPr id="7" name="Footer Placeholder 6">
            <a:extLst>
              <a:ext uri="{FF2B5EF4-FFF2-40B4-BE49-F238E27FC236}">
                <a16:creationId xmlns:a16="http://schemas.microsoft.com/office/drawing/2014/main" id="{166409B0-90B7-83BF-10DB-8639E5F19C10}"/>
              </a:ext>
            </a:extLst>
          </p:cNvPr>
          <p:cNvSpPr>
            <a:spLocks noGrp="1"/>
          </p:cNvSpPr>
          <p:nvPr>
            <p:ph type="ftr" sz="quarter" idx="11"/>
          </p:nvPr>
        </p:nvSpPr>
        <p:spPr/>
        <p:txBody>
          <a:bodyPr/>
          <a:lstStyle/>
          <a:p>
            <a:r>
              <a:rPr lang="en-US"/>
              <a:t>Software Engineering</a:t>
            </a:r>
          </a:p>
        </p:txBody>
      </p:sp>
      <p:sp>
        <p:nvSpPr>
          <p:cNvPr id="4" name="TextBox 3">
            <a:extLst>
              <a:ext uri="{FF2B5EF4-FFF2-40B4-BE49-F238E27FC236}">
                <a16:creationId xmlns:a16="http://schemas.microsoft.com/office/drawing/2014/main" id="{A299F06C-7475-9F71-BB9D-AD93D2BF7BAD}"/>
              </a:ext>
            </a:extLst>
          </p:cNvPr>
          <p:cNvSpPr txBox="1"/>
          <p:nvPr/>
        </p:nvSpPr>
        <p:spPr>
          <a:xfrm>
            <a:off x="10124055" y="5716064"/>
            <a:ext cx="20072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r"/>
            <a:r>
              <a:rPr lang="en-US">
                <a:ea typeface="Calibri"/>
                <a:cs typeface="Calibri"/>
              </a:rPr>
              <a:t>** - Refer slide 21</a:t>
            </a:r>
          </a:p>
          <a:p>
            <a:pPr algn="r"/>
            <a:r>
              <a:rPr lang="en-US">
                <a:ea typeface="Calibri"/>
                <a:cs typeface="Calibri"/>
              </a:rPr>
              <a:t>*** - Refer slide 21</a:t>
            </a:r>
          </a:p>
        </p:txBody>
      </p:sp>
    </p:spTree>
    <p:extLst>
      <p:ext uri="{BB962C8B-B14F-4D97-AF65-F5344CB8AC3E}">
        <p14:creationId xmlns:p14="http://schemas.microsoft.com/office/powerpoint/2010/main" val="14619629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70914-44F4-6D23-731F-1F70D5799A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B26B5A-0FBE-55CF-173A-3EAB462066EF}"/>
              </a:ext>
            </a:extLst>
          </p:cNvPr>
          <p:cNvSpPr>
            <a:spLocks noGrp="1"/>
          </p:cNvSpPr>
          <p:nvPr>
            <p:ph type="title"/>
          </p:nvPr>
        </p:nvSpPr>
        <p:spPr/>
        <p:txBody>
          <a:bodyPr/>
          <a:lstStyle/>
          <a:p>
            <a:r>
              <a:rPr lang="en-GB">
                <a:ea typeface="Calibri Light"/>
                <a:cs typeface="Calibri Light"/>
              </a:rPr>
              <a:t>Context Models</a:t>
            </a:r>
            <a:endParaRPr lang="en-US"/>
          </a:p>
        </p:txBody>
      </p:sp>
      <p:sp>
        <p:nvSpPr>
          <p:cNvPr id="3" name="Content Placeholder 2">
            <a:extLst>
              <a:ext uri="{FF2B5EF4-FFF2-40B4-BE49-F238E27FC236}">
                <a16:creationId xmlns:a16="http://schemas.microsoft.com/office/drawing/2014/main" id="{7088C511-A66E-EC42-EBC7-E6864BAA0BDB}"/>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Calibri" panose="020F0502020204030204"/>
                <a:cs typeface="Calibri" panose="020F0502020204030204"/>
              </a:rPr>
              <a:t>However, it might be important to know relationships between system and other systems in environment (external systems might produce or consume data for our system, direct or indirect network connections, etc.)</a:t>
            </a:r>
            <a:endParaRPr lang="en-US"/>
          </a:p>
          <a:p>
            <a:r>
              <a:rPr lang="en-US">
                <a:ea typeface="Calibri" panose="020F0502020204030204"/>
                <a:cs typeface="Calibri"/>
              </a:rPr>
              <a:t>These relationships are important, and can be captured (indirectly) using </a:t>
            </a:r>
            <a:r>
              <a:rPr lang="en-US" b="1">
                <a:ea typeface="Calibri" panose="020F0502020204030204"/>
                <a:cs typeface="Calibri"/>
              </a:rPr>
              <a:t>business process models</a:t>
            </a:r>
          </a:p>
          <a:p>
            <a:pPr>
              <a:buFont typeface="Arial"/>
            </a:pPr>
            <a:r>
              <a:rPr lang="en-US">
                <a:ea typeface="Calibri" panose="020F0502020204030204"/>
                <a:cs typeface="Calibri"/>
              </a:rPr>
              <a:t>UML </a:t>
            </a:r>
            <a:r>
              <a:rPr lang="en-US">
                <a:ea typeface="+mn-lt"/>
                <a:cs typeface="+mn-lt"/>
              </a:rPr>
              <a:t>activity diagrams may be used to show the business processes</a:t>
            </a:r>
            <a:endParaRPr lang="en-US">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DD52D34A-F45C-647F-90D8-A5F7AC23E93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D93B56B8-8032-7CE3-C07B-50AF4DA8D86A}"/>
              </a:ext>
            </a:extLst>
          </p:cNvPr>
          <p:cNvSpPr>
            <a:spLocks noGrp="1"/>
          </p:cNvSpPr>
          <p:nvPr>
            <p:ph type="sldNum" sz="quarter" idx="12"/>
          </p:nvPr>
        </p:nvSpPr>
        <p:spPr/>
        <p:txBody>
          <a:bodyPr/>
          <a:lstStyle/>
          <a:p>
            <a:fld id="{008559AE-1842-40A5-A2A9-0518F39FD1A9}" type="slidenum">
              <a:rPr lang="en-US" smtClean="0"/>
              <a:t>17</a:t>
            </a:fld>
            <a:endParaRPr lang="en-GB"/>
          </a:p>
        </p:txBody>
      </p:sp>
      <p:sp>
        <p:nvSpPr>
          <p:cNvPr id="7" name="Footer Placeholder 6">
            <a:extLst>
              <a:ext uri="{FF2B5EF4-FFF2-40B4-BE49-F238E27FC236}">
                <a16:creationId xmlns:a16="http://schemas.microsoft.com/office/drawing/2014/main" id="{B721F5FB-0744-BF72-6F09-5C0759C39458}"/>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17949315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C9708-BD81-B05F-B107-4EABCB232A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8DF2DD-8A12-1773-66C0-D044B8EF378F}"/>
              </a:ext>
            </a:extLst>
          </p:cNvPr>
          <p:cNvSpPr>
            <a:spLocks noGrp="1"/>
          </p:cNvSpPr>
          <p:nvPr>
            <p:ph type="title"/>
          </p:nvPr>
        </p:nvSpPr>
        <p:spPr/>
        <p:txBody>
          <a:bodyPr/>
          <a:lstStyle/>
          <a:p>
            <a:r>
              <a:rPr lang="en-GB">
                <a:ea typeface="Calibri Light"/>
                <a:cs typeface="Calibri Light"/>
              </a:rPr>
              <a:t>Business Process Models</a:t>
            </a:r>
            <a:endParaRPr lang="en-US"/>
          </a:p>
        </p:txBody>
      </p:sp>
      <p:sp>
        <p:nvSpPr>
          <p:cNvPr id="3" name="Content Placeholder 2">
            <a:extLst>
              <a:ext uri="{FF2B5EF4-FFF2-40B4-BE49-F238E27FC236}">
                <a16:creationId xmlns:a16="http://schemas.microsoft.com/office/drawing/2014/main" id="{BDB385C4-59C1-B8B9-4503-1922DE2944AC}"/>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A </a:t>
            </a:r>
            <a:r>
              <a:rPr lang="en-US" b="1">
                <a:ea typeface="+mn-lt"/>
                <a:cs typeface="+mn-lt"/>
              </a:rPr>
              <a:t>Business Process Model (BPM)</a:t>
            </a:r>
            <a:r>
              <a:rPr lang="en-US">
                <a:ea typeface="+mn-lt"/>
                <a:cs typeface="+mn-lt"/>
              </a:rPr>
              <a:t> is a visual way of showing </a:t>
            </a:r>
            <a:r>
              <a:rPr lang="en-US" b="1">
                <a:ea typeface="+mn-lt"/>
                <a:cs typeface="+mn-lt"/>
              </a:rPr>
              <a:t>how a business process works step by step</a:t>
            </a:r>
            <a:r>
              <a:rPr lang="en-US">
                <a:ea typeface="+mn-lt"/>
                <a:cs typeface="+mn-lt"/>
              </a:rPr>
              <a:t>. It helps understand the flow of tasks, decisions, and interactions between people and systems</a:t>
            </a:r>
            <a:endParaRPr lang="en-US">
              <a:ea typeface="Calibri" panose="020F0502020204030204"/>
              <a:cs typeface="Calibri"/>
            </a:endParaRPr>
          </a:p>
          <a:p>
            <a:r>
              <a:rPr lang="en-US">
                <a:ea typeface="Calibri" panose="020F0502020204030204"/>
                <a:cs typeface="Calibri"/>
              </a:rPr>
              <a:t>Generally represented by UML Activity diagram (you will see this in your next SE lab Assignment 6)</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2D872E8F-9371-61F5-EE77-79004A79D0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FC3A6E9-A11A-C05F-2E53-9D71BF0F258D}"/>
              </a:ext>
            </a:extLst>
          </p:cNvPr>
          <p:cNvSpPr>
            <a:spLocks noGrp="1"/>
          </p:cNvSpPr>
          <p:nvPr>
            <p:ph type="sldNum" sz="quarter" idx="12"/>
          </p:nvPr>
        </p:nvSpPr>
        <p:spPr/>
        <p:txBody>
          <a:bodyPr/>
          <a:lstStyle/>
          <a:p>
            <a:fld id="{008559AE-1842-40A5-A2A9-0518F39FD1A9}" type="slidenum">
              <a:rPr lang="en-US" smtClean="0"/>
              <a:t>18</a:t>
            </a:fld>
            <a:endParaRPr lang="en-GB"/>
          </a:p>
        </p:txBody>
      </p:sp>
      <p:sp>
        <p:nvSpPr>
          <p:cNvPr id="7" name="Footer Placeholder 6">
            <a:extLst>
              <a:ext uri="{FF2B5EF4-FFF2-40B4-BE49-F238E27FC236}">
                <a16:creationId xmlns:a16="http://schemas.microsoft.com/office/drawing/2014/main" id="{BF2CE202-3FD0-DBEE-8D05-999634C85EA7}"/>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465483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223B9-C888-E89E-9491-9DA9BCB1C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847788-3F79-4A9A-8806-0A3C5A40040F}"/>
              </a:ext>
            </a:extLst>
          </p:cNvPr>
          <p:cNvSpPr>
            <a:spLocks noGrp="1"/>
          </p:cNvSpPr>
          <p:nvPr>
            <p:ph type="title"/>
          </p:nvPr>
        </p:nvSpPr>
        <p:spPr/>
        <p:txBody>
          <a:bodyPr/>
          <a:lstStyle/>
          <a:p>
            <a:r>
              <a:rPr lang="en-GB">
                <a:ea typeface="Calibri Light"/>
                <a:cs typeface="Calibri Light"/>
              </a:rPr>
              <a:t>Context Model: Example (SOM., pg. 142)</a:t>
            </a:r>
            <a:endParaRPr lang="en-US"/>
          </a:p>
        </p:txBody>
      </p:sp>
      <p:pic>
        <p:nvPicPr>
          <p:cNvPr id="6" name="Picture 5" descr="A black and white logo&#10;&#10;Description automatically generated">
            <a:extLst>
              <a:ext uri="{FF2B5EF4-FFF2-40B4-BE49-F238E27FC236}">
                <a16:creationId xmlns:a16="http://schemas.microsoft.com/office/drawing/2014/main" id="{C38992AC-5174-6107-AB99-EB39B1934C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2DC5A7A1-D036-2192-B2DB-3A681E631D01}"/>
              </a:ext>
            </a:extLst>
          </p:cNvPr>
          <p:cNvSpPr>
            <a:spLocks noGrp="1"/>
          </p:cNvSpPr>
          <p:nvPr>
            <p:ph type="sldNum" sz="quarter" idx="12"/>
          </p:nvPr>
        </p:nvSpPr>
        <p:spPr/>
        <p:txBody>
          <a:bodyPr/>
          <a:lstStyle/>
          <a:p>
            <a:fld id="{008559AE-1842-40A5-A2A9-0518F39FD1A9}" type="slidenum">
              <a:rPr lang="en-US" smtClean="0"/>
              <a:t>19</a:t>
            </a:fld>
            <a:endParaRPr lang="en-GB"/>
          </a:p>
        </p:txBody>
      </p:sp>
      <p:sp>
        <p:nvSpPr>
          <p:cNvPr id="7" name="Footer Placeholder 6">
            <a:extLst>
              <a:ext uri="{FF2B5EF4-FFF2-40B4-BE49-F238E27FC236}">
                <a16:creationId xmlns:a16="http://schemas.microsoft.com/office/drawing/2014/main" id="{BDD26376-B8E4-487C-552A-1BEDB94DB9C4}"/>
              </a:ext>
            </a:extLst>
          </p:cNvPr>
          <p:cNvSpPr>
            <a:spLocks noGrp="1"/>
          </p:cNvSpPr>
          <p:nvPr>
            <p:ph type="ftr" sz="quarter" idx="11"/>
          </p:nvPr>
        </p:nvSpPr>
        <p:spPr/>
        <p:txBody>
          <a:bodyPr/>
          <a:lstStyle/>
          <a:p>
            <a:r>
              <a:rPr lang="en-US"/>
              <a:t>Software Engineering</a:t>
            </a:r>
          </a:p>
        </p:txBody>
      </p:sp>
      <p:pic>
        <p:nvPicPr>
          <p:cNvPr id="3" name="Picture 2" descr="A screenshot of a computer&#10;&#10;AI-generated content may be incorrect.">
            <a:extLst>
              <a:ext uri="{FF2B5EF4-FFF2-40B4-BE49-F238E27FC236}">
                <a16:creationId xmlns:a16="http://schemas.microsoft.com/office/drawing/2014/main" id="{68E08664-4349-2D32-79E8-6B93FC238C13}"/>
              </a:ext>
            </a:extLst>
          </p:cNvPr>
          <p:cNvPicPr>
            <a:picLocks noChangeAspect="1"/>
          </p:cNvPicPr>
          <p:nvPr/>
        </p:nvPicPr>
        <p:blipFill>
          <a:blip r:embed="rId4"/>
          <a:srcRect l="47759" t="37183" r="15851" b="21642"/>
          <a:stretch/>
        </p:blipFill>
        <p:spPr>
          <a:xfrm>
            <a:off x="2789208" y="1698201"/>
            <a:ext cx="6593188" cy="4116360"/>
          </a:xfrm>
          <a:prstGeom prst="rect">
            <a:avLst/>
          </a:prstGeom>
        </p:spPr>
      </p:pic>
    </p:spTree>
    <p:extLst>
      <p:ext uri="{BB962C8B-B14F-4D97-AF65-F5344CB8AC3E}">
        <p14:creationId xmlns:p14="http://schemas.microsoft.com/office/powerpoint/2010/main" val="22028996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58ACB-F5D2-F40F-D0FA-617F4EE4EB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1FDF-D7CC-899E-F700-8E216C902C6F}"/>
              </a:ext>
            </a:extLst>
          </p:cNvPr>
          <p:cNvSpPr>
            <a:spLocks noGrp="1"/>
          </p:cNvSpPr>
          <p:nvPr>
            <p:ph type="title"/>
          </p:nvPr>
        </p:nvSpPr>
        <p:spPr/>
        <p:txBody>
          <a:bodyPr/>
          <a:lstStyle/>
          <a:p>
            <a:r>
              <a:rPr lang="en-GB">
                <a:ea typeface="Calibri Light"/>
                <a:cs typeface="Calibri Light"/>
              </a:rPr>
              <a:t>Business Process Model: Example (SOM., pg. 143)</a:t>
            </a:r>
            <a:endParaRPr lang="en-US"/>
          </a:p>
        </p:txBody>
      </p:sp>
      <p:pic>
        <p:nvPicPr>
          <p:cNvPr id="6" name="Picture 5" descr="A black and white logo&#10;&#10;Description automatically generated">
            <a:extLst>
              <a:ext uri="{FF2B5EF4-FFF2-40B4-BE49-F238E27FC236}">
                <a16:creationId xmlns:a16="http://schemas.microsoft.com/office/drawing/2014/main" id="{C9148BE5-B84D-62C4-D1E1-F068AF0CA1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4BAAF0F2-FCB2-5A03-D2E6-E0556D100BF3}"/>
              </a:ext>
            </a:extLst>
          </p:cNvPr>
          <p:cNvSpPr>
            <a:spLocks noGrp="1"/>
          </p:cNvSpPr>
          <p:nvPr>
            <p:ph type="sldNum" sz="quarter" idx="12"/>
          </p:nvPr>
        </p:nvSpPr>
        <p:spPr/>
        <p:txBody>
          <a:bodyPr/>
          <a:lstStyle/>
          <a:p>
            <a:fld id="{008559AE-1842-40A5-A2A9-0518F39FD1A9}" type="slidenum">
              <a:rPr lang="en-US" smtClean="0"/>
              <a:t>20</a:t>
            </a:fld>
            <a:endParaRPr lang="en-GB"/>
          </a:p>
        </p:txBody>
      </p:sp>
      <p:sp>
        <p:nvSpPr>
          <p:cNvPr id="7" name="Footer Placeholder 6">
            <a:extLst>
              <a:ext uri="{FF2B5EF4-FFF2-40B4-BE49-F238E27FC236}">
                <a16:creationId xmlns:a16="http://schemas.microsoft.com/office/drawing/2014/main" id="{06B931B0-0FD0-E7C2-248B-60783E01DF1B}"/>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FD285CB7-5FC6-323C-F36C-DDB00C89EEB0}"/>
              </a:ext>
            </a:extLst>
          </p:cNvPr>
          <p:cNvPicPr>
            <a:picLocks noChangeAspect="1"/>
          </p:cNvPicPr>
          <p:nvPr/>
        </p:nvPicPr>
        <p:blipFill>
          <a:blip r:embed="rId4"/>
          <a:srcRect l="32113" t="19538" r="10266" b="25000"/>
          <a:stretch/>
        </p:blipFill>
        <p:spPr>
          <a:xfrm>
            <a:off x="2645435" y="1496918"/>
            <a:ext cx="8390941" cy="4549364"/>
          </a:xfrm>
          <a:prstGeom prst="rect">
            <a:avLst/>
          </a:prstGeom>
        </p:spPr>
      </p:pic>
    </p:spTree>
    <p:extLst>
      <p:ext uri="{BB962C8B-B14F-4D97-AF65-F5344CB8AC3E}">
        <p14:creationId xmlns:p14="http://schemas.microsoft.com/office/powerpoint/2010/main" val="13952919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684AA-283A-336D-0CF1-32C87892D9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6ADC6B-ECC4-00E4-2862-E97D16A4B0C8}"/>
              </a:ext>
            </a:extLst>
          </p:cNvPr>
          <p:cNvSpPr>
            <a:spLocks noGrp="1"/>
          </p:cNvSpPr>
          <p:nvPr>
            <p:ph type="title"/>
          </p:nvPr>
        </p:nvSpPr>
        <p:spPr/>
        <p:txBody>
          <a:bodyPr/>
          <a:lstStyle/>
          <a:p>
            <a:r>
              <a:rPr lang="en-GB">
                <a:ea typeface="Calibri Light"/>
                <a:cs typeface="Calibri Light"/>
              </a:rPr>
              <a:t>Final thoughts – Context Models</a:t>
            </a:r>
            <a:endParaRPr lang="en-US"/>
          </a:p>
        </p:txBody>
      </p:sp>
      <p:sp>
        <p:nvSpPr>
          <p:cNvPr id="3" name="Content Placeholder 2">
            <a:extLst>
              <a:ext uri="{FF2B5EF4-FFF2-40B4-BE49-F238E27FC236}">
                <a16:creationId xmlns:a16="http://schemas.microsoft.com/office/drawing/2014/main" id="{C376A169-50A7-023F-287D-21D93CAAF140}"/>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a:t>
            </a:r>
            <a:r>
              <a:rPr lang="en-US" dirty="0">
                <a:ea typeface="Calibri" panose="020F0502020204030204"/>
                <a:cs typeface="Calibri"/>
              </a:rPr>
              <a:t> - System boundaries are not always rigid and are based on how users interact with the system. In a university portal (system), the system does not include &lt;taxation&gt; module for the student, whereas the professor has a &lt;taxation&gt; module within the system boundary</a:t>
            </a:r>
          </a:p>
          <a:p>
            <a:r>
              <a:rPr lang="en-US" dirty="0">
                <a:ea typeface="Calibri" panose="020F0502020204030204"/>
                <a:cs typeface="Calibri"/>
              </a:rPr>
              <a:t>*** - Technology alone does not determine scope (boundary) of the system. Non-technical factors can play a role in defining boundary. The system does not just depend (and include) what it can do technically, but also covers non-technical areas. Example: Finance dept processes fees manually, but some might include it inside Juno to show that it is part of the overall system of Juno (which is responsible for all student matters)</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D6BD8D15-D265-F9AF-4628-2F02110FD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903BDA2-9F9E-ADD2-749A-B45AF0C42F7B}"/>
              </a:ext>
            </a:extLst>
          </p:cNvPr>
          <p:cNvSpPr>
            <a:spLocks noGrp="1"/>
          </p:cNvSpPr>
          <p:nvPr>
            <p:ph type="sldNum" sz="quarter" idx="12"/>
          </p:nvPr>
        </p:nvSpPr>
        <p:spPr/>
        <p:txBody>
          <a:bodyPr/>
          <a:lstStyle/>
          <a:p>
            <a:fld id="{008559AE-1842-40A5-A2A9-0518F39FD1A9}" type="slidenum">
              <a:rPr lang="en-US" smtClean="0"/>
              <a:t>21</a:t>
            </a:fld>
            <a:endParaRPr lang="en-GB"/>
          </a:p>
        </p:txBody>
      </p:sp>
      <p:sp>
        <p:nvSpPr>
          <p:cNvPr id="7" name="Footer Placeholder 6">
            <a:extLst>
              <a:ext uri="{FF2B5EF4-FFF2-40B4-BE49-F238E27FC236}">
                <a16:creationId xmlns:a16="http://schemas.microsoft.com/office/drawing/2014/main" id="{27B3449D-D9E2-E2F9-84A3-35B34A2C2D20}"/>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627015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131E4-8C44-AEE1-E5D3-01401D29DA6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D0E45-E28C-A348-A9D5-589970EDD486}"/>
              </a:ext>
            </a:extLst>
          </p:cNvPr>
          <p:cNvSpPr>
            <a:spLocks noGrp="1"/>
          </p:cNvSpPr>
          <p:nvPr>
            <p:ph type="title"/>
          </p:nvPr>
        </p:nvSpPr>
        <p:spPr/>
        <p:txBody>
          <a:bodyPr/>
          <a:lstStyle/>
          <a:p>
            <a:r>
              <a:rPr lang="en-GB">
                <a:ea typeface="Calibri Light"/>
                <a:cs typeface="Calibri Light"/>
              </a:rPr>
              <a:t>Structural Models</a:t>
            </a:r>
            <a:endParaRPr lang="en-US"/>
          </a:p>
        </p:txBody>
      </p:sp>
      <p:sp>
        <p:nvSpPr>
          <p:cNvPr id="3" name="Content Placeholder 2">
            <a:extLst>
              <a:ext uri="{FF2B5EF4-FFF2-40B4-BE49-F238E27FC236}">
                <a16:creationId xmlns:a16="http://schemas.microsoft.com/office/drawing/2014/main" id="{4937E8A5-8AB9-E4F4-CE27-53A648A1A739}"/>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a:ea typeface="+mn-lt"/>
                <a:cs typeface="+mn-lt"/>
              </a:rPr>
              <a:t>"Structural models of software </a:t>
            </a:r>
            <a:r>
              <a:rPr lang="en-US">
                <a:highlight>
                  <a:srgbClr val="FFFF00"/>
                </a:highlight>
                <a:ea typeface="+mn-lt"/>
                <a:cs typeface="+mn-lt"/>
              </a:rPr>
              <a:t>display the organization of a system in terms of the components that make up that system</a:t>
            </a:r>
            <a:r>
              <a:rPr lang="en-US">
                <a:ea typeface="+mn-lt"/>
                <a:cs typeface="+mn-lt"/>
              </a:rPr>
              <a:t> and their relationships" (SOM., pg. 149)</a:t>
            </a:r>
            <a:endParaRPr lang="en-US">
              <a:ea typeface="Calibri" panose="020F0502020204030204"/>
              <a:cs typeface="Calibri"/>
            </a:endParaRPr>
          </a:p>
          <a:p>
            <a:r>
              <a:rPr lang="en-US">
                <a:ea typeface="Calibri" panose="020F0502020204030204"/>
                <a:cs typeface="Calibri"/>
              </a:rPr>
              <a:t>Structural models can be static OR dynamic</a:t>
            </a:r>
          </a:p>
          <a:p>
            <a:pPr lvl="1"/>
            <a:r>
              <a:rPr lang="en-US">
                <a:ea typeface="Calibri" panose="020F0502020204030204"/>
                <a:cs typeface="Calibri"/>
              </a:rPr>
              <a:t>Static: Shows organization of system (its design, components that make it)</a:t>
            </a:r>
          </a:p>
          <a:p>
            <a:pPr lvl="1"/>
            <a:r>
              <a:rPr lang="en-US">
                <a:ea typeface="Calibri" panose="020F0502020204030204"/>
                <a:cs typeface="Calibri"/>
              </a:rPr>
              <a:t>Dynamic: Organization of a system while executing (a snapshot)</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47532F35-778D-94A5-F512-EABBB94F0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BD3559AC-02FB-88B1-53F0-4D22EFB37C3C}"/>
              </a:ext>
            </a:extLst>
          </p:cNvPr>
          <p:cNvSpPr>
            <a:spLocks noGrp="1"/>
          </p:cNvSpPr>
          <p:nvPr>
            <p:ph type="sldNum" sz="quarter" idx="12"/>
          </p:nvPr>
        </p:nvSpPr>
        <p:spPr/>
        <p:txBody>
          <a:bodyPr/>
          <a:lstStyle/>
          <a:p>
            <a:fld id="{008559AE-1842-40A5-A2A9-0518F39FD1A9}" type="slidenum">
              <a:rPr lang="en-US" smtClean="0"/>
              <a:t>22</a:t>
            </a:fld>
            <a:endParaRPr lang="en-GB"/>
          </a:p>
        </p:txBody>
      </p:sp>
      <p:sp>
        <p:nvSpPr>
          <p:cNvPr id="7" name="Footer Placeholder 6">
            <a:extLst>
              <a:ext uri="{FF2B5EF4-FFF2-40B4-BE49-F238E27FC236}">
                <a16:creationId xmlns:a16="http://schemas.microsoft.com/office/drawing/2014/main" id="{62F74FD9-1A64-FA0B-5EB8-D31A39CA2D2A}"/>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25655989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87D42-B7B0-093F-54AF-2F1FBB9FBF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9DB4BE-2C90-4828-6A9E-78C1D1415BB1}"/>
              </a:ext>
            </a:extLst>
          </p:cNvPr>
          <p:cNvSpPr>
            <a:spLocks noGrp="1"/>
          </p:cNvSpPr>
          <p:nvPr>
            <p:ph type="title"/>
          </p:nvPr>
        </p:nvSpPr>
        <p:spPr/>
        <p:txBody>
          <a:bodyPr/>
          <a:lstStyle/>
          <a:p>
            <a:r>
              <a:rPr lang="en-GB">
                <a:ea typeface="Calibri Light"/>
                <a:cs typeface="Calibri Light"/>
              </a:rPr>
              <a:t>Class Diagrams</a:t>
            </a:r>
            <a:endParaRPr lang="en-US"/>
          </a:p>
        </p:txBody>
      </p:sp>
      <p:sp>
        <p:nvSpPr>
          <p:cNvPr id="3" name="Content Placeholder 2">
            <a:extLst>
              <a:ext uri="{FF2B5EF4-FFF2-40B4-BE49-F238E27FC236}">
                <a16:creationId xmlns:a16="http://schemas.microsoft.com/office/drawing/2014/main" id="{86AFBCC4-54CD-623E-6D2A-310693823D01}"/>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"Class diagrams are used when developing an object-oriented system model to show the classes in a system and the associations between these classes"</a:t>
            </a:r>
            <a:endParaRPr lang="en-US" dirty="0">
              <a:ea typeface="Calibri" panose="020F0502020204030204"/>
              <a:cs typeface="Calibri"/>
            </a:endParaRPr>
          </a:p>
          <a:p>
            <a:r>
              <a:rPr lang="en-US" dirty="0">
                <a:ea typeface="Calibri" panose="020F0502020204030204"/>
                <a:cs typeface="Calibri"/>
              </a:rPr>
              <a:t>"</a:t>
            </a:r>
            <a:r>
              <a:rPr lang="en-US" dirty="0">
                <a:ea typeface="+mn-lt"/>
                <a:cs typeface="+mn-lt"/>
              </a:rPr>
              <a:t>An association is a link between classes indicating that some relationship exists between these classes.</a:t>
            </a:r>
            <a:r>
              <a:rPr lang="en-US" dirty="0">
                <a:ea typeface="Calibri" panose="020F0502020204030204"/>
                <a:cs typeface="Calibri"/>
              </a:rPr>
              <a:t>"</a:t>
            </a:r>
          </a:p>
          <a:p>
            <a:r>
              <a:rPr lang="en-US" dirty="0">
                <a:ea typeface="Calibri" panose="020F0502020204030204"/>
                <a:cs typeface="Calibri"/>
              </a:rPr>
              <a:t>Class diagrams will be covered in depth in SE lab</a:t>
            </a: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6EE381F1-9139-4247-7938-D1CCF89C18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060406A6-6BBE-C3D8-5619-B29B9965BD85}"/>
              </a:ext>
            </a:extLst>
          </p:cNvPr>
          <p:cNvSpPr>
            <a:spLocks noGrp="1"/>
          </p:cNvSpPr>
          <p:nvPr>
            <p:ph type="sldNum" sz="quarter" idx="12"/>
          </p:nvPr>
        </p:nvSpPr>
        <p:spPr/>
        <p:txBody>
          <a:bodyPr/>
          <a:lstStyle/>
          <a:p>
            <a:fld id="{008559AE-1842-40A5-A2A9-0518F39FD1A9}" type="slidenum">
              <a:rPr lang="en-US" smtClean="0"/>
              <a:t>23</a:t>
            </a:fld>
            <a:endParaRPr lang="en-GB"/>
          </a:p>
        </p:txBody>
      </p:sp>
      <p:sp>
        <p:nvSpPr>
          <p:cNvPr id="7" name="Footer Placeholder 6">
            <a:extLst>
              <a:ext uri="{FF2B5EF4-FFF2-40B4-BE49-F238E27FC236}">
                <a16:creationId xmlns:a16="http://schemas.microsoft.com/office/drawing/2014/main" id="{D2655E59-3B16-36CB-9F8F-1FA15964A619}"/>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0F026AA7-7C35-292A-D4B1-985CF4DDFFD3}"/>
              </a:ext>
            </a:extLst>
          </p:cNvPr>
          <p:cNvPicPr>
            <a:picLocks noChangeAspect="1"/>
          </p:cNvPicPr>
          <p:nvPr/>
        </p:nvPicPr>
        <p:blipFill>
          <a:blip r:embed="rId4"/>
          <a:srcRect l="54664" t="34244" r="22550" b="57111"/>
          <a:stretch/>
        </p:blipFill>
        <p:spPr>
          <a:xfrm>
            <a:off x="3810000" y="4774955"/>
            <a:ext cx="4575276" cy="966417"/>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12EDBFB8-1C78-187D-C692-EA1BA094BE76}"/>
              </a:ext>
            </a:extLst>
          </p:cNvPr>
          <p:cNvPicPr>
            <a:picLocks noChangeAspect="1"/>
          </p:cNvPicPr>
          <p:nvPr/>
        </p:nvPicPr>
        <p:blipFill>
          <a:blip r:embed="rId5"/>
          <a:srcRect l="60567" t="28735" r="24439" b="29747"/>
          <a:stretch/>
        </p:blipFill>
        <p:spPr>
          <a:xfrm>
            <a:off x="9848491" y="3397646"/>
            <a:ext cx="2288169" cy="3466616"/>
          </a:xfrm>
          <a:prstGeom prst="rect">
            <a:avLst/>
          </a:prstGeom>
        </p:spPr>
      </p:pic>
    </p:spTree>
    <p:extLst>
      <p:ext uri="{BB962C8B-B14F-4D97-AF65-F5344CB8AC3E}">
        <p14:creationId xmlns:p14="http://schemas.microsoft.com/office/powerpoint/2010/main" val="11259373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AA655-ACDC-1188-4448-EFA79EC11B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01A80-029F-9023-45C3-910D0890F882}"/>
              </a:ext>
            </a:extLst>
          </p:cNvPr>
          <p:cNvSpPr>
            <a:spLocks noGrp="1"/>
          </p:cNvSpPr>
          <p:nvPr>
            <p:ph type="title"/>
          </p:nvPr>
        </p:nvSpPr>
        <p:spPr/>
        <p:txBody>
          <a:bodyPr/>
          <a:lstStyle/>
          <a:p>
            <a:r>
              <a:rPr lang="en-GB">
                <a:ea typeface="Calibri Light"/>
                <a:cs typeface="Calibri Light"/>
              </a:rPr>
              <a:t>Classes and Associations in </a:t>
            </a:r>
            <a:r>
              <a:rPr lang="en-GB" err="1">
                <a:ea typeface="Calibri Light"/>
                <a:cs typeface="Calibri Light"/>
              </a:rPr>
              <a:t>Mentcare</a:t>
            </a:r>
            <a:r>
              <a:rPr lang="en-GB">
                <a:ea typeface="Calibri Light"/>
                <a:cs typeface="Calibri Light"/>
              </a:rPr>
              <a:t> (SOM., pg. 150)</a:t>
            </a:r>
          </a:p>
        </p:txBody>
      </p:sp>
      <p:pic>
        <p:nvPicPr>
          <p:cNvPr id="6" name="Picture 5" descr="A black and white logo&#10;&#10;Description automatically generated">
            <a:extLst>
              <a:ext uri="{FF2B5EF4-FFF2-40B4-BE49-F238E27FC236}">
                <a16:creationId xmlns:a16="http://schemas.microsoft.com/office/drawing/2014/main" id="{9DCCFEE4-A76C-52B3-0FAA-D6B48ACB5C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6DFC6D0-B6EE-55C2-20F3-51D83874E6BE}"/>
              </a:ext>
            </a:extLst>
          </p:cNvPr>
          <p:cNvSpPr>
            <a:spLocks noGrp="1"/>
          </p:cNvSpPr>
          <p:nvPr>
            <p:ph type="sldNum" sz="quarter" idx="12"/>
          </p:nvPr>
        </p:nvSpPr>
        <p:spPr/>
        <p:txBody>
          <a:bodyPr/>
          <a:lstStyle/>
          <a:p>
            <a:fld id="{008559AE-1842-40A5-A2A9-0518F39FD1A9}" type="slidenum">
              <a:rPr lang="en-US" smtClean="0"/>
              <a:t>24</a:t>
            </a:fld>
            <a:endParaRPr lang="en-GB"/>
          </a:p>
        </p:txBody>
      </p:sp>
      <p:sp>
        <p:nvSpPr>
          <p:cNvPr id="7" name="Footer Placeholder 6">
            <a:extLst>
              <a:ext uri="{FF2B5EF4-FFF2-40B4-BE49-F238E27FC236}">
                <a16:creationId xmlns:a16="http://schemas.microsoft.com/office/drawing/2014/main" id="{1B8CB9C9-797B-75ED-9BD8-10F033FD221C}"/>
              </a:ext>
            </a:extLst>
          </p:cNvPr>
          <p:cNvSpPr>
            <a:spLocks noGrp="1"/>
          </p:cNvSpPr>
          <p:nvPr>
            <p:ph type="ftr" sz="quarter" idx="11"/>
          </p:nvPr>
        </p:nvSpPr>
        <p:spPr/>
        <p:txBody>
          <a:bodyPr/>
          <a:lstStyle/>
          <a:p>
            <a:r>
              <a:rPr lang="en-US"/>
              <a:t>Software Engineering</a:t>
            </a:r>
          </a:p>
        </p:txBody>
      </p:sp>
      <p:pic>
        <p:nvPicPr>
          <p:cNvPr id="3" name="Picture 2" descr="A screenshot of a computer&#10;&#10;AI-generated content may be incorrect.">
            <a:extLst>
              <a:ext uri="{FF2B5EF4-FFF2-40B4-BE49-F238E27FC236}">
                <a16:creationId xmlns:a16="http://schemas.microsoft.com/office/drawing/2014/main" id="{3B86E555-12F6-6B2C-2CA9-A88FE8793AC0}"/>
              </a:ext>
            </a:extLst>
          </p:cNvPr>
          <p:cNvPicPr>
            <a:picLocks noChangeAspect="1"/>
          </p:cNvPicPr>
          <p:nvPr/>
        </p:nvPicPr>
        <p:blipFill>
          <a:blip r:embed="rId4"/>
          <a:srcRect l="49248" t="43094" r="15915" b="13811"/>
          <a:stretch/>
        </p:blipFill>
        <p:spPr>
          <a:xfrm>
            <a:off x="2765778" y="1455117"/>
            <a:ext cx="6674415" cy="4590874"/>
          </a:xfrm>
          <a:prstGeom prst="rect">
            <a:avLst/>
          </a:prstGeom>
        </p:spPr>
      </p:pic>
    </p:spTree>
    <p:extLst>
      <p:ext uri="{BB962C8B-B14F-4D97-AF65-F5344CB8AC3E}">
        <p14:creationId xmlns:p14="http://schemas.microsoft.com/office/powerpoint/2010/main" val="8139437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2F5D2-8569-CA0E-64F0-D761D5B49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02FF7-726F-E294-6172-D0863E0F1909}"/>
              </a:ext>
            </a:extLst>
          </p:cNvPr>
          <p:cNvSpPr>
            <a:spLocks noGrp="1"/>
          </p:cNvSpPr>
          <p:nvPr>
            <p:ph type="title"/>
          </p:nvPr>
        </p:nvSpPr>
        <p:spPr/>
        <p:txBody>
          <a:bodyPr/>
          <a:lstStyle/>
          <a:p>
            <a:r>
              <a:rPr lang="en-GB">
                <a:ea typeface="Calibri Light"/>
                <a:cs typeface="Calibri Light"/>
              </a:rPr>
              <a:t>Generalization</a:t>
            </a:r>
          </a:p>
        </p:txBody>
      </p:sp>
      <p:pic>
        <p:nvPicPr>
          <p:cNvPr id="6" name="Picture 5" descr="A black and white logo&#10;&#10;Description automatically generated">
            <a:extLst>
              <a:ext uri="{FF2B5EF4-FFF2-40B4-BE49-F238E27FC236}">
                <a16:creationId xmlns:a16="http://schemas.microsoft.com/office/drawing/2014/main" id="{F64FD780-272F-6C3E-A411-48F98C4A63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E523390F-4649-4E71-F6F6-8CD78BFCAAC0}"/>
              </a:ext>
            </a:extLst>
          </p:cNvPr>
          <p:cNvSpPr>
            <a:spLocks noGrp="1"/>
          </p:cNvSpPr>
          <p:nvPr>
            <p:ph type="sldNum" sz="quarter" idx="12"/>
          </p:nvPr>
        </p:nvSpPr>
        <p:spPr/>
        <p:txBody>
          <a:bodyPr/>
          <a:lstStyle/>
          <a:p>
            <a:fld id="{008559AE-1842-40A5-A2A9-0518F39FD1A9}" type="slidenum">
              <a:rPr lang="en-US" smtClean="0"/>
              <a:t>25</a:t>
            </a:fld>
            <a:endParaRPr lang="en-GB"/>
          </a:p>
        </p:txBody>
      </p:sp>
      <p:sp>
        <p:nvSpPr>
          <p:cNvPr id="7" name="Footer Placeholder 6">
            <a:extLst>
              <a:ext uri="{FF2B5EF4-FFF2-40B4-BE49-F238E27FC236}">
                <a16:creationId xmlns:a16="http://schemas.microsoft.com/office/drawing/2014/main" id="{90B9F59A-862A-F8A8-8D8F-8DB3DFED7D3B}"/>
              </a:ext>
            </a:extLst>
          </p:cNvPr>
          <p:cNvSpPr>
            <a:spLocks noGrp="1"/>
          </p:cNvSpPr>
          <p:nvPr>
            <p:ph type="ftr" sz="quarter" idx="11"/>
          </p:nvPr>
        </p:nvSpPr>
        <p:spPr/>
        <p:txBody>
          <a:bodyPr/>
          <a:lstStyle/>
          <a:p>
            <a:r>
              <a:rPr lang="en-US"/>
              <a:t>Software Engineering</a:t>
            </a:r>
          </a:p>
        </p:txBody>
      </p:sp>
      <p:pic>
        <p:nvPicPr>
          <p:cNvPr id="4" name="Picture 3" descr="A screenshot of a computer&#10;&#10;AI-generated content may be incorrect.">
            <a:extLst>
              <a:ext uri="{FF2B5EF4-FFF2-40B4-BE49-F238E27FC236}">
                <a16:creationId xmlns:a16="http://schemas.microsoft.com/office/drawing/2014/main" id="{29CF187F-7F82-E291-1ADF-99A4B56D8D99}"/>
              </a:ext>
            </a:extLst>
          </p:cNvPr>
          <p:cNvPicPr>
            <a:picLocks noChangeAspect="1"/>
          </p:cNvPicPr>
          <p:nvPr/>
        </p:nvPicPr>
        <p:blipFill>
          <a:blip r:embed="rId4"/>
          <a:srcRect l="48310" t="36345" r="17992" b="21849"/>
          <a:stretch/>
        </p:blipFill>
        <p:spPr>
          <a:xfrm>
            <a:off x="733245" y="1827598"/>
            <a:ext cx="4611704" cy="3210768"/>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6DB0BDEC-F2D6-685B-C3E4-CC354F7FECF4}"/>
              </a:ext>
            </a:extLst>
          </p:cNvPr>
          <p:cNvPicPr>
            <a:picLocks noChangeAspect="1"/>
          </p:cNvPicPr>
          <p:nvPr/>
        </p:nvPicPr>
        <p:blipFill>
          <a:blip r:embed="rId5"/>
          <a:srcRect l="53125" t="44124" r="18090" b="15051"/>
          <a:stretch/>
        </p:blipFill>
        <p:spPr>
          <a:xfrm>
            <a:off x="6477000" y="1822006"/>
            <a:ext cx="3946888" cy="3207622"/>
          </a:xfrm>
          <a:prstGeom prst="rect">
            <a:avLst/>
          </a:prstGeom>
        </p:spPr>
      </p:pic>
    </p:spTree>
    <p:extLst>
      <p:ext uri="{BB962C8B-B14F-4D97-AF65-F5344CB8AC3E}">
        <p14:creationId xmlns:p14="http://schemas.microsoft.com/office/powerpoint/2010/main" val="887207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25EC9-8919-D730-A42E-124F3F0EED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7B2FC-323E-0175-BFC1-54C361664032}"/>
              </a:ext>
            </a:extLst>
          </p:cNvPr>
          <p:cNvSpPr>
            <a:spLocks noGrp="1"/>
          </p:cNvSpPr>
          <p:nvPr>
            <p:ph type="title"/>
          </p:nvPr>
        </p:nvSpPr>
        <p:spPr/>
        <p:txBody>
          <a:bodyPr/>
          <a:lstStyle/>
          <a:p>
            <a:r>
              <a:rPr lang="en-GB">
                <a:ea typeface="Calibri Light"/>
                <a:cs typeface="Calibri Light"/>
              </a:rPr>
              <a:t>Aggregation</a:t>
            </a:r>
            <a:endParaRPr lang="en-US"/>
          </a:p>
        </p:txBody>
      </p:sp>
      <p:pic>
        <p:nvPicPr>
          <p:cNvPr id="6" name="Picture 5" descr="A black and white logo&#10;&#10;Description automatically generated">
            <a:extLst>
              <a:ext uri="{FF2B5EF4-FFF2-40B4-BE49-F238E27FC236}">
                <a16:creationId xmlns:a16="http://schemas.microsoft.com/office/drawing/2014/main" id="{29F13F0B-3DAD-7C2B-294E-0F53EB79AA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7E8ED5DF-5AA3-C7B4-9616-4230DF6E1035}"/>
              </a:ext>
            </a:extLst>
          </p:cNvPr>
          <p:cNvSpPr>
            <a:spLocks noGrp="1"/>
          </p:cNvSpPr>
          <p:nvPr>
            <p:ph type="sldNum" sz="quarter" idx="12"/>
          </p:nvPr>
        </p:nvSpPr>
        <p:spPr/>
        <p:txBody>
          <a:bodyPr/>
          <a:lstStyle/>
          <a:p>
            <a:fld id="{008559AE-1842-40A5-A2A9-0518F39FD1A9}" type="slidenum">
              <a:rPr lang="en-US" smtClean="0"/>
              <a:t>26</a:t>
            </a:fld>
            <a:endParaRPr lang="en-GB"/>
          </a:p>
        </p:txBody>
      </p:sp>
      <p:sp>
        <p:nvSpPr>
          <p:cNvPr id="7" name="Footer Placeholder 6">
            <a:extLst>
              <a:ext uri="{FF2B5EF4-FFF2-40B4-BE49-F238E27FC236}">
                <a16:creationId xmlns:a16="http://schemas.microsoft.com/office/drawing/2014/main" id="{A520CD92-0BF6-EF65-541D-3198F56E5A71}"/>
              </a:ext>
            </a:extLst>
          </p:cNvPr>
          <p:cNvSpPr>
            <a:spLocks noGrp="1"/>
          </p:cNvSpPr>
          <p:nvPr>
            <p:ph type="ftr" sz="quarter" idx="11"/>
          </p:nvPr>
        </p:nvSpPr>
        <p:spPr/>
        <p:txBody>
          <a:bodyPr/>
          <a:lstStyle/>
          <a:p>
            <a:r>
              <a:rPr lang="en-US"/>
              <a:t>Software Engineering</a:t>
            </a:r>
          </a:p>
        </p:txBody>
      </p:sp>
      <p:pic>
        <p:nvPicPr>
          <p:cNvPr id="3" name="Picture 2" descr="A screenshot of a computer&#10;&#10;AI-generated content may be incorrect.">
            <a:extLst>
              <a:ext uri="{FF2B5EF4-FFF2-40B4-BE49-F238E27FC236}">
                <a16:creationId xmlns:a16="http://schemas.microsoft.com/office/drawing/2014/main" id="{2BD78595-EE8C-9842-15F8-27A15B248C1A}"/>
              </a:ext>
            </a:extLst>
          </p:cNvPr>
          <p:cNvPicPr>
            <a:picLocks noChangeAspect="1"/>
          </p:cNvPicPr>
          <p:nvPr/>
        </p:nvPicPr>
        <p:blipFill>
          <a:blip r:embed="rId4"/>
          <a:srcRect l="56713" t="61443" r="22728" b="14021"/>
          <a:stretch/>
        </p:blipFill>
        <p:spPr>
          <a:xfrm>
            <a:off x="4035777" y="2047784"/>
            <a:ext cx="4115282" cy="2768427"/>
          </a:xfrm>
          <a:prstGeom prst="rect">
            <a:avLst/>
          </a:prstGeom>
        </p:spPr>
      </p:pic>
      <p:sp>
        <p:nvSpPr>
          <p:cNvPr id="4" name="TextBox 3">
            <a:extLst>
              <a:ext uri="{FF2B5EF4-FFF2-40B4-BE49-F238E27FC236}">
                <a16:creationId xmlns:a16="http://schemas.microsoft.com/office/drawing/2014/main" id="{2397AD1E-47FC-A70E-53CA-41AC6CCA538A}"/>
              </a:ext>
            </a:extLst>
          </p:cNvPr>
          <p:cNvSpPr txBox="1"/>
          <p:nvPr/>
        </p:nvSpPr>
        <p:spPr>
          <a:xfrm>
            <a:off x="842948" y="5711153"/>
            <a:ext cx="428443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a:cs typeface="Calibri"/>
              </a:rPr>
              <a:t>Does this look okay to you? Relationship wise? (oh now we are relationship </a:t>
            </a:r>
            <a:r>
              <a:rPr lang="en-US">
                <a:ea typeface="Calibri"/>
                <a:cs typeface="Calibri"/>
              </a:rPr>
              <a:t>experts?)</a:t>
            </a:r>
          </a:p>
        </p:txBody>
      </p:sp>
    </p:spTree>
    <p:extLst>
      <p:ext uri="{BB962C8B-B14F-4D97-AF65-F5344CB8AC3E}">
        <p14:creationId xmlns:p14="http://schemas.microsoft.com/office/powerpoint/2010/main" val="173365566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CF8C5-C577-BD33-7D04-BE2D630BDA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441A38-ECB7-1043-75FA-E0296F39216A}"/>
              </a:ext>
            </a:extLst>
          </p:cNvPr>
          <p:cNvSpPr>
            <a:spLocks noGrp="1"/>
          </p:cNvSpPr>
          <p:nvPr>
            <p:ph type="title"/>
          </p:nvPr>
        </p:nvSpPr>
        <p:spPr/>
        <p:txBody>
          <a:bodyPr/>
          <a:lstStyle/>
          <a:p>
            <a:r>
              <a:rPr lang="en-GB" dirty="0">
                <a:ea typeface="Calibri Light"/>
                <a:cs typeface="Calibri Light"/>
              </a:rPr>
              <a:t>Pop Quiz (assuming prior knowledge of OOP)</a:t>
            </a:r>
            <a:endParaRPr lang="en-US" dirty="0"/>
          </a:p>
        </p:txBody>
      </p:sp>
      <p:sp>
        <p:nvSpPr>
          <p:cNvPr id="3" name="Content Placeholder 2">
            <a:extLst>
              <a:ext uri="{FF2B5EF4-FFF2-40B4-BE49-F238E27FC236}">
                <a16:creationId xmlns:a16="http://schemas.microsoft.com/office/drawing/2014/main" id="{528C9B20-5DB6-EC13-884E-F43E376B96D9}"/>
              </a:ext>
            </a:extLst>
          </p:cNvPr>
          <p:cNvSpPr>
            <a:spLocks noGrp="1"/>
          </p:cNvSpPr>
          <p:nvPr>
            <p:ph idx="1"/>
          </p:nvPr>
        </p:nvSpPr>
        <p:spPr>
          <a:xfrm>
            <a:off x="838200" y="1690328"/>
            <a:ext cx="10515600" cy="5031147"/>
          </a:xfrm>
        </p:spPr>
        <p:txBody>
          <a:bodyPr vert="horz" lIns="91440" tIns="45720" rIns="91440" bIns="45720" rtlCol="0" anchor="t">
            <a:normAutofit/>
          </a:bodyPr>
          <a:lstStyle/>
          <a:p>
            <a:r>
              <a:rPr lang="en-US" dirty="0">
                <a:ea typeface="+mn-lt"/>
                <a:cs typeface="+mn-lt"/>
              </a:rPr>
              <a:t>How do you decide on what becomes a class in a class diagram?</a:t>
            </a:r>
            <a:endParaRPr lang="en-US" dirty="0">
              <a:ea typeface="Calibri" panose="020F0502020204030204"/>
              <a:cs typeface="Calibri"/>
            </a:endParaRPr>
          </a:p>
          <a:p>
            <a:endParaRPr lang="en-US">
              <a:ea typeface="Calibri" panose="020F0502020204030204"/>
              <a:cs typeface="Calibri"/>
            </a:endParaRPr>
          </a:p>
          <a:p>
            <a:endParaRPr lang="en-US">
              <a:ea typeface="Calibri" panose="020F0502020204030204"/>
              <a:cs typeface="Calibri"/>
            </a:endParaRPr>
          </a:p>
          <a:p>
            <a:pPr lvl="1"/>
            <a:endParaRPr lang="en-GB">
              <a:ea typeface="Calibri" panose="020F0502020204030204"/>
              <a:cs typeface="Calibri"/>
            </a:endParaRPr>
          </a:p>
        </p:txBody>
      </p:sp>
      <p:pic>
        <p:nvPicPr>
          <p:cNvPr id="6" name="Picture 5" descr="A black and white logo&#10;&#10;Description automatically generated">
            <a:extLst>
              <a:ext uri="{FF2B5EF4-FFF2-40B4-BE49-F238E27FC236}">
                <a16:creationId xmlns:a16="http://schemas.microsoft.com/office/drawing/2014/main" id="{EC2DF1F3-02B5-A6B2-58E6-04181DA062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7382" y="33940"/>
            <a:ext cx="2416608" cy="634521"/>
          </a:xfrm>
          <a:prstGeom prst="rect">
            <a:avLst/>
          </a:prstGeom>
        </p:spPr>
      </p:pic>
      <p:sp>
        <p:nvSpPr>
          <p:cNvPr id="8" name="Slide Number Placeholder 7">
            <a:extLst>
              <a:ext uri="{FF2B5EF4-FFF2-40B4-BE49-F238E27FC236}">
                <a16:creationId xmlns:a16="http://schemas.microsoft.com/office/drawing/2014/main" id="{F647DC65-66C2-5F91-7164-0A440BAD1955}"/>
              </a:ext>
            </a:extLst>
          </p:cNvPr>
          <p:cNvSpPr>
            <a:spLocks noGrp="1"/>
          </p:cNvSpPr>
          <p:nvPr>
            <p:ph type="sldNum" sz="quarter" idx="12"/>
          </p:nvPr>
        </p:nvSpPr>
        <p:spPr/>
        <p:txBody>
          <a:bodyPr/>
          <a:lstStyle/>
          <a:p>
            <a:fld id="{008559AE-1842-40A5-A2A9-0518F39FD1A9}" type="slidenum">
              <a:rPr lang="en-US" smtClean="0"/>
              <a:t>27</a:t>
            </a:fld>
            <a:endParaRPr lang="en-GB"/>
          </a:p>
        </p:txBody>
      </p:sp>
      <p:sp>
        <p:nvSpPr>
          <p:cNvPr id="7" name="Footer Placeholder 6">
            <a:extLst>
              <a:ext uri="{FF2B5EF4-FFF2-40B4-BE49-F238E27FC236}">
                <a16:creationId xmlns:a16="http://schemas.microsoft.com/office/drawing/2014/main" id="{D8B690BE-00D9-8259-877E-FD30AE9B85F9}"/>
              </a:ext>
            </a:extLst>
          </p:cNvPr>
          <p:cNvSpPr>
            <a:spLocks noGrp="1"/>
          </p:cNvSpPr>
          <p:nvPr>
            <p:ph type="ftr" sz="quarter" idx="11"/>
          </p:nvPr>
        </p:nvSpPr>
        <p:spPr/>
        <p:txBody>
          <a:bodyPr/>
          <a:lstStyle/>
          <a:p>
            <a:r>
              <a:rPr lang="en-US"/>
              <a:t>Software Engineering</a:t>
            </a:r>
          </a:p>
        </p:txBody>
      </p:sp>
    </p:spTree>
    <p:extLst>
      <p:ext uri="{BB962C8B-B14F-4D97-AF65-F5344CB8AC3E}">
        <p14:creationId xmlns:p14="http://schemas.microsoft.com/office/powerpoint/2010/main" val="33511378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1834713A0238B47A82B49BB61910BB7" ma:contentTypeVersion="4" ma:contentTypeDescription="Create a new document." ma:contentTypeScope="" ma:versionID="6d4706a53c2ea577fa6530616b401942">
  <xsd:schema xmlns:xsd="http://www.w3.org/2001/XMLSchema" xmlns:xs="http://www.w3.org/2001/XMLSchema" xmlns:p="http://schemas.microsoft.com/office/2006/metadata/properties" xmlns:ns3="5036cfa6-d0e1-4902-a771-3c3912700344" targetNamespace="http://schemas.microsoft.com/office/2006/metadata/properties" ma:root="true" ma:fieldsID="a1d272197f808f89f8a24a3fbeb7e316" ns3:_="">
    <xsd:import namespace="5036cfa6-d0e1-4902-a771-3c3912700344"/>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036cfa6-d0e1-4902-a771-3c39127003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4292D93-FF2A-4DA5-8E8B-A42F52EE7A22}">
  <ds:schemaRefs>
    <ds:schemaRef ds:uri="http://schemas.microsoft.com/sharepoint/v3/contenttype/forms"/>
  </ds:schemaRefs>
</ds:datastoreItem>
</file>

<file path=customXml/itemProps2.xml><?xml version="1.0" encoding="utf-8"?>
<ds:datastoreItem xmlns:ds="http://schemas.openxmlformats.org/officeDocument/2006/customXml" ds:itemID="{50ED4F75-3CD7-45A8-9549-E613B31DDB2A}">
  <ds:schemaRefs>
    <ds:schemaRef ds:uri="5036cfa6-d0e1-4902-a771-3c3912700344"/>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F52CE482-82E1-495F-A096-31F88599D290}">
  <ds:schemaRefs>
    <ds:schemaRef ds:uri="5036cfa6-d0e1-4902-a771-3c3912700344"/>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27</Slides>
  <Notes>26</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Software Engineering (CS3201) System Models </vt:lpstr>
      <vt:lpstr> </vt:lpstr>
      <vt:lpstr>Introduction</vt:lpstr>
      <vt:lpstr>Introduction</vt:lpstr>
      <vt:lpstr>System Modelling</vt:lpstr>
      <vt:lpstr>Why (and where to) use models?</vt:lpstr>
      <vt:lpstr>What do you usually model?</vt:lpstr>
      <vt:lpstr>What is / is NOT a system model</vt:lpstr>
      <vt:lpstr>Models and Perspectives</vt:lpstr>
      <vt:lpstr>Three common usages of graphical models</vt:lpstr>
      <vt:lpstr>Modelling and UML</vt:lpstr>
      <vt:lpstr> </vt:lpstr>
      <vt:lpstr>Context Models</vt:lpstr>
      <vt:lpstr>System Boundary?!</vt:lpstr>
      <vt:lpstr>System Boundary (boundaries are important)</vt:lpstr>
      <vt:lpstr>Context Models</vt:lpstr>
      <vt:lpstr>Context Models</vt:lpstr>
      <vt:lpstr>Business Process Models</vt:lpstr>
      <vt:lpstr>Context Model: Example (SOM., pg. 142)</vt:lpstr>
      <vt:lpstr>Business Process Model: Example (SOM., pg. 143)</vt:lpstr>
      <vt:lpstr>Final thoughts – Context Models</vt:lpstr>
      <vt:lpstr>Structural Models</vt:lpstr>
      <vt:lpstr>Class Diagrams</vt:lpstr>
      <vt:lpstr>Classes and Associations in Mentcare (SOM., pg. 150)</vt:lpstr>
      <vt:lpstr>Generalization</vt:lpstr>
      <vt:lpstr>Aggregation</vt:lpstr>
      <vt:lpstr>Pop Quiz (assuming prior knowledge of OOP)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  CS 475</dc:title>
  <dc:creator>Avinash Arun Chauhan</dc:creator>
  <cp:revision>130</cp:revision>
  <dcterms:created xsi:type="dcterms:W3CDTF">2022-08-02T06:42:39Z</dcterms:created>
  <dcterms:modified xsi:type="dcterms:W3CDTF">2026-03-11T04:19:23Z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0x01010051834713A0238B47A82B49BB61910BB7</vt:lpwstr>
  </property>
</Properties>
</file>